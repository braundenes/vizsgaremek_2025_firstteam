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42"/>
  </p:notesMasterIdLst>
  <p:sldIdLst>
    <p:sldId id="256" r:id="rId2"/>
    <p:sldId id="258" r:id="rId3"/>
    <p:sldId id="297" r:id="rId4"/>
    <p:sldId id="298" r:id="rId5"/>
    <p:sldId id="299" r:id="rId6"/>
    <p:sldId id="264" r:id="rId7"/>
    <p:sldId id="259" r:id="rId8"/>
    <p:sldId id="260" r:id="rId9"/>
    <p:sldId id="296" r:id="rId10"/>
    <p:sldId id="300" r:id="rId11"/>
    <p:sldId id="306" r:id="rId12"/>
    <p:sldId id="307" r:id="rId13"/>
    <p:sldId id="308" r:id="rId14"/>
    <p:sldId id="301" r:id="rId15"/>
    <p:sldId id="302" r:id="rId16"/>
    <p:sldId id="303" r:id="rId17"/>
    <p:sldId id="305" r:id="rId18"/>
    <p:sldId id="304" r:id="rId19"/>
    <p:sldId id="321" r:id="rId20"/>
    <p:sldId id="322" r:id="rId21"/>
    <p:sldId id="323" r:id="rId22"/>
    <p:sldId id="324" r:id="rId23"/>
    <p:sldId id="325" r:id="rId24"/>
    <p:sldId id="326" r:id="rId25"/>
    <p:sldId id="327" r:id="rId26"/>
    <p:sldId id="329" r:id="rId27"/>
    <p:sldId id="330" r:id="rId28"/>
    <p:sldId id="331" r:id="rId29"/>
    <p:sldId id="332" r:id="rId30"/>
    <p:sldId id="333" r:id="rId31"/>
    <p:sldId id="334" r:id="rId32"/>
    <p:sldId id="335" r:id="rId33"/>
    <p:sldId id="336" r:id="rId34"/>
    <p:sldId id="337" r:id="rId35"/>
    <p:sldId id="338" r:id="rId36"/>
    <p:sldId id="339" r:id="rId37"/>
    <p:sldId id="340" r:id="rId38"/>
    <p:sldId id="341" r:id="rId39"/>
    <p:sldId id="342" r:id="rId40"/>
    <p:sldId id="343" r:id="rId41"/>
  </p:sldIdLst>
  <p:sldSz cx="9144000" cy="5143500" type="screen16x9"/>
  <p:notesSz cx="6858000" cy="9144000"/>
  <p:embeddedFontLst>
    <p:embeddedFont>
      <p:font typeface="Anaheim" panose="020B0604020202020204" charset="-18"/>
      <p:regular r:id="rId43"/>
      <p:bold r:id="rId44"/>
    </p:embeddedFont>
    <p:embeddedFont>
      <p:font typeface="Cairo" panose="020B0604020202020204" charset="-78"/>
      <p:regular r:id="rId45"/>
      <p:bold r:id="rId46"/>
    </p:embeddedFont>
    <p:embeddedFont>
      <p:font typeface="Nunito Light" pitchFamily="2" charset="-18"/>
      <p:regular r:id="rId47"/>
      <p:italic r:id="rId48"/>
    </p:embeddedFont>
    <p:embeddedFont>
      <p:font typeface="Open Sans" panose="020B0606030504020204" pitchFamily="34" charset="0"/>
      <p:regular r:id="rId49"/>
      <p:bold r:id="rId50"/>
      <p:italic r:id="rId51"/>
      <p:boldItalic r:id="rId52"/>
    </p:embeddedFont>
    <p:embeddedFont>
      <p:font typeface="Raleway" pitchFamily="2" charset="-18"/>
      <p:regular r:id="rId53"/>
      <p:bold r:id="rId54"/>
      <p:italic r:id="rId55"/>
      <p:boldItalic r:id="rId56"/>
    </p:embeddedFont>
    <p:embeddedFont>
      <p:font typeface="Space Grotesk" panose="020B0604020202020204" charset="-18"/>
      <p:regular r:id="rId57"/>
      <p:bold r:id="rId58"/>
    </p:embeddedFont>
    <p:embeddedFont>
      <p:font typeface="Space Grotesk Medium" panose="020B0604020202020204" charset="-18"/>
      <p:regular r:id="rId59"/>
      <p:bold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702415-7A8A-4C0A-9293-7ABEEB455ADE}" v="21" dt="2026-05-01T10:20:25.739"/>
  </p1510:revLst>
</p1510:revInfo>
</file>

<file path=ppt/tableStyles.xml><?xml version="1.0" encoding="utf-8"?>
<a:tblStyleLst xmlns:a="http://schemas.openxmlformats.org/drawingml/2006/main" def="{EA2DB825-3765-4119-8AAE-AA9EF05FCD05}">
  <a:tblStyle styleId="{EA2DB825-3765-4119-8AAE-AA9EF05FCD0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EA0FF39-183A-48A0-943C-5F7EB11CAE0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1192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font" Target="fonts/font13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59" Type="http://schemas.openxmlformats.org/officeDocument/2006/relationships/font" Target="fonts/font1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2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font" Target="fonts/font18.fntdata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 Horvath" userId="c8f733021e31105b" providerId="LiveId" clId="{57863267-AD90-4972-9D96-ACBEE38F12D9}"/>
    <pc:docChg chg="undo custSel addSld delSld modSld sldOrd delMainMaster">
      <pc:chgData name="Marco Horvath" userId="c8f733021e31105b" providerId="LiveId" clId="{57863267-AD90-4972-9D96-ACBEE38F12D9}" dt="2026-05-01T10:32:22.704" v="3160" actId="47"/>
      <pc:docMkLst>
        <pc:docMk/>
      </pc:docMkLst>
      <pc:sldChg chg="addSp delSp modSp mod">
        <pc:chgData name="Marco Horvath" userId="c8f733021e31105b" providerId="LiveId" clId="{57863267-AD90-4972-9D96-ACBEE38F12D9}" dt="2026-05-01T09:33:48.523" v="570" actId="1076"/>
        <pc:sldMkLst>
          <pc:docMk/>
          <pc:sldMk cId="0" sldId="260"/>
        </pc:sldMkLst>
        <pc:picChg chg="del">
          <ac:chgData name="Marco Horvath" userId="c8f733021e31105b" providerId="LiveId" clId="{57863267-AD90-4972-9D96-ACBEE38F12D9}" dt="2026-05-01T08:20:02.255" v="528" actId="478"/>
          <ac:picMkLst>
            <pc:docMk/>
            <pc:sldMk cId="0" sldId="260"/>
            <ac:picMk id="3" creationId="{4B152864-A457-2700-A761-708E80561B86}"/>
          </ac:picMkLst>
        </pc:picChg>
        <pc:picChg chg="add mod">
          <ac:chgData name="Marco Horvath" userId="c8f733021e31105b" providerId="LiveId" clId="{57863267-AD90-4972-9D96-ACBEE38F12D9}" dt="2026-05-01T09:33:48.523" v="570" actId="1076"/>
          <ac:picMkLst>
            <pc:docMk/>
            <pc:sldMk cId="0" sldId="260"/>
            <ac:picMk id="5" creationId="{865171C2-70BC-6DE7-1E8F-392DC40162C7}"/>
          </ac:picMkLst>
        </pc:picChg>
      </pc:sldChg>
      <pc:sldChg chg="del">
        <pc:chgData name="Marco Horvath" userId="c8f733021e31105b" providerId="LiveId" clId="{57863267-AD90-4972-9D96-ACBEE38F12D9}" dt="2026-05-01T10:32:14.915" v="3137" actId="47"/>
        <pc:sldMkLst>
          <pc:docMk/>
          <pc:sldMk cId="0" sldId="261"/>
        </pc:sldMkLst>
      </pc:sldChg>
      <pc:sldChg chg="del">
        <pc:chgData name="Marco Horvath" userId="c8f733021e31105b" providerId="LiveId" clId="{57863267-AD90-4972-9D96-ACBEE38F12D9}" dt="2026-05-01T10:32:15.519" v="3138" actId="47"/>
        <pc:sldMkLst>
          <pc:docMk/>
          <pc:sldMk cId="0" sldId="262"/>
        </pc:sldMkLst>
      </pc:sldChg>
      <pc:sldChg chg="del">
        <pc:chgData name="Marco Horvath" userId="c8f733021e31105b" providerId="LiveId" clId="{57863267-AD90-4972-9D96-ACBEE38F12D9}" dt="2026-05-01T10:32:14.696" v="3136" actId="47"/>
        <pc:sldMkLst>
          <pc:docMk/>
          <pc:sldMk cId="0" sldId="263"/>
        </pc:sldMkLst>
      </pc:sldChg>
      <pc:sldChg chg="del">
        <pc:chgData name="Marco Horvath" userId="c8f733021e31105b" providerId="LiveId" clId="{57863267-AD90-4972-9D96-ACBEE38F12D9}" dt="2026-05-01T10:32:14.178" v="3135" actId="47"/>
        <pc:sldMkLst>
          <pc:docMk/>
          <pc:sldMk cId="0" sldId="265"/>
        </pc:sldMkLst>
      </pc:sldChg>
      <pc:sldChg chg="del">
        <pc:chgData name="Marco Horvath" userId="c8f733021e31105b" providerId="LiveId" clId="{57863267-AD90-4972-9D96-ACBEE38F12D9}" dt="2026-05-01T10:32:13.752" v="3134" actId="47"/>
        <pc:sldMkLst>
          <pc:docMk/>
          <pc:sldMk cId="0" sldId="266"/>
        </pc:sldMkLst>
      </pc:sldChg>
      <pc:sldChg chg="del">
        <pc:chgData name="Marco Horvath" userId="c8f733021e31105b" providerId="LiveId" clId="{57863267-AD90-4972-9D96-ACBEE38F12D9}" dt="2026-05-01T10:32:13.607" v="3133" actId="47"/>
        <pc:sldMkLst>
          <pc:docMk/>
          <pc:sldMk cId="0" sldId="267"/>
        </pc:sldMkLst>
      </pc:sldChg>
      <pc:sldChg chg="del">
        <pc:chgData name="Marco Horvath" userId="c8f733021e31105b" providerId="LiveId" clId="{57863267-AD90-4972-9D96-ACBEE38F12D9}" dt="2026-05-01T10:32:13.477" v="3132" actId="47"/>
        <pc:sldMkLst>
          <pc:docMk/>
          <pc:sldMk cId="0" sldId="268"/>
        </pc:sldMkLst>
      </pc:sldChg>
      <pc:sldChg chg="del">
        <pc:chgData name="Marco Horvath" userId="c8f733021e31105b" providerId="LiveId" clId="{57863267-AD90-4972-9D96-ACBEE38F12D9}" dt="2026-05-01T10:32:13.367" v="3131" actId="47"/>
        <pc:sldMkLst>
          <pc:docMk/>
          <pc:sldMk cId="0" sldId="269"/>
        </pc:sldMkLst>
      </pc:sldChg>
      <pc:sldChg chg="del">
        <pc:chgData name="Marco Horvath" userId="c8f733021e31105b" providerId="LiveId" clId="{57863267-AD90-4972-9D96-ACBEE38F12D9}" dt="2026-05-01T10:32:13.180" v="3130" actId="47"/>
        <pc:sldMkLst>
          <pc:docMk/>
          <pc:sldMk cId="0" sldId="270"/>
        </pc:sldMkLst>
      </pc:sldChg>
      <pc:sldChg chg="del">
        <pc:chgData name="Marco Horvath" userId="c8f733021e31105b" providerId="LiveId" clId="{57863267-AD90-4972-9D96-ACBEE38F12D9}" dt="2026-05-01T10:32:13.023" v="3129" actId="47"/>
        <pc:sldMkLst>
          <pc:docMk/>
          <pc:sldMk cId="0" sldId="271"/>
        </pc:sldMkLst>
      </pc:sldChg>
      <pc:sldChg chg="del">
        <pc:chgData name="Marco Horvath" userId="c8f733021e31105b" providerId="LiveId" clId="{57863267-AD90-4972-9D96-ACBEE38F12D9}" dt="2026-05-01T10:32:12.967" v="3128" actId="47"/>
        <pc:sldMkLst>
          <pc:docMk/>
          <pc:sldMk cId="0" sldId="272"/>
        </pc:sldMkLst>
      </pc:sldChg>
      <pc:sldChg chg="del">
        <pc:chgData name="Marco Horvath" userId="c8f733021e31105b" providerId="LiveId" clId="{57863267-AD90-4972-9D96-ACBEE38F12D9}" dt="2026-05-01T10:32:12.676" v="3127" actId="47"/>
        <pc:sldMkLst>
          <pc:docMk/>
          <pc:sldMk cId="0" sldId="273"/>
        </pc:sldMkLst>
      </pc:sldChg>
      <pc:sldChg chg="del">
        <pc:chgData name="Marco Horvath" userId="c8f733021e31105b" providerId="LiveId" clId="{57863267-AD90-4972-9D96-ACBEE38F12D9}" dt="2026-05-01T10:32:12.149" v="3126" actId="47"/>
        <pc:sldMkLst>
          <pc:docMk/>
          <pc:sldMk cId="0" sldId="274"/>
        </pc:sldMkLst>
      </pc:sldChg>
      <pc:sldChg chg="del">
        <pc:chgData name="Marco Horvath" userId="c8f733021e31105b" providerId="LiveId" clId="{57863267-AD90-4972-9D96-ACBEE38F12D9}" dt="2026-05-01T10:32:12.102" v="3125" actId="47"/>
        <pc:sldMkLst>
          <pc:docMk/>
          <pc:sldMk cId="0" sldId="275"/>
        </pc:sldMkLst>
      </pc:sldChg>
      <pc:sldChg chg="del">
        <pc:chgData name="Marco Horvath" userId="c8f733021e31105b" providerId="LiveId" clId="{57863267-AD90-4972-9D96-ACBEE38F12D9}" dt="2026-05-01T10:32:12.055" v="3124" actId="47"/>
        <pc:sldMkLst>
          <pc:docMk/>
          <pc:sldMk cId="0" sldId="276"/>
        </pc:sldMkLst>
      </pc:sldChg>
      <pc:sldChg chg="del">
        <pc:chgData name="Marco Horvath" userId="c8f733021e31105b" providerId="LiveId" clId="{57863267-AD90-4972-9D96-ACBEE38F12D9}" dt="2026-05-01T10:32:12.024" v="3123" actId="47"/>
        <pc:sldMkLst>
          <pc:docMk/>
          <pc:sldMk cId="0" sldId="277"/>
        </pc:sldMkLst>
      </pc:sldChg>
      <pc:sldChg chg="del">
        <pc:chgData name="Marco Horvath" userId="c8f733021e31105b" providerId="LiveId" clId="{57863267-AD90-4972-9D96-ACBEE38F12D9}" dt="2026-05-01T10:32:11.983" v="3122" actId="47"/>
        <pc:sldMkLst>
          <pc:docMk/>
          <pc:sldMk cId="0" sldId="278"/>
        </pc:sldMkLst>
      </pc:sldChg>
      <pc:sldChg chg="del">
        <pc:chgData name="Marco Horvath" userId="c8f733021e31105b" providerId="LiveId" clId="{57863267-AD90-4972-9D96-ACBEE38F12D9}" dt="2026-05-01T10:32:11.943" v="3121" actId="47"/>
        <pc:sldMkLst>
          <pc:docMk/>
          <pc:sldMk cId="0" sldId="279"/>
        </pc:sldMkLst>
      </pc:sldChg>
      <pc:sldChg chg="del">
        <pc:chgData name="Marco Horvath" userId="c8f733021e31105b" providerId="LiveId" clId="{57863267-AD90-4972-9D96-ACBEE38F12D9}" dt="2026-05-01T10:32:11.912" v="3120" actId="47"/>
        <pc:sldMkLst>
          <pc:docMk/>
          <pc:sldMk cId="0" sldId="280"/>
        </pc:sldMkLst>
      </pc:sldChg>
      <pc:sldChg chg="del">
        <pc:chgData name="Marco Horvath" userId="c8f733021e31105b" providerId="LiveId" clId="{57863267-AD90-4972-9D96-ACBEE38F12D9}" dt="2026-05-01T10:32:11.654" v="3119" actId="47"/>
        <pc:sldMkLst>
          <pc:docMk/>
          <pc:sldMk cId="0" sldId="281"/>
        </pc:sldMkLst>
      </pc:sldChg>
      <pc:sldChg chg="del">
        <pc:chgData name="Marco Horvath" userId="c8f733021e31105b" providerId="LiveId" clId="{57863267-AD90-4972-9D96-ACBEE38F12D9}" dt="2026-05-01T10:32:11.630" v="3118" actId="47"/>
        <pc:sldMkLst>
          <pc:docMk/>
          <pc:sldMk cId="0" sldId="282"/>
        </pc:sldMkLst>
      </pc:sldChg>
      <pc:sldChg chg="del">
        <pc:chgData name="Marco Horvath" userId="c8f733021e31105b" providerId="LiveId" clId="{57863267-AD90-4972-9D96-ACBEE38F12D9}" dt="2026-05-01T10:32:11.590" v="3117" actId="47"/>
        <pc:sldMkLst>
          <pc:docMk/>
          <pc:sldMk cId="0" sldId="283"/>
        </pc:sldMkLst>
      </pc:sldChg>
      <pc:sldChg chg="del">
        <pc:chgData name="Marco Horvath" userId="c8f733021e31105b" providerId="LiveId" clId="{57863267-AD90-4972-9D96-ACBEE38F12D9}" dt="2026-05-01T10:32:11.177" v="3116" actId="47"/>
        <pc:sldMkLst>
          <pc:docMk/>
          <pc:sldMk cId="0" sldId="284"/>
        </pc:sldMkLst>
      </pc:sldChg>
      <pc:sldChg chg="del">
        <pc:chgData name="Marco Horvath" userId="c8f733021e31105b" providerId="LiveId" clId="{57863267-AD90-4972-9D96-ACBEE38F12D9}" dt="2026-05-01T10:32:10.905" v="3115" actId="47"/>
        <pc:sldMkLst>
          <pc:docMk/>
          <pc:sldMk cId="0" sldId="285"/>
        </pc:sldMkLst>
      </pc:sldChg>
      <pc:sldChg chg="del">
        <pc:chgData name="Marco Horvath" userId="c8f733021e31105b" providerId="LiveId" clId="{57863267-AD90-4972-9D96-ACBEE38F12D9}" dt="2026-05-01T10:32:10.804" v="3114" actId="47"/>
        <pc:sldMkLst>
          <pc:docMk/>
          <pc:sldMk cId="0" sldId="286"/>
        </pc:sldMkLst>
      </pc:sldChg>
      <pc:sldChg chg="del">
        <pc:chgData name="Marco Horvath" userId="c8f733021e31105b" providerId="LiveId" clId="{57863267-AD90-4972-9D96-ACBEE38F12D9}" dt="2026-05-01T10:32:10.659" v="3113" actId="47"/>
        <pc:sldMkLst>
          <pc:docMk/>
          <pc:sldMk cId="0" sldId="287"/>
        </pc:sldMkLst>
      </pc:sldChg>
      <pc:sldChg chg="del">
        <pc:chgData name="Marco Horvath" userId="c8f733021e31105b" providerId="LiveId" clId="{57863267-AD90-4972-9D96-ACBEE38F12D9}" dt="2026-05-01T10:32:10.522" v="3112" actId="47"/>
        <pc:sldMkLst>
          <pc:docMk/>
          <pc:sldMk cId="0" sldId="288"/>
        </pc:sldMkLst>
      </pc:sldChg>
      <pc:sldChg chg="del">
        <pc:chgData name="Marco Horvath" userId="c8f733021e31105b" providerId="LiveId" clId="{57863267-AD90-4972-9D96-ACBEE38F12D9}" dt="2026-05-01T10:32:10.397" v="3111" actId="47"/>
        <pc:sldMkLst>
          <pc:docMk/>
          <pc:sldMk cId="0" sldId="289"/>
        </pc:sldMkLst>
      </pc:sldChg>
      <pc:sldChg chg="del">
        <pc:chgData name="Marco Horvath" userId="c8f733021e31105b" providerId="LiveId" clId="{57863267-AD90-4972-9D96-ACBEE38F12D9}" dt="2026-05-01T10:32:10.238" v="3110" actId="47"/>
        <pc:sldMkLst>
          <pc:docMk/>
          <pc:sldMk cId="0" sldId="290"/>
        </pc:sldMkLst>
      </pc:sldChg>
      <pc:sldChg chg="del">
        <pc:chgData name="Marco Horvath" userId="c8f733021e31105b" providerId="LiveId" clId="{57863267-AD90-4972-9D96-ACBEE38F12D9}" dt="2026-05-01T10:32:10.083" v="3109" actId="47"/>
        <pc:sldMkLst>
          <pc:docMk/>
          <pc:sldMk cId="0" sldId="291"/>
        </pc:sldMkLst>
      </pc:sldChg>
      <pc:sldChg chg="del">
        <pc:chgData name="Marco Horvath" userId="c8f733021e31105b" providerId="LiveId" clId="{57863267-AD90-4972-9D96-ACBEE38F12D9}" dt="2026-05-01T10:32:09.930" v="3108" actId="47"/>
        <pc:sldMkLst>
          <pc:docMk/>
          <pc:sldMk cId="0" sldId="292"/>
        </pc:sldMkLst>
      </pc:sldChg>
      <pc:sldChg chg="del">
        <pc:chgData name="Marco Horvath" userId="c8f733021e31105b" providerId="LiveId" clId="{57863267-AD90-4972-9D96-ACBEE38F12D9}" dt="2026-05-01T10:32:09.574" v="3107" actId="47"/>
        <pc:sldMkLst>
          <pc:docMk/>
          <pc:sldMk cId="0" sldId="293"/>
        </pc:sldMkLst>
      </pc:sldChg>
      <pc:sldChg chg="del">
        <pc:chgData name="Marco Horvath" userId="c8f733021e31105b" providerId="LiveId" clId="{57863267-AD90-4972-9D96-ACBEE38F12D9}" dt="2026-05-01T10:32:08.412" v="3106" actId="47"/>
        <pc:sldMkLst>
          <pc:docMk/>
          <pc:sldMk cId="0" sldId="294"/>
        </pc:sldMkLst>
      </pc:sldChg>
      <pc:sldChg chg="del ord modNotes">
        <pc:chgData name="Marco Horvath" userId="c8f733021e31105b" providerId="LiveId" clId="{57863267-AD90-4972-9D96-ACBEE38F12D9}" dt="2026-05-01T10:32:08.412" v="3106" actId="47"/>
        <pc:sldMkLst>
          <pc:docMk/>
          <pc:sldMk cId="0" sldId="295"/>
        </pc:sldMkLst>
      </pc:sldChg>
      <pc:sldChg chg="addSp delSp modSp mod">
        <pc:chgData name="Marco Horvath" userId="c8f733021e31105b" providerId="LiveId" clId="{57863267-AD90-4972-9D96-ACBEE38F12D9}" dt="2026-05-01T09:34:32.618" v="575" actId="1076"/>
        <pc:sldMkLst>
          <pc:docMk/>
          <pc:sldMk cId="3658018452" sldId="296"/>
        </pc:sldMkLst>
        <pc:picChg chg="del">
          <ac:chgData name="Marco Horvath" userId="c8f733021e31105b" providerId="LiveId" clId="{57863267-AD90-4972-9D96-ACBEE38F12D9}" dt="2026-05-01T08:20:09.561" v="529" actId="478"/>
          <ac:picMkLst>
            <pc:docMk/>
            <pc:sldMk cId="3658018452" sldId="296"/>
            <ac:picMk id="3" creationId="{B09B4903-470B-69C5-3528-E25E0AAD907A}"/>
          </ac:picMkLst>
        </pc:picChg>
        <pc:picChg chg="add mod">
          <ac:chgData name="Marco Horvath" userId="c8f733021e31105b" providerId="LiveId" clId="{57863267-AD90-4972-9D96-ACBEE38F12D9}" dt="2026-05-01T09:34:32.618" v="575" actId="1076"/>
          <ac:picMkLst>
            <pc:docMk/>
            <pc:sldMk cId="3658018452" sldId="296"/>
            <ac:picMk id="4" creationId="{FAF8ECBE-EC9A-E946-C793-1F5785C8F770}"/>
          </ac:picMkLst>
        </pc:picChg>
      </pc:sldChg>
      <pc:sldChg chg="addSp delSp modSp mod">
        <pc:chgData name="Marco Horvath" userId="c8f733021e31105b" providerId="LiveId" clId="{57863267-AD90-4972-9D96-ACBEE38F12D9}" dt="2026-05-01T09:35:27.994" v="578" actId="1076"/>
        <pc:sldMkLst>
          <pc:docMk/>
          <pc:sldMk cId="3576792341" sldId="300"/>
        </pc:sldMkLst>
        <pc:picChg chg="del">
          <ac:chgData name="Marco Horvath" userId="c8f733021e31105b" providerId="LiveId" clId="{57863267-AD90-4972-9D96-ACBEE38F12D9}" dt="2026-05-01T08:20:12.001" v="530" actId="478"/>
          <ac:picMkLst>
            <pc:docMk/>
            <pc:sldMk cId="3576792341" sldId="300"/>
            <ac:picMk id="4" creationId="{12A36271-748A-BC7D-3B24-781FE43496C5}"/>
          </ac:picMkLst>
        </pc:picChg>
        <pc:picChg chg="add mod">
          <ac:chgData name="Marco Horvath" userId="c8f733021e31105b" providerId="LiveId" clId="{57863267-AD90-4972-9D96-ACBEE38F12D9}" dt="2026-05-01T09:35:27.994" v="578" actId="1076"/>
          <ac:picMkLst>
            <pc:docMk/>
            <pc:sldMk cId="3576792341" sldId="300"/>
            <ac:picMk id="5" creationId="{08693CEE-2BF1-6585-C3E7-9C5DA8819D0B}"/>
          </ac:picMkLst>
        </pc:picChg>
      </pc:sldChg>
      <pc:sldChg chg="addSp delSp modSp mod">
        <pc:chgData name="Marco Horvath" userId="c8f733021e31105b" providerId="LiveId" clId="{57863267-AD90-4972-9D96-ACBEE38F12D9}" dt="2026-05-01T09:39:08.349" v="687" actId="1076"/>
        <pc:sldMkLst>
          <pc:docMk/>
          <pc:sldMk cId="3134006214" sldId="301"/>
        </pc:sldMkLst>
        <pc:spChg chg="add mod">
          <ac:chgData name="Marco Horvath" userId="c8f733021e31105b" providerId="LiveId" clId="{57863267-AD90-4972-9D96-ACBEE38F12D9}" dt="2026-05-01T09:36:59.535" v="675" actId="20577"/>
          <ac:spMkLst>
            <pc:docMk/>
            <pc:sldMk cId="3134006214" sldId="301"/>
            <ac:spMk id="2" creationId="{1F86F872-FAB8-D242-89AC-0325671BADCC}"/>
          </ac:spMkLst>
        </pc:spChg>
        <pc:spChg chg="del mod">
          <ac:chgData name="Marco Horvath" userId="c8f733021e31105b" providerId="LiveId" clId="{57863267-AD90-4972-9D96-ACBEE38F12D9}" dt="2026-05-01T08:20:43.325" v="551"/>
          <ac:spMkLst>
            <pc:docMk/>
            <pc:sldMk cId="3134006214" sldId="301"/>
            <ac:spMk id="29" creationId="{2A0648D4-6B7A-0E39-6034-EA5CBB1971EA}"/>
          </ac:spMkLst>
        </pc:spChg>
        <pc:picChg chg="del">
          <ac:chgData name="Marco Horvath" userId="c8f733021e31105b" providerId="LiveId" clId="{57863267-AD90-4972-9D96-ACBEE38F12D9}" dt="2026-05-01T08:20:33.173" v="543" actId="478"/>
          <ac:picMkLst>
            <pc:docMk/>
            <pc:sldMk cId="3134006214" sldId="301"/>
            <ac:picMk id="5" creationId="{E378BB97-A644-273E-F190-028E661AF19C}"/>
          </ac:picMkLst>
        </pc:picChg>
        <pc:picChg chg="add mod">
          <ac:chgData name="Marco Horvath" userId="c8f733021e31105b" providerId="LiveId" clId="{57863267-AD90-4972-9D96-ACBEE38F12D9}" dt="2026-05-01T09:39:08.349" v="687" actId="1076"/>
          <ac:picMkLst>
            <pc:docMk/>
            <pc:sldMk cId="3134006214" sldId="301"/>
            <ac:picMk id="6" creationId="{49837AA3-4ABD-FA96-B958-BF166D0ED956}"/>
          </ac:picMkLst>
        </pc:picChg>
      </pc:sldChg>
      <pc:sldChg chg="addSp delSp modSp mod">
        <pc:chgData name="Marco Horvath" userId="c8f733021e31105b" providerId="LiveId" clId="{57863267-AD90-4972-9D96-ACBEE38F12D9}" dt="2026-05-01T09:41:30.634" v="754" actId="20577"/>
        <pc:sldMkLst>
          <pc:docMk/>
          <pc:sldMk cId="1294177094" sldId="302"/>
        </pc:sldMkLst>
        <pc:spChg chg="add mod">
          <ac:chgData name="Marco Horvath" userId="c8f733021e31105b" providerId="LiveId" clId="{57863267-AD90-4972-9D96-ACBEE38F12D9}" dt="2026-05-01T09:40:32.010" v="710" actId="20577"/>
          <ac:spMkLst>
            <pc:docMk/>
            <pc:sldMk cId="1294177094" sldId="302"/>
            <ac:spMk id="2" creationId="{3642720A-C98F-FFA1-4FF6-E2D4FECB24F0}"/>
          </ac:spMkLst>
        </pc:spChg>
        <pc:spChg chg="add mod">
          <ac:chgData name="Marco Horvath" userId="c8f733021e31105b" providerId="LiveId" clId="{57863267-AD90-4972-9D96-ACBEE38F12D9}" dt="2026-05-01T09:41:30.634" v="754" actId="20577"/>
          <ac:spMkLst>
            <pc:docMk/>
            <pc:sldMk cId="1294177094" sldId="302"/>
            <ac:spMk id="3" creationId="{A4FE8641-6C57-E1B3-93BA-CC31E0E5ED43}"/>
          </ac:spMkLst>
        </pc:spChg>
        <pc:spChg chg="del mod">
          <ac:chgData name="Marco Horvath" userId="c8f733021e31105b" providerId="LiveId" clId="{57863267-AD90-4972-9D96-ACBEE38F12D9}" dt="2026-05-01T08:20:50.317" v="556"/>
          <ac:spMkLst>
            <pc:docMk/>
            <pc:sldMk cId="1294177094" sldId="302"/>
            <ac:spMk id="29" creationId="{382AA484-8443-64A2-4377-F6D2DEA9FC1E}"/>
          </ac:spMkLst>
        </pc:spChg>
        <pc:picChg chg="del">
          <ac:chgData name="Marco Horvath" userId="c8f733021e31105b" providerId="LiveId" clId="{57863267-AD90-4972-9D96-ACBEE38F12D9}" dt="2026-05-01T08:20:44.841" v="552" actId="478"/>
          <ac:picMkLst>
            <pc:docMk/>
            <pc:sldMk cId="1294177094" sldId="302"/>
            <ac:picMk id="5" creationId="{A598726C-F929-FF47-3AA1-DD3ACE915932}"/>
          </ac:picMkLst>
        </pc:picChg>
      </pc:sldChg>
      <pc:sldChg chg="addSp delSp modSp mod">
        <pc:chgData name="Marco Horvath" userId="c8f733021e31105b" providerId="LiveId" clId="{57863267-AD90-4972-9D96-ACBEE38F12D9}" dt="2026-05-01T09:42:32.556" v="822" actId="20577"/>
        <pc:sldMkLst>
          <pc:docMk/>
          <pc:sldMk cId="2745146499" sldId="303"/>
        </pc:sldMkLst>
        <pc:spChg chg="add mod">
          <ac:chgData name="Marco Horvath" userId="c8f733021e31105b" providerId="LiveId" clId="{57863267-AD90-4972-9D96-ACBEE38F12D9}" dt="2026-05-01T09:41:45.654" v="767" actId="20577"/>
          <ac:spMkLst>
            <pc:docMk/>
            <pc:sldMk cId="2745146499" sldId="303"/>
            <ac:spMk id="2" creationId="{C717A0ED-37F7-9931-E958-77CFDC882E62}"/>
          </ac:spMkLst>
        </pc:spChg>
        <pc:spChg chg="add mod">
          <ac:chgData name="Marco Horvath" userId="c8f733021e31105b" providerId="LiveId" clId="{57863267-AD90-4972-9D96-ACBEE38F12D9}" dt="2026-05-01T09:42:32.556" v="822" actId="20577"/>
          <ac:spMkLst>
            <pc:docMk/>
            <pc:sldMk cId="2745146499" sldId="303"/>
            <ac:spMk id="3" creationId="{C28CEB96-B61D-9136-0B8A-7F9E860BF18A}"/>
          </ac:spMkLst>
        </pc:spChg>
        <pc:spChg chg="mod">
          <ac:chgData name="Marco Horvath" userId="c8f733021e31105b" providerId="LiveId" clId="{57863267-AD90-4972-9D96-ACBEE38F12D9}" dt="2026-05-01T08:20:52.937" v="557" actId="20577"/>
          <ac:spMkLst>
            <pc:docMk/>
            <pc:sldMk cId="2745146499" sldId="303"/>
            <ac:spMk id="29" creationId="{500CCCF5-A0E5-3D41-2692-1990938FF497}"/>
          </ac:spMkLst>
        </pc:spChg>
        <pc:picChg chg="del">
          <ac:chgData name="Marco Horvath" userId="c8f733021e31105b" providerId="LiveId" clId="{57863267-AD90-4972-9D96-ACBEE38F12D9}" dt="2026-05-01T08:20:53.867" v="558" actId="478"/>
          <ac:picMkLst>
            <pc:docMk/>
            <pc:sldMk cId="2745146499" sldId="303"/>
            <ac:picMk id="5" creationId="{054C80AB-B116-2553-375C-210E7922FEB7}"/>
          </ac:picMkLst>
        </pc:picChg>
      </pc:sldChg>
      <pc:sldChg chg="addSp delSp modSp mod">
        <pc:chgData name="Marco Horvath" userId="c8f733021e31105b" providerId="LiveId" clId="{57863267-AD90-4972-9D96-ACBEE38F12D9}" dt="2026-05-01T09:48:06.837" v="1018" actId="20577"/>
        <pc:sldMkLst>
          <pc:docMk/>
          <pc:sldMk cId="3410804326" sldId="304"/>
        </pc:sldMkLst>
        <pc:spChg chg="add mod">
          <ac:chgData name="Marco Horvath" userId="c8f733021e31105b" providerId="LiveId" clId="{57863267-AD90-4972-9D96-ACBEE38F12D9}" dt="2026-05-01T09:47:19.684" v="960"/>
          <ac:spMkLst>
            <pc:docMk/>
            <pc:sldMk cId="3410804326" sldId="304"/>
            <ac:spMk id="2" creationId="{8CEEAFD1-47BF-2D85-D3A2-79BED8687687}"/>
          </ac:spMkLst>
        </pc:spChg>
        <pc:spChg chg="add del">
          <ac:chgData name="Marco Horvath" userId="c8f733021e31105b" providerId="LiveId" clId="{57863267-AD90-4972-9D96-ACBEE38F12D9}" dt="2026-05-01T09:46:00.177" v="925" actId="22"/>
          <ac:spMkLst>
            <pc:docMk/>
            <pc:sldMk cId="3410804326" sldId="304"/>
            <ac:spMk id="5" creationId="{AD90B0F6-1180-96FE-AF92-3E4C26E5A415}"/>
          </ac:spMkLst>
        </pc:spChg>
        <pc:spChg chg="add mod">
          <ac:chgData name="Marco Horvath" userId="c8f733021e31105b" providerId="LiveId" clId="{57863267-AD90-4972-9D96-ACBEE38F12D9}" dt="2026-05-01T09:48:06.837" v="1018" actId="20577"/>
          <ac:spMkLst>
            <pc:docMk/>
            <pc:sldMk cId="3410804326" sldId="304"/>
            <ac:spMk id="6" creationId="{F6FE7362-9CB9-1CBB-6454-12B0AB185212}"/>
          </ac:spMkLst>
        </pc:spChg>
        <pc:spChg chg="del mod">
          <ac:chgData name="Marco Horvath" userId="c8f733021e31105b" providerId="LiveId" clId="{57863267-AD90-4972-9D96-ACBEE38F12D9}" dt="2026-05-01T08:21:02.323" v="565"/>
          <ac:spMkLst>
            <pc:docMk/>
            <pc:sldMk cId="3410804326" sldId="304"/>
            <ac:spMk id="29" creationId="{21ACDBE8-AECC-8460-BEA2-0008ED0D2388}"/>
          </ac:spMkLst>
        </pc:spChg>
      </pc:sldChg>
      <pc:sldChg chg="addSp delSp modSp mod">
        <pc:chgData name="Marco Horvath" userId="c8f733021e31105b" providerId="LiveId" clId="{57863267-AD90-4972-9D96-ACBEE38F12D9}" dt="2026-05-01T09:45:54.001" v="923" actId="20577"/>
        <pc:sldMkLst>
          <pc:docMk/>
          <pc:sldMk cId="3351153857" sldId="305"/>
        </pc:sldMkLst>
        <pc:spChg chg="add mod">
          <ac:chgData name="Marco Horvath" userId="c8f733021e31105b" providerId="LiveId" clId="{57863267-AD90-4972-9D96-ACBEE38F12D9}" dt="2026-05-01T09:42:42.952" v="826" actId="20577"/>
          <ac:spMkLst>
            <pc:docMk/>
            <pc:sldMk cId="3351153857" sldId="305"/>
            <ac:spMk id="2" creationId="{5EF7F8AB-060D-955D-E31A-4C835C987D53}"/>
          </ac:spMkLst>
        </pc:spChg>
        <pc:spChg chg="add mod">
          <ac:chgData name="Marco Horvath" userId="c8f733021e31105b" providerId="LiveId" clId="{57863267-AD90-4972-9D96-ACBEE38F12D9}" dt="2026-05-01T09:45:54.001" v="923" actId="20577"/>
          <ac:spMkLst>
            <pc:docMk/>
            <pc:sldMk cId="3351153857" sldId="305"/>
            <ac:spMk id="5" creationId="{9DB66D20-BFA2-0415-4BFD-BA631FDB8779}"/>
          </ac:spMkLst>
        </pc:spChg>
        <pc:spChg chg="del mod">
          <ac:chgData name="Marco Horvath" userId="c8f733021e31105b" providerId="LiveId" clId="{57863267-AD90-4972-9D96-ACBEE38F12D9}" dt="2026-05-01T08:20:58.071" v="562"/>
          <ac:spMkLst>
            <pc:docMk/>
            <pc:sldMk cId="3351153857" sldId="305"/>
            <ac:spMk id="29" creationId="{BE3DE71D-DFA4-5775-4F29-B437BEE3FB4E}"/>
          </ac:spMkLst>
        </pc:spChg>
        <pc:picChg chg="del">
          <ac:chgData name="Marco Horvath" userId="c8f733021e31105b" providerId="LiveId" clId="{57863267-AD90-4972-9D96-ACBEE38F12D9}" dt="2026-05-01T08:20:55.386" v="559" actId="478"/>
          <ac:picMkLst>
            <pc:docMk/>
            <pc:sldMk cId="3351153857" sldId="305"/>
            <ac:picMk id="3" creationId="{094C0BEC-95CF-17F5-C610-BD42F498F0E3}"/>
          </ac:picMkLst>
        </pc:picChg>
      </pc:sldChg>
      <pc:sldChg chg="addSp delSp modSp mod">
        <pc:chgData name="Marco Horvath" userId="c8f733021e31105b" providerId="LiveId" clId="{57863267-AD90-4972-9D96-ACBEE38F12D9}" dt="2026-05-01T09:37:48.946" v="678" actId="1076"/>
        <pc:sldMkLst>
          <pc:docMk/>
          <pc:sldMk cId="727757589" sldId="306"/>
        </pc:sldMkLst>
        <pc:spChg chg="mod">
          <ac:chgData name="Marco Horvath" userId="c8f733021e31105b" providerId="LiveId" clId="{57863267-AD90-4972-9D96-ACBEE38F12D9}" dt="2026-05-01T09:35:41.175" v="592" actId="20577"/>
          <ac:spMkLst>
            <pc:docMk/>
            <pc:sldMk cId="727757589" sldId="306"/>
            <ac:spMk id="2" creationId="{5062E624-2E14-E491-0D1E-1624D0965541}"/>
          </ac:spMkLst>
        </pc:spChg>
        <pc:spChg chg="del mod">
          <ac:chgData name="Marco Horvath" userId="c8f733021e31105b" providerId="LiveId" clId="{57863267-AD90-4972-9D96-ACBEE38F12D9}" dt="2026-05-01T08:20:22.774" v="535"/>
          <ac:spMkLst>
            <pc:docMk/>
            <pc:sldMk cId="727757589" sldId="306"/>
            <ac:spMk id="17" creationId="{33D703BE-4852-F48D-41AF-52AC10CDD1A4}"/>
          </ac:spMkLst>
        </pc:spChg>
        <pc:picChg chg="add mod">
          <ac:chgData name="Marco Horvath" userId="c8f733021e31105b" providerId="LiveId" clId="{57863267-AD90-4972-9D96-ACBEE38F12D9}" dt="2026-05-01T09:37:48.946" v="678" actId="1076"/>
          <ac:picMkLst>
            <pc:docMk/>
            <pc:sldMk cId="727757589" sldId="306"/>
            <ac:picMk id="4" creationId="{30BDA52F-CC02-1CC0-09D9-7B00B5E18223}"/>
          </ac:picMkLst>
        </pc:picChg>
        <pc:picChg chg="del">
          <ac:chgData name="Marco Horvath" userId="c8f733021e31105b" providerId="LiveId" clId="{57863267-AD90-4972-9D96-ACBEE38F12D9}" dt="2026-05-01T08:20:18.276" v="531" actId="478"/>
          <ac:picMkLst>
            <pc:docMk/>
            <pc:sldMk cId="727757589" sldId="306"/>
            <ac:picMk id="27" creationId="{33F3E5AE-676F-838A-1087-3A10EDCB1757}"/>
          </ac:picMkLst>
        </pc:picChg>
      </pc:sldChg>
      <pc:sldChg chg="addSp delSp modSp mod">
        <pc:chgData name="Marco Horvath" userId="c8f733021e31105b" providerId="LiveId" clId="{57863267-AD90-4972-9D96-ACBEE38F12D9}" dt="2026-05-01T09:38:24.618" v="681" actId="1076"/>
        <pc:sldMkLst>
          <pc:docMk/>
          <pc:sldMk cId="1554457944" sldId="307"/>
        </pc:sldMkLst>
        <pc:spChg chg="mod">
          <ac:chgData name="Marco Horvath" userId="c8f733021e31105b" providerId="LiveId" clId="{57863267-AD90-4972-9D96-ACBEE38F12D9}" dt="2026-05-01T09:36:34.201" v="633"/>
          <ac:spMkLst>
            <pc:docMk/>
            <pc:sldMk cId="1554457944" sldId="307"/>
            <ac:spMk id="2" creationId="{5524F08D-C10B-F4A3-714E-0BE8592955F0}"/>
          </ac:spMkLst>
        </pc:spChg>
        <pc:spChg chg="del mod">
          <ac:chgData name="Marco Horvath" userId="c8f733021e31105b" providerId="LiveId" clId="{57863267-AD90-4972-9D96-ACBEE38F12D9}" dt="2026-05-01T08:20:27.049" v="539"/>
          <ac:spMkLst>
            <pc:docMk/>
            <pc:sldMk cId="1554457944" sldId="307"/>
            <ac:spMk id="15" creationId="{92DAA728-346B-B59D-04AE-3D18B59D3A58}"/>
          </ac:spMkLst>
        </pc:spChg>
        <pc:picChg chg="add del">
          <ac:chgData name="Marco Horvath" userId="c8f733021e31105b" providerId="LiveId" clId="{57863267-AD90-4972-9D96-ACBEE38F12D9}" dt="2026-05-01T09:35:53.770" v="594" actId="22"/>
          <ac:picMkLst>
            <pc:docMk/>
            <pc:sldMk cId="1554457944" sldId="307"/>
            <ac:picMk id="4" creationId="{9067C566-780D-F83C-C65E-6B436B7E4FC1}"/>
          </ac:picMkLst>
        </pc:picChg>
        <pc:picChg chg="add mod">
          <ac:chgData name="Marco Horvath" userId="c8f733021e31105b" providerId="LiveId" clId="{57863267-AD90-4972-9D96-ACBEE38F12D9}" dt="2026-05-01T09:38:24.618" v="681" actId="1076"/>
          <ac:picMkLst>
            <pc:docMk/>
            <pc:sldMk cId="1554457944" sldId="307"/>
            <ac:picMk id="6" creationId="{9D3FF00D-6027-A3D4-FB18-895C469BC1E1}"/>
          </ac:picMkLst>
        </pc:picChg>
      </pc:sldChg>
      <pc:sldChg chg="addSp delSp modSp mod">
        <pc:chgData name="Marco Horvath" userId="c8f733021e31105b" providerId="LiveId" clId="{57863267-AD90-4972-9D96-ACBEE38F12D9}" dt="2026-05-01T09:38:44.582" v="684" actId="1076"/>
        <pc:sldMkLst>
          <pc:docMk/>
          <pc:sldMk cId="3822576554" sldId="308"/>
        </pc:sldMkLst>
        <pc:spChg chg="mod">
          <ac:chgData name="Marco Horvath" userId="c8f733021e31105b" providerId="LiveId" clId="{57863267-AD90-4972-9D96-ACBEE38F12D9}" dt="2026-05-01T09:36:45.442" v="663" actId="20577"/>
          <ac:spMkLst>
            <pc:docMk/>
            <pc:sldMk cId="3822576554" sldId="308"/>
            <ac:spMk id="2" creationId="{EFB831FC-FAF5-515B-F648-619C65DD19A7}"/>
          </ac:spMkLst>
        </pc:spChg>
        <pc:picChg chg="add mod">
          <ac:chgData name="Marco Horvath" userId="c8f733021e31105b" providerId="LiveId" clId="{57863267-AD90-4972-9D96-ACBEE38F12D9}" dt="2026-05-01T09:38:44.582" v="684" actId="1076"/>
          <ac:picMkLst>
            <pc:docMk/>
            <pc:sldMk cId="3822576554" sldId="308"/>
            <ac:picMk id="4" creationId="{492D54EC-50EE-2B43-EF38-AD74CEAC36B6}"/>
          </ac:picMkLst>
        </pc:picChg>
        <pc:picChg chg="del mod">
          <ac:chgData name="Marco Horvath" userId="c8f733021e31105b" providerId="LiveId" clId="{57863267-AD90-4972-9D96-ACBEE38F12D9}" dt="2026-05-01T08:20:27.962" v="541" actId="478"/>
          <ac:picMkLst>
            <pc:docMk/>
            <pc:sldMk cId="3822576554" sldId="308"/>
            <ac:picMk id="16" creationId="{BCB5BC7D-918C-ED22-8D5B-CFF5606C6092}"/>
          </ac:picMkLst>
        </pc:picChg>
      </pc:sldChg>
      <pc:sldChg chg="add del">
        <pc:chgData name="Marco Horvath" userId="c8f733021e31105b" providerId="LiveId" clId="{57863267-AD90-4972-9D96-ACBEE38F12D9}" dt="2026-05-01T10:32:19.682" v="3150" actId="47"/>
        <pc:sldMkLst>
          <pc:docMk/>
          <pc:sldMk cId="4132589866" sldId="309"/>
        </pc:sldMkLst>
      </pc:sldChg>
      <pc:sldChg chg="add del">
        <pc:chgData name="Marco Horvath" userId="c8f733021e31105b" providerId="LiveId" clId="{57863267-AD90-4972-9D96-ACBEE38F12D9}" dt="2026-05-01T10:32:19.243" v="3149" actId="47"/>
        <pc:sldMkLst>
          <pc:docMk/>
          <pc:sldMk cId="1864330002" sldId="310"/>
        </pc:sldMkLst>
      </pc:sldChg>
      <pc:sldChg chg="add del">
        <pc:chgData name="Marco Horvath" userId="c8f733021e31105b" providerId="LiveId" clId="{57863267-AD90-4972-9D96-ACBEE38F12D9}" dt="2026-05-01T10:32:19.069" v="3148" actId="47"/>
        <pc:sldMkLst>
          <pc:docMk/>
          <pc:sldMk cId="449367853" sldId="311"/>
        </pc:sldMkLst>
      </pc:sldChg>
      <pc:sldChg chg="add del">
        <pc:chgData name="Marco Horvath" userId="c8f733021e31105b" providerId="LiveId" clId="{57863267-AD90-4972-9D96-ACBEE38F12D9}" dt="2026-05-01T10:32:18.699" v="3147" actId="47"/>
        <pc:sldMkLst>
          <pc:docMk/>
          <pc:sldMk cId="3684677321" sldId="312"/>
        </pc:sldMkLst>
      </pc:sldChg>
      <pc:sldChg chg="add del">
        <pc:chgData name="Marco Horvath" userId="c8f733021e31105b" providerId="LiveId" clId="{57863267-AD90-4972-9D96-ACBEE38F12D9}" dt="2026-05-01T10:32:18.531" v="3146" actId="47"/>
        <pc:sldMkLst>
          <pc:docMk/>
          <pc:sldMk cId="2929523718" sldId="313"/>
        </pc:sldMkLst>
      </pc:sldChg>
      <pc:sldChg chg="add del">
        <pc:chgData name="Marco Horvath" userId="c8f733021e31105b" providerId="LiveId" clId="{57863267-AD90-4972-9D96-ACBEE38F12D9}" dt="2026-05-01T10:32:18.322" v="3145" actId="47"/>
        <pc:sldMkLst>
          <pc:docMk/>
          <pc:sldMk cId="3939787820" sldId="314"/>
        </pc:sldMkLst>
      </pc:sldChg>
      <pc:sldChg chg="add del">
        <pc:chgData name="Marco Horvath" userId="c8f733021e31105b" providerId="LiveId" clId="{57863267-AD90-4972-9D96-ACBEE38F12D9}" dt="2026-05-01T10:32:18.090" v="3144" actId="47"/>
        <pc:sldMkLst>
          <pc:docMk/>
          <pc:sldMk cId="773230920" sldId="315"/>
        </pc:sldMkLst>
      </pc:sldChg>
      <pc:sldChg chg="add del">
        <pc:chgData name="Marco Horvath" userId="c8f733021e31105b" providerId="LiveId" clId="{57863267-AD90-4972-9D96-ACBEE38F12D9}" dt="2026-05-01T10:32:17.779" v="3143" actId="47"/>
        <pc:sldMkLst>
          <pc:docMk/>
          <pc:sldMk cId="4276491803" sldId="316"/>
        </pc:sldMkLst>
      </pc:sldChg>
      <pc:sldChg chg="add del">
        <pc:chgData name="Marco Horvath" userId="c8f733021e31105b" providerId="LiveId" clId="{57863267-AD90-4972-9D96-ACBEE38F12D9}" dt="2026-05-01T10:32:17.453" v="3142" actId="47"/>
        <pc:sldMkLst>
          <pc:docMk/>
          <pc:sldMk cId="3182320667" sldId="317"/>
        </pc:sldMkLst>
      </pc:sldChg>
      <pc:sldChg chg="add del">
        <pc:chgData name="Marco Horvath" userId="c8f733021e31105b" providerId="LiveId" clId="{57863267-AD90-4972-9D96-ACBEE38F12D9}" dt="2026-05-01T10:32:17.202" v="3141" actId="47"/>
        <pc:sldMkLst>
          <pc:docMk/>
          <pc:sldMk cId="2453234796" sldId="318"/>
        </pc:sldMkLst>
      </pc:sldChg>
      <pc:sldChg chg="add del">
        <pc:chgData name="Marco Horvath" userId="c8f733021e31105b" providerId="LiveId" clId="{57863267-AD90-4972-9D96-ACBEE38F12D9}" dt="2026-05-01T10:32:16.827" v="3140" actId="47"/>
        <pc:sldMkLst>
          <pc:docMk/>
          <pc:sldMk cId="2731924925" sldId="319"/>
        </pc:sldMkLst>
      </pc:sldChg>
      <pc:sldChg chg="add del">
        <pc:chgData name="Marco Horvath" userId="c8f733021e31105b" providerId="LiveId" clId="{57863267-AD90-4972-9D96-ACBEE38F12D9}" dt="2026-05-01T10:32:16.450" v="3139" actId="47"/>
        <pc:sldMkLst>
          <pc:docMk/>
          <pc:sldMk cId="1531264220" sldId="320"/>
        </pc:sldMkLst>
      </pc:sldChg>
      <pc:sldChg chg="modSp add mod">
        <pc:chgData name="Marco Horvath" userId="c8f733021e31105b" providerId="LiveId" clId="{57863267-AD90-4972-9D96-ACBEE38F12D9}" dt="2026-05-01T09:49:43.604" v="1097" actId="20577"/>
        <pc:sldMkLst>
          <pc:docMk/>
          <pc:sldMk cId="2496555252" sldId="321"/>
        </pc:sldMkLst>
        <pc:spChg chg="mod">
          <ac:chgData name="Marco Horvath" userId="c8f733021e31105b" providerId="LiveId" clId="{57863267-AD90-4972-9D96-ACBEE38F12D9}" dt="2026-05-01T09:48:45.427" v="1021" actId="20577"/>
          <ac:spMkLst>
            <pc:docMk/>
            <pc:sldMk cId="2496555252" sldId="321"/>
            <ac:spMk id="2" creationId="{76A7DC5C-D704-BCC8-1589-38D149470BE3}"/>
          </ac:spMkLst>
        </pc:spChg>
        <pc:spChg chg="mod">
          <ac:chgData name="Marco Horvath" userId="c8f733021e31105b" providerId="LiveId" clId="{57863267-AD90-4972-9D96-ACBEE38F12D9}" dt="2026-05-01T09:49:43.604" v="1097" actId="20577"/>
          <ac:spMkLst>
            <pc:docMk/>
            <pc:sldMk cId="2496555252" sldId="321"/>
            <ac:spMk id="6" creationId="{88699472-C614-99A3-6211-6FACF5AA3E8F}"/>
          </ac:spMkLst>
        </pc:spChg>
      </pc:sldChg>
      <pc:sldChg chg="modSp add mod">
        <pc:chgData name="Marco Horvath" userId="c8f733021e31105b" providerId="LiveId" clId="{57863267-AD90-4972-9D96-ACBEE38F12D9}" dt="2026-05-01T09:51:22.320" v="1148" actId="20577"/>
        <pc:sldMkLst>
          <pc:docMk/>
          <pc:sldMk cId="2240598286" sldId="322"/>
        </pc:sldMkLst>
        <pc:spChg chg="mod">
          <ac:chgData name="Marco Horvath" userId="c8f733021e31105b" providerId="LiveId" clId="{57863267-AD90-4972-9D96-ACBEE38F12D9}" dt="2026-05-01T09:49:59.424" v="1099"/>
          <ac:spMkLst>
            <pc:docMk/>
            <pc:sldMk cId="2240598286" sldId="322"/>
            <ac:spMk id="2" creationId="{CD248469-9ADD-23D3-7A26-D7657AD88DE1}"/>
          </ac:spMkLst>
        </pc:spChg>
        <pc:spChg chg="mod">
          <ac:chgData name="Marco Horvath" userId="c8f733021e31105b" providerId="LiveId" clId="{57863267-AD90-4972-9D96-ACBEE38F12D9}" dt="2026-05-01T09:51:22.320" v="1148" actId="20577"/>
          <ac:spMkLst>
            <pc:docMk/>
            <pc:sldMk cId="2240598286" sldId="322"/>
            <ac:spMk id="6" creationId="{23F863E5-16A5-05D3-DE6E-3FCB6F367F9E}"/>
          </ac:spMkLst>
        </pc:spChg>
      </pc:sldChg>
      <pc:sldChg chg="modSp add mod">
        <pc:chgData name="Marco Horvath" userId="c8f733021e31105b" providerId="LiveId" clId="{57863267-AD90-4972-9D96-ACBEE38F12D9}" dt="2026-05-01T09:52:31.859" v="1195" actId="20577"/>
        <pc:sldMkLst>
          <pc:docMk/>
          <pc:sldMk cId="3737051120" sldId="323"/>
        </pc:sldMkLst>
        <pc:spChg chg="mod">
          <ac:chgData name="Marco Horvath" userId="c8f733021e31105b" providerId="LiveId" clId="{57863267-AD90-4972-9D96-ACBEE38F12D9}" dt="2026-05-01T09:51:42.465" v="1154" actId="20577"/>
          <ac:spMkLst>
            <pc:docMk/>
            <pc:sldMk cId="3737051120" sldId="323"/>
            <ac:spMk id="2" creationId="{94E6B660-DC1F-4132-7035-1740F7814367}"/>
          </ac:spMkLst>
        </pc:spChg>
        <pc:spChg chg="mod">
          <ac:chgData name="Marco Horvath" userId="c8f733021e31105b" providerId="LiveId" clId="{57863267-AD90-4972-9D96-ACBEE38F12D9}" dt="2026-05-01T09:52:31.859" v="1195" actId="20577"/>
          <ac:spMkLst>
            <pc:docMk/>
            <pc:sldMk cId="3737051120" sldId="323"/>
            <ac:spMk id="6" creationId="{E2A95896-8D9A-7B9C-33B9-8A869F6FAB55}"/>
          </ac:spMkLst>
        </pc:spChg>
      </pc:sldChg>
      <pc:sldChg chg="modSp add mod">
        <pc:chgData name="Marco Horvath" userId="c8f733021e31105b" providerId="LiveId" clId="{57863267-AD90-4972-9D96-ACBEE38F12D9}" dt="2026-05-01T09:55:34.742" v="1288" actId="20577"/>
        <pc:sldMkLst>
          <pc:docMk/>
          <pc:sldMk cId="1440902488" sldId="324"/>
        </pc:sldMkLst>
        <pc:spChg chg="mod">
          <ac:chgData name="Marco Horvath" userId="c8f733021e31105b" providerId="LiveId" clId="{57863267-AD90-4972-9D96-ACBEE38F12D9}" dt="2026-05-01T09:53:13.311" v="1198" actId="20577"/>
          <ac:spMkLst>
            <pc:docMk/>
            <pc:sldMk cId="1440902488" sldId="324"/>
            <ac:spMk id="2" creationId="{3F4030CA-EE59-0081-3F00-60B63964B37C}"/>
          </ac:spMkLst>
        </pc:spChg>
        <pc:spChg chg="mod">
          <ac:chgData name="Marco Horvath" userId="c8f733021e31105b" providerId="LiveId" clId="{57863267-AD90-4972-9D96-ACBEE38F12D9}" dt="2026-05-01T09:55:34.742" v="1288" actId="20577"/>
          <ac:spMkLst>
            <pc:docMk/>
            <pc:sldMk cId="1440902488" sldId="324"/>
            <ac:spMk id="6" creationId="{811129EF-1B33-F617-183D-7328C7034A7D}"/>
          </ac:spMkLst>
        </pc:spChg>
      </pc:sldChg>
      <pc:sldChg chg="modSp add mod">
        <pc:chgData name="Marco Horvath" userId="c8f733021e31105b" providerId="LiveId" clId="{57863267-AD90-4972-9D96-ACBEE38F12D9}" dt="2026-05-01T09:56:22.838" v="1353" actId="20577"/>
        <pc:sldMkLst>
          <pc:docMk/>
          <pc:sldMk cId="2470819729" sldId="325"/>
        </pc:sldMkLst>
        <pc:spChg chg="mod">
          <ac:chgData name="Marco Horvath" userId="c8f733021e31105b" providerId="LiveId" clId="{57863267-AD90-4972-9D96-ACBEE38F12D9}" dt="2026-05-01T09:55:40.438" v="1297" actId="20577"/>
          <ac:spMkLst>
            <pc:docMk/>
            <pc:sldMk cId="2470819729" sldId="325"/>
            <ac:spMk id="2" creationId="{39323817-72BE-F1A4-9C9C-907D89F08351}"/>
          </ac:spMkLst>
        </pc:spChg>
        <pc:spChg chg="mod">
          <ac:chgData name="Marco Horvath" userId="c8f733021e31105b" providerId="LiveId" clId="{57863267-AD90-4972-9D96-ACBEE38F12D9}" dt="2026-05-01T09:56:22.838" v="1353" actId="20577"/>
          <ac:spMkLst>
            <pc:docMk/>
            <pc:sldMk cId="2470819729" sldId="325"/>
            <ac:spMk id="6" creationId="{2E08F066-4FBC-20C6-E39C-BD83CD4CD33F}"/>
          </ac:spMkLst>
        </pc:spChg>
      </pc:sldChg>
      <pc:sldChg chg="modSp add mod">
        <pc:chgData name="Marco Horvath" userId="c8f733021e31105b" providerId="LiveId" clId="{57863267-AD90-4972-9D96-ACBEE38F12D9}" dt="2026-05-01T09:59:51.995" v="1422" actId="20577"/>
        <pc:sldMkLst>
          <pc:docMk/>
          <pc:sldMk cId="2910400327" sldId="326"/>
        </pc:sldMkLst>
        <pc:spChg chg="mod">
          <ac:chgData name="Marco Horvath" userId="c8f733021e31105b" providerId="LiveId" clId="{57863267-AD90-4972-9D96-ACBEE38F12D9}" dt="2026-05-01T09:57:11.180" v="1373" actId="20577"/>
          <ac:spMkLst>
            <pc:docMk/>
            <pc:sldMk cId="2910400327" sldId="326"/>
            <ac:spMk id="2" creationId="{857A811B-BC4D-8FE9-16F6-C0EE3CC0E3B6}"/>
          </ac:spMkLst>
        </pc:spChg>
        <pc:spChg chg="mod">
          <ac:chgData name="Marco Horvath" userId="c8f733021e31105b" providerId="LiveId" clId="{57863267-AD90-4972-9D96-ACBEE38F12D9}" dt="2026-05-01T09:59:51.995" v="1422" actId="20577"/>
          <ac:spMkLst>
            <pc:docMk/>
            <pc:sldMk cId="2910400327" sldId="326"/>
            <ac:spMk id="6" creationId="{5320598E-F6ED-66C8-2044-E6023F072857}"/>
          </ac:spMkLst>
        </pc:spChg>
      </pc:sldChg>
      <pc:sldChg chg="modSp add mod">
        <pc:chgData name="Marco Horvath" userId="c8f733021e31105b" providerId="LiveId" clId="{57863267-AD90-4972-9D96-ACBEE38F12D9}" dt="2026-05-01T10:01:30.217" v="1539" actId="20577"/>
        <pc:sldMkLst>
          <pc:docMk/>
          <pc:sldMk cId="3832886801" sldId="327"/>
        </pc:sldMkLst>
        <pc:spChg chg="mod">
          <ac:chgData name="Marco Horvath" userId="c8f733021e31105b" providerId="LiveId" clId="{57863267-AD90-4972-9D96-ACBEE38F12D9}" dt="2026-05-01T09:59:59.014" v="1425" actId="20577"/>
          <ac:spMkLst>
            <pc:docMk/>
            <pc:sldMk cId="3832886801" sldId="327"/>
            <ac:spMk id="2" creationId="{21699BAE-4FA4-453F-3795-E2BBC40F749C}"/>
          </ac:spMkLst>
        </pc:spChg>
        <pc:spChg chg="mod">
          <ac:chgData name="Marco Horvath" userId="c8f733021e31105b" providerId="LiveId" clId="{57863267-AD90-4972-9D96-ACBEE38F12D9}" dt="2026-05-01T10:01:30.217" v="1539" actId="20577"/>
          <ac:spMkLst>
            <pc:docMk/>
            <pc:sldMk cId="3832886801" sldId="327"/>
            <ac:spMk id="6" creationId="{8D3A40C8-ECF2-9FFA-A054-250BC484ACF0}"/>
          </ac:spMkLst>
        </pc:spChg>
      </pc:sldChg>
      <pc:sldChg chg="new del">
        <pc:chgData name="Marco Horvath" userId="c8f733021e31105b" providerId="LiveId" clId="{57863267-AD90-4972-9D96-ACBEE38F12D9}" dt="2026-05-01T10:32:19.996" v="3151" actId="47"/>
        <pc:sldMkLst>
          <pc:docMk/>
          <pc:sldMk cId="953475302" sldId="328"/>
        </pc:sldMkLst>
      </pc:sldChg>
      <pc:sldChg chg="modSp add mod">
        <pc:chgData name="Marco Horvath" userId="c8f733021e31105b" providerId="LiveId" clId="{57863267-AD90-4972-9D96-ACBEE38F12D9}" dt="2026-05-01T10:02:52.853" v="1603" actId="20577"/>
        <pc:sldMkLst>
          <pc:docMk/>
          <pc:sldMk cId="2313011377" sldId="329"/>
        </pc:sldMkLst>
        <pc:spChg chg="mod">
          <ac:chgData name="Marco Horvath" userId="c8f733021e31105b" providerId="LiveId" clId="{57863267-AD90-4972-9D96-ACBEE38F12D9}" dt="2026-05-01T10:02:15.625" v="1543" actId="20577"/>
          <ac:spMkLst>
            <pc:docMk/>
            <pc:sldMk cId="2313011377" sldId="329"/>
            <ac:spMk id="2" creationId="{3ECE23C8-B58B-B042-B8A7-A7338E20DD29}"/>
          </ac:spMkLst>
        </pc:spChg>
        <pc:spChg chg="mod">
          <ac:chgData name="Marco Horvath" userId="c8f733021e31105b" providerId="LiveId" clId="{57863267-AD90-4972-9D96-ACBEE38F12D9}" dt="2026-05-01T10:02:52.853" v="1603" actId="20577"/>
          <ac:spMkLst>
            <pc:docMk/>
            <pc:sldMk cId="2313011377" sldId="329"/>
            <ac:spMk id="6" creationId="{D7F3486A-3ED6-65B9-7421-9C6041E23994}"/>
          </ac:spMkLst>
        </pc:spChg>
      </pc:sldChg>
      <pc:sldChg chg="modSp add mod">
        <pc:chgData name="Marco Horvath" userId="c8f733021e31105b" providerId="LiveId" clId="{57863267-AD90-4972-9D96-ACBEE38F12D9}" dt="2026-05-01T10:06:39.653" v="1715" actId="5793"/>
        <pc:sldMkLst>
          <pc:docMk/>
          <pc:sldMk cId="1652886154" sldId="330"/>
        </pc:sldMkLst>
        <pc:spChg chg="mod">
          <ac:chgData name="Marco Horvath" userId="c8f733021e31105b" providerId="LiveId" clId="{57863267-AD90-4972-9D96-ACBEE38F12D9}" dt="2026-05-01T10:05:25.773" v="1607" actId="20577"/>
          <ac:spMkLst>
            <pc:docMk/>
            <pc:sldMk cId="1652886154" sldId="330"/>
            <ac:spMk id="2" creationId="{B2526F53-54A0-6A46-5512-567263C1AD74}"/>
          </ac:spMkLst>
        </pc:spChg>
        <pc:spChg chg="mod">
          <ac:chgData name="Marco Horvath" userId="c8f733021e31105b" providerId="LiveId" clId="{57863267-AD90-4972-9D96-ACBEE38F12D9}" dt="2026-05-01T10:06:39.653" v="1715" actId="5793"/>
          <ac:spMkLst>
            <pc:docMk/>
            <pc:sldMk cId="1652886154" sldId="330"/>
            <ac:spMk id="6" creationId="{8D0DB49B-AA50-041F-274E-5BCCB51D99F7}"/>
          </ac:spMkLst>
        </pc:spChg>
      </pc:sldChg>
      <pc:sldChg chg="modSp add mod">
        <pc:chgData name="Marco Horvath" userId="c8f733021e31105b" providerId="LiveId" clId="{57863267-AD90-4972-9D96-ACBEE38F12D9}" dt="2026-05-01T10:10:34.992" v="1834" actId="20577"/>
        <pc:sldMkLst>
          <pc:docMk/>
          <pc:sldMk cId="3274715953" sldId="331"/>
        </pc:sldMkLst>
        <pc:spChg chg="mod">
          <ac:chgData name="Marco Horvath" userId="c8f733021e31105b" providerId="LiveId" clId="{57863267-AD90-4972-9D96-ACBEE38F12D9}" dt="2026-05-01T10:06:50.425" v="1726" actId="20577"/>
          <ac:spMkLst>
            <pc:docMk/>
            <pc:sldMk cId="3274715953" sldId="331"/>
            <ac:spMk id="2" creationId="{3A248C82-047A-C0DE-7AC1-ED7BC5FD92DB}"/>
          </ac:spMkLst>
        </pc:spChg>
        <pc:spChg chg="mod">
          <ac:chgData name="Marco Horvath" userId="c8f733021e31105b" providerId="LiveId" clId="{57863267-AD90-4972-9D96-ACBEE38F12D9}" dt="2026-05-01T10:10:34.992" v="1834" actId="20577"/>
          <ac:spMkLst>
            <pc:docMk/>
            <pc:sldMk cId="3274715953" sldId="331"/>
            <ac:spMk id="6" creationId="{8D337729-6BFE-8837-CFDA-1C4D8C1BCC90}"/>
          </ac:spMkLst>
        </pc:spChg>
      </pc:sldChg>
      <pc:sldChg chg="modSp add mod">
        <pc:chgData name="Marco Horvath" userId="c8f733021e31105b" providerId="LiveId" clId="{57863267-AD90-4972-9D96-ACBEE38F12D9}" dt="2026-05-01T10:12:05.136" v="1979" actId="20577"/>
        <pc:sldMkLst>
          <pc:docMk/>
          <pc:sldMk cId="172910042" sldId="332"/>
        </pc:sldMkLst>
        <pc:spChg chg="mod">
          <ac:chgData name="Marco Horvath" userId="c8f733021e31105b" providerId="LiveId" clId="{57863267-AD90-4972-9D96-ACBEE38F12D9}" dt="2026-05-01T10:10:43.748" v="1847" actId="20577"/>
          <ac:spMkLst>
            <pc:docMk/>
            <pc:sldMk cId="172910042" sldId="332"/>
            <ac:spMk id="2" creationId="{D7F0A91C-BE6D-C1D9-CBDD-B968DA4FB6D8}"/>
          </ac:spMkLst>
        </pc:spChg>
        <pc:spChg chg="mod">
          <ac:chgData name="Marco Horvath" userId="c8f733021e31105b" providerId="LiveId" clId="{57863267-AD90-4972-9D96-ACBEE38F12D9}" dt="2026-05-01T10:12:05.136" v="1979" actId="20577"/>
          <ac:spMkLst>
            <pc:docMk/>
            <pc:sldMk cId="172910042" sldId="332"/>
            <ac:spMk id="6" creationId="{174D8B19-541B-0501-D7AA-11B07298D652}"/>
          </ac:spMkLst>
        </pc:spChg>
      </pc:sldChg>
      <pc:sldChg chg="modSp add mod">
        <pc:chgData name="Marco Horvath" userId="c8f733021e31105b" providerId="LiveId" clId="{57863267-AD90-4972-9D96-ACBEE38F12D9}" dt="2026-05-01T10:13:14.647" v="2060" actId="20577"/>
        <pc:sldMkLst>
          <pc:docMk/>
          <pc:sldMk cId="2277782281" sldId="333"/>
        </pc:sldMkLst>
        <pc:spChg chg="mod">
          <ac:chgData name="Marco Horvath" userId="c8f733021e31105b" providerId="LiveId" clId="{57863267-AD90-4972-9D96-ACBEE38F12D9}" dt="2026-05-01T10:12:11.843" v="1982" actId="20577"/>
          <ac:spMkLst>
            <pc:docMk/>
            <pc:sldMk cId="2277782281" sldId="333"/>
            <ac:spMk id="2" creationId="{4E4E20E9-3A4F-A0F5-D236-7C7C0EF60A0A}"/>
          </ac:spMkLst>
        </pc:spChg>
        <pc:spChg chg="mod">
          <ac:chgData name="Marco Horvath" userId="c8f733021e31105b" providerId="LiveId" clId="{57863267-AD90-4972-9D96-ACBEE38F12D9}" dt="2026-05-01T10:13:14.647" v="2060" actId="20577"/>
          <ac:spMkLst>
            <pc:docMk/>
            <pc:sldMk cId="2277782281" sldId="333"/>
            <ac:spMk id="6" creationId="{A51EB1AA-42C4-790C-1296-6690C60F2449}"/>
          </ac:spMkLst>
        </pc:spChg>
      </pc:sldChg>
      <pc:sldChg chg="modSp add mod">
        <pc:chgData name="Marco Horvath" userId="c8f733021e31105b" providerId="LiveId" clId="{57863267-AD90-4972-9D96-ACBEE38F12D9}" dt="2026-05-01T10:14:22.449" v="2150" actId="20577"/>
        <pc:sldMkLst>
          <pc:docMk/>
          <pc:sldMk cId="543001818" sldId="334"/>
        </pc:sldMkLst>
        <pc:spChg chg="mod">
          <ac:chgData name="Marco Horvath" userId="c8f733021e31105b" providerId="LiveId" clId="{57863267-AD90-4972-9D96-ACBEE38F12D9}" dt="2026-05-01T10:13:29.536" v="2079" actId="20577"/>
          <ac:spMkLst>
            <pc:docMk/>
            <pc:sldMk cId="543001818" sldId="334"/>
            <ac:spMk id="2" creationId="{933EB658-6693-7834-004D-F947B30CD0D3}"/>
          </ac:spMkLst>
        </pc:spChg>
        <pc:spChg chg="mod">
          <ac:chgData name="Marco Horvath" userId="c8f733021e31105b" providerId="LiveId" clId="{57863267-AD90-4972-9D96-ACBEE38F12D9}" dt="2026-05-01T10:14:22.449" v="2150" actId="20577"/>
          <ac:spMkLst>
            <pc:docMk/>
            <pc:sldMk cId="543001818" sldId="334"/>
            <ac:spMk id="6" creationId="{35296068-37B4-F60B-B268-035A68B8612A}"/>
          </ac:spMkLst>
        </pc:spChg>
      </pc:sldChg>
      <pc:sldChg chg="modSp add mod">
        <pc:chgData name="Marco Horvath" userId="c8f733021e31105b" providerId="LiveId" clId="{57863267-AD90-4972-9D96-ACBEE38F12D9}" dt="2026-05-01T10:16:48.437" v="2206" actId="20577"/>
        <pc:sldMkLst>
          <pc:docMk/>
          <pc:sldMk cId="1290355246" sldId="335"/>
        </pc:sldMkLst>
        <pc:spChg chg="mod">
          <ac:chgData name="Marco Horvath" userId="c8f733021e31105b" providerId="LiveId" clId="{57863267-AD90-4972-9D96-ACBEE38F12D9}" dt="2026-05-01T10:15:45.651" v="2154" actId="20577"/>
          <ac:spMkLst>
            <pc:docMk/>
            <pc:sldMk cId="1290355246" sldId="335"/>
            <ac:spMk id="2" creationId="{902736F5-5B4A-46E6-49DF-4E0FB4047CE4}"/>
          </ac:spMkLst>
        </pc:spChg>
        <pc:spChg chg="mod">
          <ac:chgData name="Marco Horvath" userId="c8f733021e31105b" providerId="LiveId" clId="{57863267-AD90-4972-9D96-ACBEE38F12D9}" dt="2026-05-01T10:16:48.437" v="2206" actId="20577"/>
          <ac:spMkLst>
            <pc:docMk/>
            <pc:sldMk cId="1290355246" sldId="335"/>
            <ac:spMk id="6" creationId="{D3761A9B-2252-4F17-1669-918FF2B0206E}"/>
          </ac:spMkLst>
        </pc:spChg>
      </pc:sldChg>
      <pc:sldChg chg="modSp add mod">
        <pc:chgData name="Marco Horvath" userId="c8f733021e31105b" providerId="LiveId" clId="{57863267-AD90-4972-9D96-ACBEE38F12D9}" dt="2026-05-01T10:18:07.914" v="2320" actId="20577"/>
        <pc:sldMkLst>
          <pc:docMk/>
          <pc:sldMk cId="2624550136" sldId="336"/>
        </pc:sldMkLst>
        <pc:spChg chg="mod">
          <ac:chgData name="Marco Horvath" userId="c8f733021e31105b" providerId="LiveId" clId="{57863267-AD90-4972-9D96-ACBEE38F12D9}" dt="2026-05-01T10:17:09.576" v="2242" actId="20577"/>
          <ac:spMkLst>
            <pc:docMk/>
            <pc:sldMk cId="2624550136" sldId="336"/>
            <ac:spMk id="2" creationId="{70A6D1E5-F1D1-2991-1318-CBCACA2498EB}"/>
          </ac:spMkLst>
        </pc:spChg>
        <pc:spChg chg="mod">
          <ac:chgData name="Marco Horvath" userId="c8f733021e31105b" providerId="LiveId" clId="{57863267-AD90-4972-9D96-ACBEE38F12D9}" dt="2026-05-01T10:18:07.914" v="2320" actId="20577"/>
          <ac:spMkLst>
            <pc:docMk/>
            <pc:sldMk cId="2624550136" sldId="336"/>
            <ac:spMk id="6" creationId="{A93DCEC7-767C-E31B-CB67-49B903B3E581}"/>
          </ac:spMkLst>
        </pc:spChg>
      </pc:sldChg>
      <pc:sldChg chg="modSp add mod">
        <pc:chgData name="Marco Horvath" userId="c8f733021e31105b" providerId="LiveId" clId="{57863267-AD90-4972-9D96-ACBEE38F12D9}" dt="2026-05-01T10:19:44.512" v="2425" actId="20577"/>
        <pc:sldMkLst>
          <pc:docMk/>
          <pc:sldMk cId="1237183962" sldId="337"/>
        </pc:sldMkLst>
        <pc:spChg chg="mod">
          <ac:chgData name="Marco Horvath" userId="c8f733021e31105b" providerId="LiveId" clId="{57863267-AD90-4972-9D96-ACBEE38F12D9}" dt="2026-05-01T10:18:18.941" v="2331" actId="20577"/>
          <ac:spMkLst>
            <pc:docMk/>
            <pc:sldMk cId="1237183962" sldId="337"/>
            <ac:spMk id="2" creationId="{D4288B3B-7FFC-1E81-4633-154D2900687E}"/>
          </ac:spMkLst>
        </pc:spChg>
        <pc:spChg chg="mod">
          <ac:chgData name="Marco Horvath" userId="c8f733021e31105b" providerId="LiveId" clId="{57863267-AD90-4972-9D96-ACBEE38F12D9}" dt="2026-05-01T10:19:44.512" v="2425" actId="20577"/>
          <ac:spMkLst>
            <pc:docMk/>
            <pc:sldMk cId="1237183962" sldId="337"/>
            <ac:spMk id="6" creationId="{16A0760B-CF8E-4AC2-1DA6-9A3F3D6707F6}"/>
          </ac:spMkLst>
        </pc:spChg>
      </pc:sldChg>
      <pc:sldChg chg="modSp add mod">
        <pc:chgData name="Marco Horvath" userId="c8f733021e31105b" providerId="LiveId" clId="{57863267-AD90-4972-9D96-ACBEE38F12D9}" dt="2026-05-01T10:21:26.351" v="2536" actId="20577"/>
        <pc:sldMkLst>
          <pc:docMk/>
          <pc:sldMk cId="1475226243" sldId="338"/>
        </pc:sldMkLst>
        <pc:spChg chg="mod">
          <ac:chgData name="Marco Horvath" userId="c8f733021e31105b" providerId="LiveId" clId="{57863267-AD90-4972-9D96-ACBEE38F12D9}" dt="2026-05-01T10:20:09.012" v="2449" actId="20577"/>
          <ac:spMkLst>
            <pc:docMk/>
            <pc:sldMk cId="1475226243" sldId="338"/>
            <ac:spMk id="2" creationId="{6991681B-1A11-AD09-BBB7-3E13CD7416B2}"/>
          </ac:spMkLst>
        </pc:spChg>
        <pc:spChg chg="mod">
          <ac:chgData name="Marco Horvath" userId="c8f733021e31105b" providerId="LiveId" clId="{57863267-AD90-4972-9D96-ACBEE38F12D9}" dt="2026-05-01T10:21:26.351" v="2536" actId="20577"/>
          <ac:spMkLst>
            <pc:docMk/>
            <pc:sldMk cId="1475226243" sldId="338"/>
            <ac:spMk id="6" creationId="{1236CFC7-1361-BFBC-DF46-18CAE2AB903D}"/>
          </ac:spMkLst>
        </pc:spChg>
      </pc:sldChg>
      <pc:sldChg chg="modSp add mod">
        <pc:chgData name="Marco Horvath" userId="c8f733021e31105b" providerId="LiveId" clId="{57863267-AD90-4972-9D96-ACBEE38F12D9}" dt="2026-05-01T10:23:42.881" v="2700" actId="20577"/>
        <pc:sldMkLst>
          <pc:docMk/>
          <pc:sldMk cId="1977300798" sldId="339"/>
        </pc:sldMkLst>
        <pc:spChg chg="mod">
          <ac:chgData name="Marco Horvath" userId="c8f733021e31105b" providerId="LiveId" clId="{57863267-AD90-4972-9D96-ACBEE38F12D9}" dt="2026-05-01T10:21:41.196" v="2540" actId="20577"/>
          <ac:spMkLst>
            <pc:docMk/>
            <pc:sldMk cId="1977300798" sldId="339"/>
            <ac:spMk id="2" creationId="{919E06BE-D0F6-2BBD-7D93-AF83A5CE3EA9}"/>
          </ac:spMkLst>
        </pc:spChg>
        <pc:spChg chg="mod">
          <ac:chgData name="Marco Horvath" userId="c8f733021e31105b" providerId="LiveId" clId="{57863267-AD90-4972-9D96-ACBEE38F12D9}" dt="2026-05-01T10:23:42.881" v="2700" actId="20577"/>
          <ac:spMkLst>
            <pc:docMk/>
            <pc:sldMk cId="1977300798" sldId="339"/>
            <ac:spMk id="6" creationId="{65D9C107-3998-E63A-4137-BE027C692AEE}"/>
          </ac:spMkLst>
        </pc:spChg>
      </pc:sldChg>
      <pc:sldChg chg="modSp add mod">
        <pc:chgData name="Marco Horvath" userId="c8f733021e31105b" providerId="LiveId" clId="{57863267-AD90-4972-9D96-ACBEE38F12D9}" dt="2026-05-01T10:26:01.812" v="2781" actId="20577"/>
        <pc:sldMkLst>
          <pc:docMk/>
          <pc:sldMk cId="3570794624" sldId="340"/>
        </pc:sldMkLst>
        <pc:spChg chg="mod">
          <ac:chgData name="Marco Horvath" userId="c8f733021e31105b" providerId="LiveId" clId="{57863267-AD90-4972-9D96-ACBEE38F12D9}" dt="2026-05-01T10:23:52.983" v="2715" actId="20577"/>
          <ac:spMkLst>
            <pc:docMk/>
            <pc:sldMk cId="3570794624" sldId="340"/>
            <ac:spMk id="2" creationId="{1BC229DF-DC53-416D-E40E-AA9BC8951508}"/>
          </ac:spMkLst>
        </pc:spChg>
        <pc:spChg chg="mod">
          <ac:chgData name="Marco Horvath" userId="c8f733021e31105b" providerId="LiveId" clId="{57863267-AD90-4972-9D96-ACBEE38F12D9}" dt="2026-05-01T10:26:01.812" v="2781" actId="20577"/>
          <ac:spMkLst>
            <pc:docMk/>
            <pc:sldMk cId="3570794624" sldId="340"/>
            <ac:spMk id="6" creationId="{F505DDD4-D904-BB2D-EEE2-DFA79BAC5DC0}"/>
          </ac:spMkLst>
        </pc:spChg>
      </pc:sldChg>
      <pc:sldChg chg="modSp add mod">
        <pc:chgData name="Marco Horvath" userId="c8f733021e31105b" providerId="LiveId" clId="{57863267-AD90-4972-9D96-ACBEE38F12D9}" dt="2026-05-01T10:27:30.801" v="2861" actId="20577"/>
        <pc:sldMkLst>
          <pc:docMk/>
          <pc:sldMk cId="3005734996" sldId="341"/>
        </pc:sldMkLst>
        <pc:spChg chg="mod">
          <ac:chgData name="Marco Horvath" userId="c8f733021e31105b" providerId="LiveId" clId="{57863267-AD90-4972-9D96-ACBEE38F12D9}" dt="2026-05-01T10:26:45.935" v="2800" actId="20577"/>
          <ac:spMkLst>
            <pc:docMk/>
            <pc:sldMk cId="3005734996" sldId="341"/>
            <ac:spMk id="2" creationId="{592A394E-36C7-A7BE-14B4-83ADC8FF0A6D}"/>
          </ac:spMkLst>
        </pc:spChg>
        <pc:spChg chg="mod">
          <ac:chgData name="Marco Horvath" userId="c8f733021e31105b" providerId="LiveId" clId="{57863267-AD90-4972-9D96-ACBEE38F12D9}" dt="2026-05-01T10:27:30.801" v="2861" actId="20577"/>
          <ac:spMkLst>
            <pc:docMk/>
            <pc:sldMk cId="3005734996" sldId="341"/>
            <ac:spMk id="6" creationId="{375E5635-F61E-14BE-3D00-0E3E9B941E0D}"/>
          </ac:spMkLst>
        </pc:spChg>
      </pc:sldChg>
      <pc:sldChg chg="modSp add mod">
        <pc:chgData name="Marco Horvath" userId="c8f733021e31105b" providerId="LiveId" clId="{57863267-AD90-4972-9D96-ACBEE38F12D9}" dt="2026-05-01T10:29:17.879" v="2965" actId="20577"/>
        <pc:sldMkLst>
          <pc:docMk/>
          <pc:sldMk cId="610865346" sldId="342"/>
        </pc:sldMkLst>
        <pc:spChg chg="mod">
          <ac:chgData name="Marco Horvath" userId="c8f733021e31105b" providerId="LiveId" clId="{57863267-AD90-4972-9D96-ACBEE38F12D9}" dt="2026-05-01T10:27:45.122" v="2865" actId="20577"/>
          <ac:spMkLst>
            <pc:docMk/>
            <pc:sldMk cId="610865346" sldId="342"/>
            <ac:spMk id="2" creationId="{83019FB7-C449-D543-B7D5-5175945FFA16}"/>
          </ac:spMkLst>
        </pc:spChg>
        <pc:spChg chg="mod">
          <ac:chgData name="Marco Horvath" userId="c8f733021e31105b" providerId="LiveId" clId="{57863267-AD90-4972-9D96-ACBEE38F12D9}" dt="2026-05-01T10:29:17.879" v="2965" actId="20577"/>
          <ac:spMkLst>
            <pc:docMk/>
            <pc:sldMk cId="610865346" sldId="342"/>
            <ac:spMk id="6" creationId="{0FFA6D9C-F095-1DEC-8EF3-919DFC7FF506}"/>
          </ac:spMkLst>
        </pc:spChg>
      </pc:sldChg>
      <pc:sldChg chg="modSp add mod">
        <pc:chgData name="Marco Horvath" userId="c8f733021e31105b" providerId="LiveId" clId="{57863267-AD90-4972-9D96-ACBEE38F12D9}" dt="2026-05-01T10:31:08.418" v="3092" actId="20577"/>
        <pc:sldMkLst>
          <pc:docMk/>
          <pc:sldMk cId="1880564163" sldId="343"/>
        </pc:sldMkLst>
        <pc:spChg chg="mod">
          <ac:chgData name="Marco Horvath" userId="c8f733021e31105b" providerId="LiveId" clId="{57863267-AD90-4972-9D96-ACBEE38F12D9}" dt="2026-05-01T10:30:25.653" v="2989" actId="20577"/>
          <ac:spMkLst>
            <pc:docMk/>
            <pc:sldMk cId="1880564163" sldId="343"/>
            <ac:spMk id="2" creationId="{289E52F2-D170-96C3-EB6F-F2DAA8CD1ECD}"/>
          </ac:spMkLst>
        </pc:spChg>
        <pc:spChg chg="mod">
          <ac:chgData name="Marco Horvath" userId="c8f733021e31105b" providerId="LiveId" clId="{57863267-AD90-4972-9D96-ACBEE38F12D9}" dt="2026-05-01T10:31:08.418" v="3092" actId="20577"/>
          <ac:spMkLst>
            <pc:docMk/>
            <pc:sldMk cId="1880564163" sldId="343"/>
            <ac:spMk id="6" creationId="{80A3FC1B-96FC-0E59-20F2-7327477C1603}"/>
          </ac:spMkLst>
        </pc:spChg>
      </pc:sldChg>
      <pc:sldChg chg="modSp add del mod">
        <pc:chgData name="Marco Horvath" userId="c8f733021e31105b" providerId="LiveId" clId="{57863267-AD90-4972-9D96-ACBEE38F12D9}" dt="2026-05-01T10:32:22.704" v="3160" actId="47"/>
        <pc:sldMkLst>
          <pc:docMk/>
          <pc:sldMk cId="3855453677" sldId="344"/>
        </pc:sldMkLst>
        <pc:spChg chg="mod">
          <ac:chgData name="Marco Horvath" userId="c8f733021e31105b" providerId="LiveId" clId="{57863267-AD90-4972-9D96-ACBEE38F12D9}" dt="2026-05-01T10:31:21.851" v="3095" actId="20577"/>
          <ac:spMkLst>
            <pc:docMk/>
            <pc:sldMk cId="3855453677" sldId="344"/>
            <ac:spMk id="2" creationId="{06648623-D407-4DB0-947E-922EF5A06F7C}"/>
          </ac:spMkLst>
        </pc:spChg>
        <pc:spChg chg="mod">
          <ac:chgData name="Marco Horvath" userId="c8f733021e31105b" providerId="LiveId" clId="{57863267-AD90-4972-9D96-ACBEE38F12D9}" dt="2026-05-01T10:31:20.031" v="3094" actId="20577"/>
          <ac:spMkLst>
            <pc:docMk/>
            <pc:sldMk cId="3855453677" sldId="344"/>
            <ac:spMk id="6" creationId="{91D3B8D2-08F1-10B6-AF86-232313EB7A39}"/>
          </ac:spMkLst>
        </pc:spChg>
      </pc:sldChg>
      <pc:sldChg chg="add del">
        <pc:chgData name="Marco Horvath" userId="c8f733021e31105b" providerId="LiveId" clId="{57863267-AD90-4972-9D96-ACBEE38F12D9}" dt="2026-05-01T10:32:22.072" v="3159" actId="47"/>
        <pc:sldMkLst>
          <pc:docMk/>
          <pc:sldMk cId="1692945649" sldId="345"/>
        </pc:sldMkLst>
      </pc:sldChg>
      <pc:sldChg chg="add del">
        <pc:chgData name="Marco Horvath" userId="c8f733021e31105b" providerId="LiveId" clId="{57863267-AD90-4972-9D96-ACBEE38F12D9}" dt="2026-05-01T10:32:21.741" v="3158" actId="47"/>
        <pc:sldMkLst>
          <pc:docMk/>
          <pc:sldMk cId="3554795223" sldId="346"/>
        </pc:sldMkLst>
      </pc:sldChg>
      <pc:sldChg chg="add del">
        <pc:chgData name="Marco Horvath" userId="c8f733021e31105b" providerId="LiveId" clId="{57863267-AD90-4972-9D96-ACBEE38F12D9}" dt="2026-05-01T10:32:21.438" v="3157" actId="47"/>
        <pc:sldMkLst>
          <pc:docMk/>
          <pc:sldMk cId="2933002970" sldId="347"/>
        </pc:sldMkLst>
      </pc:sldChg>
      <pc:sldChg chg="add del">
        <pc:chgData name="Marco Horvath" userId="c8f733021e31105b" providerId="LiveId" clId="{57863267-AD90-4972-9D96-ACBEE38F12D9}" dt="2026-05-01T10:32:21.258" v="3156" actId="47"/>
        <pc:sldMkLst>
          <pc:docMk/>
          <pc:sldMk cId="2123322951" sldId="348"/>
        </pc:sldMkLst>
      </pc:sldChg>
      <pc:sldChg chg="add del">
        <pc:chgData name="Marco Horvath" userId="c8f733021e31105b" providerId="LiveId" clId="{57863267-AD90-4972-9D96-ACBEE38F12D9}" dt="2026-05-01T10:32:21.098" v="3155" actId="47"/>
        <pc:sldMkLst>
          <pc:docMk/>
          <pc:sldMk cId="333252499" sldId="349"/>
        </pc:sldMkLst>
      </pc:sldChg>
      <pc:sldChg chg="add del">
        <pc:chgData name="Marco Horvath" userId="c8f733021e31105b" providerId="LiveId" clId="{57863267-AD90-4972-9D96-ACBEE38F12D9}" dt="2026-05-01T10:32:20.771" v="3154" actId="47"/>
        <pc:sldMkLst>
          <pc:docMk/>
          <pc:sldMk cId="1035988184" sldId="350"/>
        </pc:sldMkLst>
      </pc:sldChg>
      <pc:sldChg chg="add del">
        <pc:chgData name="Marco Horvath" userId="c8f733021e31105b" providerId="LiveId" clId="{57863267-AD90-4972-9D96-ACBEE38F12D9}" dt="2026-05-01T10:32:20.567" v="3153" actId="47"/>
        <pc:sldMkLst>
          <pc:docMk/>
          <pc:sldMk cId="1101557052" sldId="351"/>
        </pc:sldMkLst>
      </pc:sldChg>
      <pc:sldChg chg="add del">
        <pc:chgData name="Marco Horvath" userId="c8f733021e31105b" providerId="LiveId" clId="{57863267-AD90-4972-9D96-ACBEE38F12D9}" dt="2026-05-01T10:32:20.225" v="3152" actId="47"/>
        <pc:sldMkLst>
          <pc:docMk/>
          <pc:sldMk cId="2049804200" sldId="352"/>
        </pc:sldMkLst>
      </pc:sldChg>
      <pc:sldMasterChg chg="delSldLayout">
        <pc:chgData name="Marco Horvath" userId="c8f733021e31105b" providerId="LiveId" clId="{57863267-AD90-4972-9D96-ACBEE38F12D9}" dt="2026-05-01T10:32:15.519" v="3138" actId="47"/>
        <pc:sldMasterMkLst>
          <pc:docMk/>
          <pc:sldMasterMk cId="0" sldId="2147483674"/>
        </pc:sldMasterMkLst>
        <pc:sldLayoutChg chg="del">
          <pc:chgData name="Marco Horvath" userId="c8f733021e31105b" providerId="LiveId" clId="{57863267-AD90-4972-9D96-ACBEE38F12D9}" dt="2026-05-01T10:32:14.915" v="3137" actId="47"/>
          <pc:sldLayoutMkLst>
            <pc:docMk/>
            <pc:sldMasterMk cId="0" sldId="2147483674"/>
            <pc:sldLayoutMk cId="0" sldId="2147483651"/>
          </pc:sldLayoutMkLst>
        </pc:sldLayoutChg>
        <pc:sldLayoutChg chg="del">
          <pc:chgData name="Marco Horvath" userId="c8f733021e31105b" providerId="LiveId" clId="{57863267-AD90-4972-9D96-ACBEE38F12D9}" dt="2026-05-01T10:32:13.607" v="3133" actId="47"/>
          <pc:sldLayoutMkLst>
            <pc:docMk/>
            <pc:sldMasterMk cId="0" sldId="2147483674"/>
            <pc:sldLayoutMk cId="0" sldId="2147483652"/>
          </pc:sldLayoutMkLst>
        </pc:sldLayoutChg>
        <pc:sldLayoutChg chg="del">
          <pc:chgData name="Marco Horvath" userId="c8f733021e31105b" providerId="LiveId" clId="{57863267-AD90-4972-9D96-ACBEE38F12D9}" dt="2026-05-01T10:32:13.752" v="3134" actId="47"/>
          <pc:sldLayoutMkLst>
            <pc:docMk/>
            <pc:sldMasterMk cId="0" sldId="2147483674"/>
            <pc:sldLayoutMk cId="0" sldId="2147483657"/>
          </pc:sldLayoutMkLst>
        </pc:sldLayoutChg>
        <pc:sldLayoutChg chg="del">
          <pc:chgData name="Marco Horvath" userId="c8f733021e31105b" providerId="LiveId" clId="{57863267-AD90-4972-9D96-ACBEE38F12D9}" dt="2026-05-01T10:32:13.477" v="3132" actId="47"/>
          <pc:sldLayoutMkLst>
            <pc:docMk/>
            <pc:sldMasterMk cId="0" sldId="2147483674"/>
            <pc:sldLayoutMk cId="0" sldId="2147483660"/>
          </pc:sldLayoutMkLst>
        </pc:sldLayoutChg>
        <pc:sldLayoutChg chg="del">
          <pc:chgData name="Marco Horvath" userId="c8f733021e31105b" providerId="LiveId" clId="{57863267-AD90-4972-9D96-ACBEE38F12D9}" dt="2026-05-01T10:32:13.367" v="3131" actId="47"/>
          <pc:sldLayoutMkLst>
            <pc:docMk/>
            <pc:sldMasterMk cId="0" sldId="2147483674"/>
            <pc:sldLayoutMk cId="0" sldId="2147483661"/>
          </pc:sldLayoutMkLst>
        </pc:sldLayoutChg>
        <pc:sldLayoutChg chg="del">
          <pc:chgData name="Marco Horvath" userId="c8f733021e31105b" providerId="LiveId" clId="{57863267-AD90-4972-9D96-ACBEE38F12D9}" dt="2026-05-01T10:32:12.967" v="3128" actId="47"/>
          <pc:sldLayoutMkLst>
            <pc:docMk/>
            <pc:sldMasterMk cId="0" sldId="2147483674"/>
            <pc:sldLayoutMk cId="0" sldId="2147483662"/>
          </pc:sldLayoutMkLst>
        </pc:sldLayoutChg>
        <pc:sldLayoutChg chg="del">
          <pc:chgData name="Marco Horvath" userId="c8f733021e31105b" providerId="LiveId" clId="{57863267-AD90-4972-9D96-ACBEE38F12D9}" dt="2026-05-01T10:32:12.055" v="3124" actId="47"/>
          <pc:sldLayoutMkLst>
            <pc:docMk/>
            <pc:sldMasterMk cId="0" sldId="2147483674"/>
            <pc:sldLayoutMk cId="0" sldId="2147483663"/>
          </pc:sldLayoutMkLst>
        </pc:sldLayoutChg>
        <pc:sldLayoutChg chg="del">
          <pc:chgData name="Marco Horvath" userId="c8f733021e31105b" providerId="LiveId" clId="{57863267-AD90-4972-9D96-ACBEE38F12D9}" dt="2026-05-01T10:32:12.024" v="3123" actId="47"/>
          <pc:sldLayoutMkLst>
            <pc:docMk/>
            <pc:sldMasterMk cId="0" sldId="2147483674"/>
            <pc:sldLayoutMk cId="0" sldId="2147483664"/>
          </pc:sldLayoutMkLst>
        </pc:sldLayoutChg>
        <pc:sldLayoutChg chg="del">
          <pc:chgData name="Marco Horvath" userId="c8f733021e31105b" providerId="LiveId" clId="{57863267-AD90-4972-9D96-ACBEE38F12D9}" dt="2026-05-01T10:32:15.519" v="3138" actId="47"/>
          <pc:sldLayoutMkLst>
            <pc:docMk/>
            <pc:sldMasterMk cId="0" sldId="2147483674"/>
            <pc:sldLayoutMk cId="0" sldId="2147483665"/>
          </pc:sldLayoutMkLst>
        </pc:sldLayoutChg>
        <pc:sldLayoutChg chg="del">
          <pc:chgData name="Marco Horvath" userId="c8f733021e31105b" providerId="LiveId" clId="{57863267-AD90-4972-9D96-ACBEE38F12D9}" dt="2026-05-01T10:32:14.696" v="3136" actId="47"/>
          <pc:sldLayoutMkLst>
            <pc:docMk/>
            <pc:sldMasterMk cId="0" sldId="2147483674"/>
            <pc:sldLayoutMk cId="0" sldId="2147483666"/>
          </pc:sldLayoutMkLst>
        </pc:sldLayoutChg>
        <pc:sldLayoutChg chg="del">
          <pc:chgData name="Marco Horvath" userId="c8f733021e31105b" providerId="LiveId" clId="{57863267-AD90-4972-9D96-ACBEE38F12D9}" dt="2026-05-01T10:32:14.178" v="3135" actId="47"/>
          <pc:sldLayoutMkLst>
            <pc:docMk/>
            <pc:sldMasterMk cId="0" sldId="2147483674"/>
            <pc:sldLayoutMk cId="0" sldId="2147483668"/>
          </pc:sldLayoutMkLst>
        </pc:sldLayoutChg>
        <pc:sldLayoutChg chg="del">
          <pc:chgData name="Marco Horvath" userId="c8f733021e31105b" providerId="LiveId" clId="{57863267-AD90-4972-9D96-ACBEE38F12D9}" dt="2026-05-01T10:32:12.102" v="3125" actId="47"/>
          <pc:sldLayoutMkLst>
            <pc:docMk/>
            <pc:sldMasterMk cId="0" sldId="2147483674"/>
            <pc:sldLayoutMk cId="0" sldId="2147483669"/>
          </pc:sldLayoutMkLst>
        </pc:sldLayoutChg>
      </pc:sldMasterChg>
      <pc:sldMasterChg chg="del delSldLayout">
        <pc:chgData name="Marco Horvath" userId="c8f733021e31105b" providerId="LiveId" clId="{57863267-AD90-4972-9D96-ACBEE38F12D9}" dt="2026-05-01T10:32:11.983" v="3122" actId="47"/>
        <pc:sldMasterMkLst>
          <pc:docMk/>
          <pc:sldMasterMk cId="0" sldId="2147483675"/>
        </pc:sldMasterMkLst>
        <pc:sldLayoutChg chg="del">
          <pc:chgData name="Marco Horvath" userId="c8f733021e31105b" providerId="LiveId" clId="{57863267-AD90-4972-9D96-ACBEE38F12D9}" dt="2026-05-01T10:32:11.590" v="3117" actId="47"/>
          <pc:sldLayoutMkLst>
            <pc:docMk/>
            <pc:sldMasterMk cId="0" sldId="2147483675"/>
            <pc:sldLayoutMk cId="0" sldId="2147483672"/>
          </pc:sldLayoutMkLst>
        </pc:sldLayoutChg>
        <pc:sldLayoutChg chg="del">
          <pc:chgData name="Marco Horvath" userId="c8f733021e31105b" providerId="LiveId" clId="{57863267-AD90-4972-9D96-ACBEE38F12D9}" dt="2026-05-01T10:32:11.983" v="3122" actId="47"/>
          <pc:sldLayoutMkLst>
            <pc:docMk/>
            <pc:sldMasterMk cId="0" sldId="2147483675"/>
            <pc:sldLayoutMk cId="0" sldId="214748367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4E8BDC1-E92E-B13A-D615-4A0F8C9EA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31E52269-B0EB-18DC-DE39-A3AD36B12C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EA8583D1-DDD1-30DB-C33B-B02E3FAAB6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35083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F55C097-A133-A9AE-16D6-208E0AF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66D746DD-8D1F-7682-B62B-AE526BAA1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31C9FE06-AA21-B300-87C5-2741E21A85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8938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C21BC014-31C6-88A8-2CDB-B86EB1342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31594064-7B1B-99D9-0727-3A7DC83E76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24CEE079-C57D-B44D-BEB5-17BEDD4DA3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50279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72D9A29E-6A99-7116-D663-7934B6FFB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187736AE-FD8E-2E1B-8AB7-0BC3DDABCD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42E41CDC-7484-1223-D556-033ED723C1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29128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8BD3EC2-7B7B-BB6E-1B16-3951DEDB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8D13918B-24E2-569B-2A71-99C89F45B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3ED8838C-B832-181C-BBA4-71F964AD2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82392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F307EB2C-8E7A-6CAE-B70F-EB6208841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6F5617AA-FB32-2A68-566C-B74A0A6755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2B82B374-128F-16AB-2073-3744695724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33952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3B6C3004-ADEE-D845-0C33-0AC078619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2246B320-6975-A8C4-5D99-4A4949FF9D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83D3525B-8425-2C06-1A2F-D440E9D37B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67173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5ABB90A6-DAC4-8C47-AEE4-D2443E232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1AE21C68-7325-E2D7-348C-2079AC3EDF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55ACA8FC-9F19-D254-6229-6402462B9C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24218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7CC3B746-E058-9628-0798-9C0004727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91BE01D7-F9B6-B0C9-690F-A10D0C1604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3205F2A3-6053-3C84-15FB-6A2B6263CD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10848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E9195569-3BE6-C1C8-3A1E-23DC08EB2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48360C2C-64E2-5806-2F28-89046A399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1B2169DA-0106-2DC8-F7CD-A2F1261840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41835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7DA9AD3F-E9A5-1BF3-0564-F30FCE58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653CE5DD-3FE1-D2F2-F028-201C5A8AD6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C14E4026-A8BE-638C-E86A-B511F169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12267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B03E5826-40C3-1E47-57A1-2968CD9CA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20D6E870-3254-7A66-075F-B7A1841AB1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98480BEA-84E0-FFFF-4E40-065CFC6EA8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76363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A9B0C724-F742-67BC-B7F6-26195C45B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6AFD22DF-3BF7-8DCF-79FC-863EEF4885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C6A564EE-879A-FB95-DA12-1102D6A17A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34259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2E7A76F0-89A5-E311-7632-E824DE18B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910B716E-3575-0565-BE5E-A929BCC17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787B0495-DB69-CE8A-B2D6-F47B28A6F0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88081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6AC677C7-7546-9375-2BCD-1A807EA63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364D9E06-8447-85DD-8FEE-39E1AAE358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EFA516BB-FE29-A2FD-80B4-ACF2507492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62356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DCB198E9-33B4-9027-B7B3-337F38D6A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F7C237BA-F632-4502-190D-7261F9764B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E746B3E0-429E-D186-78ED-814D0E6C4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59879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56CDA247-CA0A-CA97-CBE4-67C58B3E9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BAD00F7A-AC8F-6A16-3804-80C525F79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0F794E63-4171-7C19-A501-C344DFB749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02462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5226B7EC-3DCD-AFF3-DBCA-6B57AD375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31591850-C0DC-9D0D-B8B9-B7E242291E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FD38A5FC-04A3-EABE-DF35-DC86E5756C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364551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6498DA16-6865-9734-8D46-1B0D2E1DA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5914CD97-29A0-6593-B880-D110FC298C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F1DD04E0-CD02-674C-3B47-3F58BF76A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79184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526FA5DF-38A4-8F4B-9689-FF0A11951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A03A512E-2321-BB54-F62D-277E5D435A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8B71D820-B1DC-B641-0D28-C7EBB8227E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89772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FE209CFC-6330-4336-694A-81BD881D5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839912AE-2EE8-321D-7CAD-D7067A58C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6F47CD01-5B71-920C-1C2A-026F72D35E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22251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86A384B3-7FA4-F599-904C-E715ECA72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1493450C-F79E-E115-C45B-A7E200B130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90971772-4443-2012-BE25-03D1DAA6D1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09629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7CD96D05-9EC3-B77E-0DC2-DE03665F3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91C64BFF-F06A-1FC5-A080-D7B91D8D44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12A7FFA8-69DF-5184-72BD-C7446EA4CD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61349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CFC40D2F-2C2E-4CFF-ACDB-ABAD95D00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2C841626-6DE7-FADF-618A-9020FC5F0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0632C074-D5FB-A8EC-CCBC-A697AD8029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60004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A44EC184-B0DE-4C86-D24B-DD46394DD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7B55DCA9-B621-8599-7E02-A31C20DF0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4214399A-18BD-4EA9-665D-544A601063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996644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771752A5-6A92-DAA0-7B29-FD9C77EEC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34DBC727-2DE2-53B9-70B8-4E315A16B9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516C7411-FCA9-2978-99A2-12CE1DB60D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71610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1DF07398-B1B0-34A5-BA54-F3ED5EE3A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0699C4EE-310D-BD40-1D6B-28005A8E07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6B0EC4E0-6BB5-47B4-7B42-25ACE8FA11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61598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4894748E-D57B-E276-3D66-9587EE7C3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8AA1975F-40F8-0211-1445-A4B38B87B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8010A4E2-44B2-CFD2-A851-33ED1CAEA6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68526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61750B79-4A7D-5469-DD55-2DF14D469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6D019D70-EE44-BF01-A982-3FF1CBE860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7821973A-BAF9-A069-2B84-715E968B2F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577358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39199018-430D-FDDB-C265-5D0931952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9ABB7C52-F953-39D4-3B88-56A9F9A40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FA24CEBC-7BF5-F4A9-B9FC-F6343E7FEE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48492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4F975AD4-0CA2-2AEA-15C2-E316C048B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C5B3CC9B-3D97-DE9B-C15A-6AF6D90DD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AC290C49-A64B-766E-AC4D-FBCC37A76B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42160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>
          <a:extLst>
            <a:ext uri="{FF2B5EF4-FFF2-40B4-BE49-F238E27FC236}">
              <a16:creationId xmlns:a16="http://schemas.microsoft.com/office/drawing/2014/main" id="{F2D4AA14-D250-C57A-4FA1-4B406A40D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d431007ba2_0_215:notes">
            <a:extLst>
              <a:ext uri="{FF2B5EF4-FFF2-40B4-BE49-F238E27FC236}">
                <a16:creationId xmlns:a16="http://schemas.microsoft.com/office/drawing/2014/main" id="{FEEDBF29-35B3-5DC6-61F3-F50359CEA0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d431007ba2_0_215:notes">
            <a:extLst>
              <a:ext uri="{FF2B5EF4-FFF2-40B4-BE49-F238E27FC236}">
                <a16:creationId xmlns:a16="http://schemas.microsoft.com/office/drawing/2014/main" id="{1936EFF2-3A2F-E12B-BEEA-C4716FE264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5589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2205375"/>
            <a:ext cx="5257800" cy="161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>
                <a:solidFill>
                  <a:srgbClr val="24116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885650"/>
            <a:ext cx="3690600" cy="468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4727801" cy="225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4047175" y="2388500"/>
            <a:ext cx="4383600" cy="162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4047175" y="1438750"/>
            <a:ext cx="1230300" cy="88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pic>
        <p:nvPicPr>
          <p:cNvPr id="15" name="Google Shape;15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4416200" y="2886625"/>
            <a:ext cx="4727801" cy="225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811975" y="829350"/>
            <a:ext cx="3993300" cy="98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subTitle" idx="1"/>
          </p:nvPr>
        </p:nvSpPr>
        <p:spPr>
          <a:xfrm>
            <a:off x="811975" y="1878550"/>
            <a:ext cx="39933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>
            <a:spLocks noGrp="1"/>
          </p:cNvSpPr>
          <p:nvPr>
            <p:ph type="pic" idx="2"/>
          </p:nvPr>
        </p:nvSpPr>
        <p:spPr>
          <a:xfrm>
            <a:off x="5088475" y="770400"/>
            <a:ext cx="3081600" cy="3602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hu-HU"/>
          </a:p>
        </p:txBody>
      </p:sp>
      <p:grpSp>
        <p:nvGrpSpPr>
          <p:cNvPr id="49" name="Google Shape;49;p7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50" name="Google Shape;50;p7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51;p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2" name="Google Shape;52;p7"/>
          <p:cNvGrpSpPr/>
          <p:nvPr/>
        </p:nvGrpSpPr>
        <p:grpSpPr>
          <a:xfrm rot="10800000">
            <a:off x="6704226" y="3811697"/>
            <a:ext cx="4574075" cy="3479350"/>
            <a:chOff x="1522650" y="1117750"/>
            <a:chExt cx="4574075" cy="3479350"/>
          </a:xfrm>
        </p:grpSpPr>
        <p:sp>
          <p:nvSpPr>
            <p:cNvPr id="53" name="Google Shape;53;p7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7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10" y="0"/>
            <a:ext cx="9143991" cy="5143500"/>
            <a:chOff x="10" y="0"/>
            <a:chExt cx="9143991" cy="5143500"/>
          </a:xfrm>
        </p:grpSpPr>
        <p:pic>
          <p:nvPicPr>
            <p:cNvPr id="57" name="Google Shape;57;p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flipH="1">
              <a:off x="10" y="0"/>
              <a:ext cx="3405191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58;p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flipH="1">
              <a:off x="4416200" y="2886625"/>
              <a:ext cx="4727801" cy="22568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9" name="Google Shape;59;p8"/>
          <p:cNvGrpSpPr/>
          <p:nvPr/>
        </p:nvGrpSpPr>
        <p:grpSpPr>
          <a:xfrm rot="756538">
            <a:off x="5159567" y="-1927047"/>
            <a:ext cx="4574157" cy="3479412"/>
            <a:chOff x="1522650" y="1117750"/>
            <a:chExt cx="4574075" cy="3479350"/>
          </a:xfrm>
        </p:grpSpPr>
        <p:sp>
          <p:nvSpPr>
            <p:cNvPr id="60" name="Google Shape;60;p8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8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" name="Google Shape;62;p8"/>
          <p:cNvSpPr txBox="1">
            <a:spLocks noGrp="1"/>
          </p:cNvSpPr>
          <p:nvPr>
            <p:ph type="title"/>
          </p:nvPr>
        </p:nvSpPr>
        <p:spPr>
          <a:xfrm>
            <a:off x="3830000" y="17164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oogle Shape;64;p9"/>
          <p:cNvGrpSpPr/>
          <p:nvPr/>
        </p:nvGrpSpPr>
        <p:grpSpPr>
          <a:xfrm rot="756538">
            <a:off x="-714808" y="-2409347"/>
            <a:ext cx="4574157" cy="3479412"/>
            <a:chOff x="1522650" y="1117750"/>
            <a:chExt cx="4574075" cy="3479350"/>
          </a:xfrm>
        </p:grpSpPr>
        <p:sp>
          <p:nvSpPr>
            <p:cNvPr id="65" name="Google Shape;65;p9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9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" name="Google Shape;67;p9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68" name="Google Shape;68;p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5738810" y="0"/>
              <a:ext cx="3405191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" name="Google Shape;6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0" y="0"/>
              <a:ext cx="4727801" cy="22568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0" name="Google Shape;70;p9"/>
          <p:cNvSpPr txBox="1">
            <a:spLocks noGrp="1"/>
          </p:cNvSpPr>
          <p:nvPr>
            <p:ph type="title"/>
          </p:nvPr>
        </p:nvSpPr>
        <p:spPr>
          <a:xfrm>
            <a:off x="713225" y="15289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subTitle" idx="1"/>
          </p:nvPr>
        </p:nvSpPr>
        <p:spPr>
          <a:xfrm>
            <a:off x="713225" y="3640050"/>
            <a:ext cx="4872900" cy="4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57132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75" name="Google Shape;75;p10"/>
          <p:cNvGrpSpPr/>
          <p:nvPr/>
        </p:nvGrpSpPr>
        <p:grpSpPr>
          <a:xfrm>
            <a:off x="0" y="4"/>
            <a:ext cx="9144004" cy="5143496"/>
            <a:chOff x="0" y="4"/>
            <a:chExt cx="9144004" cy="5143496"/>
          </a:xfrm>
        </p:grpSpPr>
        <p:pic>
          <p:nvPicPr>
            <p:cNvPr id="76" name="Google Shape;76;p1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77;p1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8" name="Google Shape;78;p10"/>
          <p:cNvGrpSpPr/>
          <p:nvPr/>
        </p:nvGrpSpPr>
        <p:grpSpPr>
          <a:xfrm>
            <a:off x="-896231" y="-2525369"/>
            <a:ext cx="11703669" cy="10221582"/>
            <a:chOff x="-896231" y="-2525369"/>
            <a:chExt cx="11703669" cy="10221582"/>
          </a:xfrm>
        </p:grpSpPr>
        <p:grpSp>
          <p:nvGrpSpPr>
            <p:cNvPr id="79" name="Google Shape;79;p10"/>
            <p:cNvGrpSpPr/>
            <p:nvPr/>
          </p:nvGrpSpPr>
          <p:grpSpPr>
            <a:xfrm rot="-10539848" flipH="1">
              <a:off x="6108563" y="4049075"/>
              <a:ext cx="4573901" cy="3479217"/>
              <a:chOff x="1522650" y="1117750"/>
              <a:chExt cx="4574075" cy="3479350"/>
            </a:xfrm>
          </p:grpSpPr>
          <p:sp>
            <p:nvSpPr>
              <p:cNvPr id="80" name="Google Shape;80;p10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10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2" name="Google Shape;82;p10"/>
            <p:cNvGrpSpPr/>
            <p:nvPr/>
          </p:nvGrpSpPr>
          <p:grpSpPr>
            <a:xfrm>
              <a:off x="-896231" y="-2525369"/>
              <a:ext cx="4573618" cy="3479002"/>
              <a:chOff x="1522650" y="1117750"/>
              <a:chExt cx="4574075" cy="3479350"/>
            </a:xfrm>
          </p:grpSpPr>
          <p:sp>
            <p:nvSpPr>
              <p:cNvPr id="83" name="Google Shape;83;p10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10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480883"/>
            <a:ext cx="734700" cy="447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3" hasCustomPrompt="1"/>
          </p:nvPr>
        </p:nvSpPr>
        <p:spPr>
          <a:xfrm>
            <a:off x="720000" y="2990491"/>
            <a:ext cx="734700" cy="447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4" hasCustomPrompt="1"/>
          </p:nvPr>
        </p:nvSpPr>
        <p:spPr>
          <a:xfrm>
            <a:off x="3306000" y="1480883"/>
            <a:ext cx="734700" cy="447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5" hasCustomPrompt="1"/>
          </p:nvPr>
        </p:nvSpPr>
        <p:spPr>
          <a:xfrm>
            <a:off x="3306000" y="2990491"/>
            <a:ext cx="734700" cy="447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6" hasCustomPrompt="1"/>
          </p:nvPr>
        </p:nvSpPr>
        <p:spPr>
          <a:xfrm>
            <a:off x="5892000" y="1480883"/>
            <a:ext cx="734700" cy="447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7" hasCustomPrompt="1"/>
          </p:nvPr>
        </p:nvSpPr>
        <p:spPr>
          <a:xfrm>
            <a:off x="5892000" y="2990491"/>
            <a:ext cx="734700" cy="447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"/>
          </p:nvPr>
        </p:nvSpPr>
        <p:spPr>
          <a:xfrm>
            <a:off x="720000" y="2026450"/>
            <a:ext cx="2532000" cy="5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8"/>
          </p:nvPr>
        </p:nvSpPr>
        <p:spPr>
          <a:xfrm>
            <a:off x="3306000" y="2026450"/>
            <a:ext cx="2532000" cy="5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9"/>
          </p:nvPr>
        </p:nvSpPr>
        <p:spPr>
          <a:xfrm>
            <a:off x="5892000" y="2026450"/>
            <a:ext cx="2532000" cy="50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3"/>
          </p:nvPr>
        </p:nvSpPr>
        <p:spPr>
          <a:xfrm>
            <a:off x="720000" y="3544900"/>
            <a:ext cx="2532000" cy="4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4"/>
          </p:nvPr>
        </p:nvSpPr>
        <p:spPr>
          <a:xfrm>
            <a:off x="3306000" y="3544900"/>
            <a:ext cx="2532000" cy="4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15"/>
          </p:nvPr>
        </p:nvSpPr>
        <p:spPr>
          <a:xfrm>
            <a:off x="5892000" y="3544900"/>
            <a:ext cx="2532000" cy="4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04" name="Google Shape;104;p13"/>
          <p:cNvGrpSpPr/>
          <p:nvPr/>
        </p:nvGrpSpPr>
        <p:grpSpPr>
          <a:xfrm>
            <a:off x="0" y="4"/>
            <a:ext cx="9144004" cy="5143496"/>
            <a:chOff x="0" y="4"/>
            <a:chExt cx="9144004" cy="5143496"/>
          </a:xfrm>
        </p:grpSpPr>
        <p:pic>
          <p:nvPicPr>
            <p:cNvPr id="105" name="Google Shape;105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-5400000">
              <a:off x="-564975" y="1487975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" name="Google Shape;106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>
              <a:off x="6335799" y="-429125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7" name="Google Shape;107;p13"/>
          <p:cNvGrpSpPr/>
          <p:nvPr/>
        </p:nvGrpSpPr>
        <p:grpSpPr>
          <a:xfrm rot="-10539848" flipH="1">
            <a:off x="6108563" y="4049075"/>
            <a:ext cx="4573901" cy="3479217"/>
            <a:chOff x="1522650" y="1117750"/>
            <a:chExt cx="4574075" cy="3479350"/>
          </a:xfrm>
        </p:grpSpPr>
        <p:sp>
          <p:nvSpPr>
            <p:cNvPr id="108" name="Google Shape;108;p13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3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oogle Shape;189;p21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190" name="Google Shape;190;p21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1" name="Google Shape;191;p2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92" name="Google Shape;192;p21"/>
          <p:cNvGrpSpPr/>
          <p:nvPr/>
        </p:nvGrpSpPr>
        <p:grpSpPr>
          <a:xfrm rot="10800000">
            <a:off x="6704226" y="3811697"/>
            <a:ext cx="4574075" cy="3479350"/>
            <a:chOff x="1522650" y="1117750"/>
            <a:chExt cx="4574075" cy="3479350"/>
          </a:xfrm>
        </p:grpSpPr>
        <p:sp>
          <p:nvSpPr>
            <p:cNvPr id="193" name="Google Shape;193;p21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" name="Google Shape;195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21"/>
          <p:cNvSpPr txBox="1">
            <a:spLocks noGrp="1"/>
          </p:cNvSpPr>
          <p:nvPr>
            <p:ph type="subTitle" idx="1"/>
          </p:nvPr>
        </p:nvSpPr>
        <p:spPr>
          <a:xfrm>
            <a:off x="1162025" y="1656927"/>
            <a:ext cx="19752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1"/>
          <p:cNvSpPr txBox="1">
            <a:spLocks noGrp="1"/>
          </p:cNvSpPr>
          <p:nvPr>
            <p:ph type="subTitle" idx="2"/>
          </p:nvPr>
        </p:nvSpPr>
        <p:spPr>
          <a:xfrm>
            <a:off x="3782975" y="1656925"/>
            <a:ext cx="19722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21"/>
          <p:cNvSpPr txBox="1">
            <a:spLocks noGrp="1"/>
          </p:cNvSpPr>
          <p:nvPr>
            <p:ph type="subTitle" idx="3"/>
          </p:nvPr>
        </p:nvSpPr>
        <p:spPr>
          <a:xfrm>
            <a:off x="1162025" y="3387221"/>
            <a:ext cx="19752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1"/>
          <p:cNvSpPr txBox="1">
            <a:spLocks noGrp="1"/>
          </p:cNvSpPr>
          <p:nvPr>
            <p:ph type="subTitle" idx="4"/>
          </p:nvPr>
        </p:nvSpPr>
        <p:spPr>
          <a:xfrm>
            <a:off x="3782975" y="3387221"/>
            <a:ext cx="19752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21"/>
          <p:cNvSpPr txBox="1">
            <a:spLocks noGrp="1"/>
          </p:cNvSpPr>
          <p:nvPr>
            <p:ph type="subTitle" idx="5"/>
          </p:nvPr>
        </p:nvSpPr>
        <p:spPr>
          <a:xfrm>
            <a:off x="6403925" y="1656927"/>
            <a:ext cx="19752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21"/>
          <p:cNvSpPr txBox="1">
            <a:spLocks noGrp="1"/>
          </p:cNvSpPr>
          <p:nvPr>
            <p:ph type="subTitle" idx="6"/>
          </p:nvPr>
        </p:nvSpPr>
        <p:spPr>
          <a:xfrm>
            <a:off x="6403925" y="3387221"/>
            <a:ext cx="19752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21"/>
          <p:cNvSpPr txBox="1">
            <a:spLocks noGrp="1"/>
          </p:cNvSpPr>
          <p:nvPr>
            <p:ph type="subTitle" idx="7"/>
          </p:nvPr>
        </p:nvSpPr>
        <p:spPr>
          <a:xfrm>
            <a:off x="1162025" y="1359241"/>
            <a:ext cx="1975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03" name="Google Shape;203;p21"/>
          <p:cNvSpPr txBox="1">
            <a:spLocks noGrp="1"/>
          </p:cNvSpPr>
          <p:nvPr>
            <p:ph type="subTitle" idx="8"/>
          </p:nvPr>
        </p:nvSpPr>
        <p:spPr>
          <a:xfrm>
            <a:off x="3782975" y="1359241"/>
            <a:ext cx="1972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04" name="Google Shape;204;p21"/>
          <p:cNvSpPr txBox="1">
            <a:spLocks noGrp="1"/>
          </p:cNvSpPr>
          <p:nvPr>
            <p:ph type="subTitle" idx="9"/>
          </p:nvPr>
        </p:nvSpPr>
        <p:spPr>
          <a:xfrm>
            <a:off x="6403925" y="1359241"/>
            <a:ext cx="19728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05" name="Google Shape;205;p21"/>
          <p:cNvSpPr txBox="1">
            <a:spLocks noGrp="1"/>
          </p:cNvSpPr>
          <p:nvPr>
            <p:ph type="subTitle" idx="13"/>
          </p:nvPr>
        </p:nvSpPr>
        <p:spPr>
          <a:xfrm>
            <a:off x="1162025" y="3086317"/>
            <a:ext cx="1975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06" name="Google Shape;206;p21"/>
          <p:cNvSpPr txBox="1">
            <a:spLocks noGrp="1"/>
          </p:cNvSpPr>
          <p:nvPr>
            <p:ph type="subTitle" idx="14"/>
          </p:nvPr>
        </p:nvSpPr>
        <p:spPr>
          <a:xfrm>
            <a:off x="3782975" y="3086317"/>
            <a:ext cx="1972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07" name="Google Shape;207;p21"/>
          <p:cNvSpPr txBox="1">
            <a:spLocks noGrp="1"/>
          </p:cNvSpPr>
          <p:nvPr>
            <p:ph type="subTitle" idx="15"/>
          </p:nvPr>
        </p:nvSpPr>
        <p:spPr>
          <a:xfrm>
            <a:off x="6403925" y="3086317"/>
            <a:ext cx="19728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oogle Shape;222;p24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223" name="Google Shape;223;p2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0"/>
              <a:ext cx="4727801" cy="22568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4" name="Google Shape;224;p2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738810" y="0"/>
              <a:ext cx="3405191" cy="51435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5" name="Google Shape;225;p24"/>
          <p:cNvGrpSpPr/>
          <p:nvPr/>
        </p:nvGrpSpPr>
        <p:grpSpPr>
          <a:xfrm rot="756538">
            <a:off x="-1069833" y="-1842572"/>
            <a:ext cx="4574157" cy="3479412"/>
            <a:chOff x="1522650" y="1117750"/>
            <a:chExt cx="4574075" cy="3479350"/>
          </a:xfrm>
        </p:grpSpPr>
        <p:sp>
          <p:nvSpPr>
            <p:cNvPr id="226" name="Google Shape;226;p24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4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9" name="Google Shape;229;p25"/>
          <p:cNvGrpSpPr/>
          <p:nvPr/>
        </p:nvGrpSpPr>
        <p:grpSpPr>
          <a:xfrm>
            <a:off x="0" y="0"/>
            <a:ext cx="9144001" cy="5143500"/>
            <a:chOff x="0" y="0"/>
            <a:chExt cx="9144001" cy="5143500"/>
          </a:xfrm>
        </p:grpSpPr>
        <p:pic>
          <p:nvPicPr>
            <p:cNvPr id="230" name="Google Shape;230;p2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 flipH="1">
              <a:off x="0" y="2052950"/>
              <a:ext cx="4220500" cy="30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1" name="Google Shape;231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6764924" y="0"/>
              <a:ext cx="2379077" cy="323733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25"/>
          <p:cNvGrpSpPr/>
          <p:nvPr/>
        </p:nvGrpSpPr>
        <p:grpSpPr>
          <a:xfrm>
            <a:off x="-1845124" y="-2180828"/>
            <a:ext cx="12652562" cy="9877041"/>
            <a:chOff x="-1845124" y="-2180828"/>
            <a:chExt cx="12652562" cy="9877041"/>
          </a:xfrm>
        </p:grpSpPr>
        <p:grpSp>
          <p:nvGrpSpPr>
            <p:cNvPr id="233" name="Google Shape;233;p25"/>
            <p:cNvGrpSpPr/>
            <p:nvPr/>
          </p:nvGrpSpPr>
          <p:grpSpPr>
            <a:xfrm>
              <a:off x="-1845124" y="-2180828"/>
              <a:ext cx="4574075" cy="3479350"/>
              <a:chOff x="1522650" y="1117750"/>
              <a:chExt cx="4574075" cy="3479350"/>
            </a:xfrm>
          </p:grpSpPr>
          <p:sp>
            <p:nvSpPr>
              <p:cNvPr id="234" name="Google Shape;234;p25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25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6" name="Google Shape;236;p25"/>
            <p:cNvGrpSpPr/>
            <p:nvPr/>
          </p:nvGrpSpPr>
          <p:grpSpPr>
            <a:xfrm rot="-10539848" flipH="1">
              <a:off x="6108563" y="4049075"/>
              <a:ext cx="4573901" cy="3479217"/>
              <a:chOff x="1522650" y="1117750"/>
              <a:chExt cx="4574075" cy="3479350"/>
            </a:xfrm>
          </p:grpSpPr>
          <p:sp>
            <p:nvSpPr>
              <p:cNvPr id="237" name="Google Shape;237;p25"/>
              <p:cNvSpPr/>
              <p:nvPr/>
            </p:nvSpPr>
            <p:spPr>
              <a:xfrm>
                <a:off x="2305900" y="1117750"/>
                <a:ext cx="3790825" cy="3217100"/>
              </a:xfrm>
              <a:custGeom>
                <a:avLst/>
                <a:gdLst/>
                <a:ahLst/>
                <a:cxnLst/>
                <a:rect l="l" t="t" r="r" b="b"/>
                <a:pathLst>
                  <a:path w="151633" h="128684" extrusionOk="0">
                    <a:moveTo>
                      <a:pt x="59573" y="1190"/>
                    </a:moveTo>
                    <a:lnTo>
                      <a:pt x="87345" y="18391"/>
                    </a:lnTo>
                    <a:cubicBezTo>
                      <a:pt x="87254" y="18737"/>
                      <a:pt x="87376" y="19117"/>
                      <a:pt x="87682" y="19337"/>
                    </a:cubicBezTo>
                    <a:cubicBezTo>
                      <a:pt x="87712" y="19358"/>
                      <a:pt x="87742" y="19374"/>
                      <a:pt x="87773" y="19391"/>
                    </a:cubicBezTo>
                    <a:lnTo>
                      <a:pt x="73089" y="35287"/>
                    </a:lnTo>
                    <a:cubicBezTo>
                      <a:pt x="73041" y="35228"/>
                      <a:pt x="72987" y="35173"/>
                      <a:pt x="72923" y="35127"/>
                    </a:cubicBezTo>
                    <a:cubicBezTo>
                      <a:pt x="72772" y="35017"/>
                      <a:pt x="72594" y="34961"/>
                      <a:pt x="72410" y="34961"/>
                    </a:cubicBezTo>
                    <a:cubicBezTo>
                      <a:pt x="72364" y="34961"/>
                      <a:pt x="72317" y="34964"/>
                      <a:pt x="72269" y="34972"/>
                    </a:cubicBezTo>
                    <a:lnTo>
                      <a:pt x="59361" y="1513"/>
                    </a:lnTo>
                    <a:cubicBezTo>
                      <a:pt x="59397" y="1478"/>
                      <a:pt x="59435" y="1443"/>
                      <a:pt x="59466" y="1400"/>
                    </a:cubicBezTo>
                    <a:cubicBezTo>
                      <a:pt x="59513" y="1335"/>
                      <a:pt x="59546" y="1262"/>
                      <a:pt x="59573" y="1190"/>
                    </a:cubicBezTo>
                    <a:close/>
                    <a:moveTo>
                      <a:pt x="57905" y="1155"/>
                    </a:moveTo>
                    <a:cubicBezTo>
                      <a:pt x="57962" y="1330"/>
                      <a:pt x="58069" y="1490"/>
                      <a:pt x="58229" y="1604"/>
                    </a:cubicBezTo>
                    <a:cubicBezTo>
                      <a:pt x="58385" y="1716"/>
                      <a:pt x="58564" y="1770"/>
                      <a:pt x="58744" y="1770"/>
                    </a:cubicBezTo>
                    <a:cubicBezTo>
                      <a:pt x="58890" y="1770"/>
                      <a:pt x="59035" y="1731"/>
                      <a:pt x="59165" y="1661"/>
                    </a:cubicBezTo>
                    <a:lnTo>
                      <a:pt x="72044" y="35042"/>
                    </a:lnTo>
                    <a:cubicBezTo>
                      <a:pt x="71907" y="35103"/>
                      <a:pt x="71787" y="35197"/>
                      <a:pt x="71696" y="35320"/>
                    </a:cubicBezTo>
                    <a:lnTo>
                      <a:pt x="34939" y="10633"/>
                    </a:lnTo>
                    <a:cubicBezTo>
                      <a:pt x="34967" y="10533"/>
                      <a:pt x="34978" y="10431"/>
                      <a:pt x="34971" y="10330"/>
                    </a:cubicBezTo>
                    <a:lnTo>
                      <a:pt x="57905" y="1155"/>
                    </a:lnTo>
                    <a:close/>
                    <a:moveTo>
                      <a:pt x="34896" y="10886"/>
                    </a:moveTo>
                    <a:lnTo>
                      <a:pt x="71585" y="35528"/>
                    </a:lnTo>
                    <a:cubicBezTo>
                      <a:pt x="71451" y="35873"/>
                      <a:pt x="71547" y="36273"/>
                      <a:pt x="71839" y="36520"/>
                    </a:cubicBezTo>
                    <a:lnTo>
                      <a:pt x="61150" y="46075"/>
                    </a:lnTo>
                    <a:cubicBezTo>
                      <a:pt x="61131" y="46059"/>
                      <a:pt x="61114" y="46040"/>
                      <a:pt x="61092" y="46024"/>
                    </a:cubicBezTo>
                    <a:cubicBezTo>
                      <a:pt x="60938" y="45913"/>
                      <a:pt x="60760" y="45860"/>
                      <a:pt x="60583" y="45860"/>
                    </a:cubicBezTo>
                    <a:cubicBezTo>
                      <a:pt x="60438" y="45860"/>
                      <a:pt x="60294" y="45896"/>
                      <a:pt x="60165" y="45964"/>
                    </a:cubicBezTo>
                    <a:lnTo>
                      <a:pt x="34896" y="10886"/>
                    </a:lnTo>
                    <a:close/>
                    <a:moveTo>
                      <a:pt x="88012" y="19481"/>
                    </a:moveTo>
                    <a:cubicBezTo>
                      <a:pt x="88073" y="19495"/>
                      <a:pt x="88135" y="19503"/>
                      <a:pt x="88199" y="19503"/>
                    </a:cubicBezTo>
                    <a:cubicBezTo>
                      <a:pt x="88236" y="19503"/>
                      <a:pt x="88270" y="19496"/>
                      <a:pt x="88308" y="19491"/>
                    </a:cubicBezTo>
                    <a:lnTo>
                      <a:pt x="90601" y="57808"/>
                    </a:lnTo>
                    <a:cubicBezTo>
                      <a:pt x="90477" y="57828"/>
                      <a:pt x="90359" y="57878"/>
                      <a:pt x="90253" y="57948"/>
                    </a:cubicBezTo>
                    <a:lnTo>
                      <a:pt x="73040" y="36456"/>
                    </a:lnTo>
                    <a:cubicBezTo>
                      <a:pt x="73069" y="36426"/>
                      <a:pt x="73102" y="36397"/>
                      <a:pt x="73126" y="36363"/>
                    </a:cubicBezTo>
                    <a:cubicBezTo>
                      <a:pt x="73264" y="36171"/>
                      <a:pt x="73319" y="35936"/>
                      <a:pt x="73280" y="35702"/>
                    </a:cubicBezTo>
                    <a:cubicBezTo>
                      <a:pt x="73268" y="35629"/>
                      <a:pt x="73244" y="35561"/>
                      <a:pt x="73216" y="35494"/>
                    </a:cubicBezTo>
                    <a:lnTo>
                      <a:pt x="88012" y="19481"/>
                    </a:lnTo>
                    <a:close/>
                    <a:moveTo>
                      <a:pt x="88769" y="19295"/>
                    </a:moveTo>
                    <a:lnTo>
                      <a:pt x="121569" y="41232"/>
                    </a:lnTo>
                    <a:cubicBezTo>
                      <a:pt x="121516" y="41429"/>
                      <a:pt x="121532" y="41636"/>
                      <a:pt x="121612" y="41820"/>
                    </a:cubicBezTo>
                    <a:lnTo>
                      <a:pt x="91516" y="58252"/>
                    </a:lnTo>
                    <a:cubicBezTo>
                      <a:pt x="91455" y="58141"/>
                      <a:pt x="91371" y="58040"/>
                      <a:pt x="91261" y="57962"/>
                    </a:cubicBezTo>
                    <a:cubicBezTo>
                      <a:pt x="91131" y="57868"/>
                      <a:pt x="90984" y="57820"/>
                      <a:pt x="90835" y="57804"/>
                    </a:cubicBezTo>
                    <a:lnTo>
                      <a:pt x="88539" y="19431"/>
                    </a:lnTo>
                    <a:cubicBezTo>
                      <a:pt x="88621" y="19396"/>
                      <a:pt x="88699" y="19354"/>
                      <a:pt x="88769" y="19295"/>
                    </a:cubicBezTo>
                    <a:close/>
                    <a:moveTo>
                      <a:pt x="72858" y="36603"/>
                    </a:moveTo>
                    <a:lnTo>
                      <a:pt x="90079" y="58104"/>
                    </a:lnTo>
                    <a:cubicBezTo>
                      <a:pt x="90062" y="58125"/>
                      <a:pt x="90041" y="58144"/>
                      <a:pt x="90025" y="58165"/>
                    </a:cubicBezTo>
                    <a:cubicBezTo>
                      <a:pt x="89989" y="58216"/>
                      <a:pt x="89960" y="58268"/>
                      <a:pt x="89936" y="58323"/>
                    </a:cubicBezTo>
                    <a:lnTo>
                      <a:pt x="61457" y="46818"/>
                    </a:lnTo>
                    <a:cubicBezTo>
                      <a:pt x="61473" y="46617"/>
                      <a:pt x="61422" y="46416"/>
                      <a:pt x="61307" y="46247"/>
                    </a:cubicBezTo>
                    <a:lnTo>
                      <a:pt x="72044" y="36651"/>
                    </a:lnTo>
                    <a:cubicBezTo>
                      <a:pt x="72160" y="36702"/>
                      <a:pt x="72283" y="36731"/>
                      <a:pt x="72406" y="36731"/>
                    </a:cubicBezTo>
                    <a:cubicBezTo>
                      <a:pt x="72565" y="36731"/>
                      <a:pt x="72719" y="36684"/>
                      <a:pt x="72858" y="36603"/>
                    </a:cubicBezTo>
                    <a:close/>
                    <a:moveTo>
                      <a:pt x="29406" y="22188"/>
                    </a:moveTo>
                    <a:lnTo>
                      <a:pt x="59857" y="46227"/>
                    </a:lnTo>
                    <a:cubicBezTo>
                      <a:pt x="59573" y="46625"/>
                      <a:pt x="59665" y="47178"/>
                      <a:pt x="60061" y="47462"/>
                    </a:cubicBezTo>
                    <a:cubicBezTo>
                      <a:pt x="60098" y="47488"/>
                      <a:pt x="60135" y="47509"/>
                      <a:pt x="60173" y="47529"/>
                    </a:cubicBezTo>
                    <a:lnTo>
                      <a:pt x="58655" y="58545"/>
                    </a:lnTo>
                    <a:cubicBezTo>
                      <a:pt x="58595" y="58532"/>
                      <a:pt x="58534" y="58525"/>
                      <a:pt x="58473" y="58525"/>
                    </a:cubicBezTo>
                    <a:cubicBezTo>
                      <a:pt x="58354" y="58525"/>
                      <a:pt x="58236" y="58550"/>
                      <a:pt x="58125" y="58596"/>
                    </a:cubicBezTo>
                    <a:lnTo>
                      <a:pt x="29406" y="22188"/>
                    </a:lnTo>
                    <a:close/>
                    <a:moveTo>
                      <a:pt x="16326" y="26247"/>
                    </a:moveTo>
                    <a:lnTo>
                      <a:pt x="57750" y="58893"/>
                    </a:lnTo>
                    <a:cubicBezTo>
                      <a:pt x="57750" y="58894"/>
                      <a:pt x="57749" y="58894"/>
                      <a:pt x="57748" y="58895"/>
                    </a:cubicBezTo>
                    <a:cubicBezTo>
                      <a:pt x="57632" y="59054"/>
                      <a:pt x="57582" y="59240"/>
                      <a:pt x="57584" y="59421"/>
                    </a:cubicBezTo>
                    <a:lnTo>
                      <a:pt x="33209" y="61477"/>
                    </a:lnTo>
                    <a:cubicBezTo>
                      <a:pt x="33171" y="61253"/>
                      <a:pt x="33049" y="61044"/>
                      <a:pt x="32851" y="60900"/>
                    </a:cubicBezTo>
                    <a:cubicBezTo>
                      <a:pt x="32696" y="60788"/>
                      <a:pt x="32515" y="60735"/>
                      <a:pt x="32336" y="60735"/>
                    </a:cubicBezTo>
                    <a:cubicBezTo>
                      <a:pt x="32231" y="60735"/>
                      <a:pt x="32126" y="60753"/>
                      <a:pt x="32028" y="60789"/>
                    </a:cubicBezTo>
                    <a:lnTo>
                      <a:pt x="16086" y="26436"/>
                    </a:lnTo>
                    <a:cubicBezTo>
                      <a:pt x="16176" y="26387"/>
                      <a:pt x="16257" y="26325"/>
                      <a:pt x="16326" y="26247"/>
                    </a:cubicBezTo>
                    <a:close/>
                    <a:moveTo>
                      <a:pt x="57622" y="59652"/>
                    </a:moveTo>
                    <a:cubicBezTo>
                      <a:pt x="57674" y="59839"/>
                      <a:pt x="57783" y="60008"/>
                      <a:pt x="57952" y="60129"/>
                    </a:cubicBezTo>
                    <a:cubicBezTo>
                      <a:pt x="58054" y="60201"/>
                      <a:pt x="58165" y="60247"/>
                      <a:pt x="58279" y="60272"/>
                    </a:cubicBezTo>
                    <a:lnTo>
                      <a:pt x="55785" y="68604"/>
                    </a:lnTo>
                    <a:cubicBezTo>
                      <a:pt x="55759" y="68602"/>
                      <a:pt x="55732" y="68601"/>
                      <a:pt x="55705" y="68601"/>
                    </a:cubicBezTo>
                    <a:cubicBezTo>
                      <a:pt x="55430" y="68601"/>
                      <a:pt x="55160" y="68726"/>
                      <a:pt x="54987" y="68966"/>
                    </a:cubicBezTo>
                    <a:cubicBezTo>
                      <a:pt x="54939" y="69034"/>
                      <a:pt x="54905" y="69108"/>
                      <a:pt x="54878" y="69182"/>
                    </a:cubicBezTo>
                    <a:lnTo>
                      <a:pt x="33192" y="61843"/>
                    </a:lnTo>
                    <a:cubicBezTo>
                      <a:pt x="33203" y="61799"/>
                      <a:pt x="33210" y="61755"/>
                      <a:pt x="33214" y="61709"/>
                    </a:cubicBezTo>
                    <a:lnTo>
                      <a:pt x="57622" y="59652"/>
                    </a:lnTo>
                    <a:close/>
                    <a:moveTo>
                      <a:pt x="61404" y="47049"/>
                    </a:moveTo>
                    <a:lnTo>
                      <a:pt x="89872" y="58550"/>
                    </a:lnTo>
                    <a:cubicBezTo>
                      <a:pt x="89825" y="58868"/>
                      <a:pt x="89949" y="59201"/>
                      <a:pt x="90228" y="59401"/>
                    </a:cubicBezTo>
                    <a:cubicBezTo>
                      <a:pt x="90327" y="59471"/>
                      <a:pt x="90435" y="59515"/>
                      <a:pt x="90546" y="59541"/>
                    </a:cubicBezTo>
                    <a:lnTo>
                      <a:pt x="88027" y="76730"/>
                    </a:lnTo>
                    <a:cubicBezTo>
                      <a:pt x="88011" y="76729"/>
                      <a:pt x="87994" y="76729"/>
                      <a:pt x="87977" y="76729"/>
                    </a:cubicBezTo>
                    <a:cubicBezTo>
                      <a:pt x="87931" y="76729"/>
                      <a:pt x="87884" y="76732"/>
                      <a:pt x="87837" y="76740"/>
                    </a:cubicBezTo>
                    <a:cubicBezTo>
                      <a:pt x="87715" y="76760"/>
                      <a:pt x="87603" y="76805"/>
                      <a:pt x="87501" y="76869"/>
                    </a:cubicBezTo>
                    <a:lnTo>
                      <a:pt x="61265" y="47294"/>
                    </a:lnTo>
                    <a:cubicBezTo>
                      <a:pt x="61275" y="47282"/>
                      <a:pt x="61288" y="47273"/>
                      <a:pt x="61297" y="47259"/>
                    </a:cubicBezTo>
                    <a:cubicBezTo>
                      <a:pt x="61344" y="47194"/>
                      <a:pt x="61377" y="47123"/>
                      <a:pt x="61404" y="47049"/>
                    </a:cubicBezTo>
                    <a:close/>
                    <a:moveTo>
                      <a:pt x="61096" y="47455"/>
                    </a:moveTo>
                    <a:lnTo>
                      <a:pt x="87328" y="77024"/>
                    </a:lnTo>
                    <a:cubicBezTo>
                      <a:pt x="87322" y="77033"/>
                      <a:pt x="87314" y="77039"/>
                      <a:pt x="87308" y="77047"/>
                    </a:cubicBezTo>
                    <a:lnTo>
                      <a:pt x="59297" y="59712"/>
                    </a:lnTo>
                    <a:cubicBezTo>
                      <a:pt x="59429" y="59348"/>
                      <a:pt x="59315" y="58926"/>
                      <a:pt x="58985" y="58689"/>
                    </a:cubicBezTo>
                    <a:cubicBezTo>
                      <a:pt x="58952" y="58665"/>
                      <a:pt x="58916" y="58648"/>
                      <a:pt x="58882" y="58628"/>
                    </a:cubicBezTo>
                    <a:lnTo>
                      <a:pt x="60400" y="47607"/>
                    </a:lnTo>
                    <a:cubicBezTo>
                      <a:pt x="60459" y="47619"/>
                      <a:pt x="60519" y="47627"/>
                      <a:pt x="60578" y="47627"/>
                    </a:cubicBezTo>
                    <a:cubicBezTo>
                      <a:pt x="60762" y="47627"/>
                      <a:pt x="60943" y="47564"/>
                      <a:pt x="61096" y="47455"/>
                    </a:cubicBezTo>
                    <a:close/>
                    <a:moveTo>
                      <a:pt x="59189" y="59922"/>
                    </a:moveTo>
                    <a:lnTo>
                      <a:pt x="87178" y="77244"/>
                    </a:lnTo>
                    <a:cubicBezTo>
                      <a:pt x="87172" y="77259"/>
                      <a:pt x="87166" y="77275"/>
                      <a:pt x="87161" y="77291"/>
                    </a:cubicBezTo>
                    <a:lnTo>
                      <a:pt x="56571" y="69673"/>
                    </a:lnTo>
                    <a:cubicBezTo>
                      <a:pt x="56646" y="69338"/>
                      <a:pt x="56520" y="68976"/>
                      <a:pt x="56224" y="68763"/>
                    </a:cubicBezTo>
                    <a:cubicBezTo>
                      <a:pt x="56157" y="68717"/>
                      <a:pt x="56087" y="68682"/>
                      <a:pt x="56015" y="68656"/>
                    </a:cubicBezTo>
                    <a:lnTo>
                      <a:pt x="58519" y="60290"/>
                    </a:lnTo>
                    <a:cubicBezTo>
                      <a:pt x="58777" y="60275"/>
                      <a:pt x="59025" y="60152"/>
                      <a:pt x="59188" y="59926"/>
                    </a:cubicBezTo>
                    <a:cubicBezTo>
                      <a:pt x="59189" y="59924"/>
                      <a:pt x="59189" y="59923"/>
                      <a:pt x="59189" y="59922"/>
                    </a:cubicBezTo>
                    <a:close/>
                    <a:moveTo>
                      <a:pt x="6382" y="54567"/>
                    </a:moveTo>
                    <a:lnTo>
                      <a:pt x="31456" y="61554"/>
                    </a:lnTo>
                    <a:cubicBezTo>
                      <a:pt x="31440" y="61772"/>
                      <a:pt x="31506" y="61990"/>
                      <a:pt x="31643" y="62166"/>
                    </a:cubicBezTo>
                    <a:lnTo>
                      <a:pt x="15546" y="78173"/>
                    </a:lnTo>
                    <a:cubicBezTo>
                      <a:pt x="15506" y="78130"/>
                      <a:pt x="15461" y="78092"/>
                      <a:pt x="15414" y="78055"/>
                    </a:cubicBezTo>
                    <a:cubicBezTo>
                      <a:pt x="15260" y="77944"/>
                      <a:pt x="15081" y="77892"/>
                      <a:pt x="14905" y="77892"/>
                    </a:cubicBezTo>
                    <a:cubicBezTo>
                      <a:pt x="14826" y="77892"/>
                      <a:pt x="14747" y="77902"/>
                      <a:pt x="14671" y="77923"/>
                    </a:cubicBezTo>
                    <a:lnTo>
                      <a:pt x="6061" y="55104"/>
                    </a:lnTo>
                    <a:cubicBezTo>
                      <a:pt x="6125" y="55054"/>
                      <a:pt x="6183" y="54997"/>
                      <a:pt x="6233" y="54928"/>
                    </a:cubicBezTo>
                    <a:cubicBezTo>
                      <a:pt x="6313" y="54818"/>
                      <a:pt x="6360" y="54692"/>
                      <a:pt x="6382" y="54567"/>
                    </a:cubicBezTo>
                    <a:close/>
                    <a:moveTo>
                      <a:pt x="91099" y="59489"/>
                    </a:moveTo>
                    <a:lnTo>
                      <a:pt x="104457" y="79682"/>
                    </a:lnTo>
                    <a:cubicBezTo>
                      <a:pt x="104363" y="79741"/>
                      <a:pt x="104277" y="79819"/>
                      <a:pt x="104210" y="79913"/>
                    </a:cubicBezTo>
                    <a:cubicBezTo>
                      <a:pt x="104146" y="80003"/>
                      <a:pt x="104103" y="80102"/>
                      <a:pt x="104076" y="80204"/>
                    </a:cubicBezTo>
                    <a:lnTo>
                      <a:pt x="88866" y="77650"/>
                    </a:lnTo>
                    <a:cubicBezTo>
                      <a:pt x="88877" y="77362"/>
                      <a:pt x="88749" y="77075"/>
                      <a:pt x="88499" y="76896"/>
                    </a:cubicBezTo>
                    <a:cubicBezTo>
                      <a:pt x="88425" y="76842"/>
                      <a:pt x="88344" y="76806"/>
                      <a:pt x="88260" y="76778"/>
                    </a:cubicBezTo>
                    <a:lnTo>
                      <a:pt x="90783" y="59563"/>
                    </a:lnTo>
                    <a:cubicBezTo>
                      <a:pt x="90892" y="59558"/>
                      <a:pt x="90999" y="59534"/>
                      <a:pt x="91099" y="59489"/>
                    </a:cubicBezTo>
                    <a:close/>
                    <a:moveTo>
                      <a:pt x="33100" y="62061"/>
                    </a:moveTo>
                    <a:lnTo>
                      <a:pt x="54828" y="69413"/>
                    </a:lnTo>
                    <a:cubicBezTo>
                      <a:pt x="54804" y="69712"/>
                      <a:pt x="54931" y="70016"/>
                      <a:pt x="55192" y="70201"/>
                    </a:cubicBezTo>
                    <a:cubicBezTo>
                      <a:pt x="55275" y="70262"/>
                      <a:pt x="55369" y="70305"/>
                      <a:pt x="55466" y="70333"/>
                    </a:cubicBezTo>
                    <a:lnTo>
                      <a:pt x="54144" y="97291"/>
                    </a:lnTo>
                    <a:cubicBezTo>
                      <a:pt x="54112" y="97293"/>
                      <a:pt x="54080" y="97293"/>
                      <a:pt x="54049" y="97298"/>
                    </a:cubicBezTo>
                    <a:cubicBezTo>
                      <a:pt x="53964" y="97313"/>
                      <a:pt x="53885" y="97342"/>
                      <a:pt x="53809" y="97378"/>
                    </a:cubicBezTo>
                    <a:lnTo>
                      <a:pt x="32845" y="62338"/>
                    </a:lnTo>
                    <a:cubicBezTo>
                      <a:pt x="32924" y="62281"/>
                      <a:pt x="32998" y="62217"/>
                      <a:pt x="33057" y="62136"/>
                    </a:cubicBezTo>
                    <a:cubicBezTo>
                      <a:pt x="33074" y="62112"/>
                      <a:pt x="33085" y="62086"/>
                      <a:pt x="33100" y="62061"/>
                    </a:cubicBezTo>
                    <a:close/>
                    <a:moveTo>
                      <a:pt x="56487" y="69893"/>
                    </a:moveTo>
                    <a:lnTo>
                      <a:pt x="87105" y="77517"/>
                    </a:lnTo>
                    <a:cubicBezTo>
                      <a:pt x="87088" y="77681"/>
                      <a:pt x="87116" y="77843"/>
                      <a:pt x="87186" y="77992"/>
                    </a:cubicBezTo>
                    <a:lnTo>
                      <a:pt x="54942" y="97700"/>
                    </a:lnTo>
                    <a:cubicBezTo>
                      <a:pt x="54883" y="97604"/>
                      <a:pt x="54803" y="97519"/>
                      <a:pt x="54708" y="97452"/>
                    </a:cubicBezTo>
                    <a:cubicBezTo>
                      <a:pt x="54609" y="97379"/>
                      <a:pt x="54496" y="97331"/>
                      <a:pt x="54379" y="97305"/>
                    </a:cubicBezTo>
                    <a:lnTo>
                      <a:pt x="55700" y="70367"/>
                    </a:lnTo>
                    <a:lnTo>
                      <a:pt x="55705" y="70367"/>
                    </a:lnTo>
                    <a:cubicBezTo>
                      <a:pt x="55753" y="70367"/>
                      <a:pt x="55802" y="70364"/>
                      <a:pt x="55850" y="70355"/>
                    </a:cubicBezTo>
                    <a:cubicBezTo>
                      <a:pt x="56084" y="70317"/>
                      <a:pt x="56287" y="70190"/>
                      <a:pt x="56427" y="69997"/>
                    </a:cubicBezTo>
                    <a:cubicBezTo>
                      <a:pt x="56450" y="69964"/>
                      <a:pt x="56468" y="69927"/>
                      <a:pt x="56487" y="69893"/>
                    </a:cubicBezTo>
                    <a:close/>
                    <a:moveTo>
                      <a:pt x="31811" y="62331"/>
                    </a:moveTo>
                    <a:cubicBezTo>
                      <a:pt x="31814" y="62333"/>
                      <a:pt x="31817" y="62338"/>
                      <a:pt x="31821" y="62340"/>
                    </a:cubicBezTo>
                    <a:cubicBezTo>
                      <a:pt x="31978" y="62452"/>
                      <a:pt x="32156" y="62506"/>
                      <a:pt x="32336" y="62506"/>
                    </a:cubicBezTo>
                    <a:cubicBezTo>
                      <a:pt x="32439" y="62506"/>
                      <a:pt x="32539" y="62482"/>
                      <a:pt x="32636" y="62447"/>
                    </a:cubicBezTo>
                    <a:lnTo>
                      <a:pt x="53611" y="97508"/>
                    </a:lnTo>
                    <a:cubicBezTo>
                      <a:pt x="53561" y="97551"/>
                      <a:pt x="53513" y="97602"/>
                      <a:pt x="53473" y="97657"/>
                    </a:cubicBezTo>
                    <a:cubicBezTo>
                      <a:pt x="53449" y="97691"/>
                      <a:pt x="53432" y="97726"/>
                      <a:pt x="53414" y="97761"/>
                    </a:cubicBezTo>
                    <a:lnTo>
                      <a:pt x="15678" y="79186"/>
                    </a:lnTo>
                    <a:cubicBezTo>
                      <a:pt x="15816" y="78926"/>
                      <a:pt x="15811" y="78622"/>
                      <a:pt x="15682" y="78371"/>
                    </a:cubicBezTo>
                    <a:lnTo>
                      <a:pt x="31811" y="62331"/>
                    </a:lnTo>
                    <a:close/>
                    <a:moveTo>
                      <a:pt x="1615" y="71499"/>
                    </a:moveTo>
                    <a:lnTo>
                      <a:pt x="14037" y="78573"/>
                    </a:lnTo>
                    <a:cubicBezTo>
                      <a:pt x="13958" y="78911"/>
                      <a:pt x="14084" y="79279"/>
                      <a:pt x="14383" y="79494"/>
                    </a:cubicBezTo>
                    <a:cubicBezTo>
                      <a:pt x="14539" y="79606"/>
                      <a:pt x="14719" y="79660"/>
                      <a:pt x="14898" y="79660"/>
                    </a:cubicBezTo>
                    <a:cubicBezTo>
                      <a:pt x="15136" y="79660"/>
                      <a:pt x="15368" y="79558"/>
                      <a:pt x="15538" y="79377"/>
                    </a:cubicBezTo>
                    <a:lnTo>
                      <a:pt x="53328" y="97978"/>
                    </a:lnTo>
                    <a:cubicBezTo>
                      <a:pt x="53297" y="98118"/>
                      <a:pt x="53305" y="98265"/>
                      <a:pt x="53342" y="98402"/>
                    </a:cubicBezTo>
                    <a:lnTo>
                      <a:pt x="44172" y="100939"/>
                    </a:lnTo>
                    <a:cubicBezTo>
                      <a:pt x="44109" y="100823"/>
                      <a:pt x="44023" y="100722"/>
                      <a:pt x="43914" y="100644"/>
                    </a:cubicBezTo>
                    <a:cubicBezTo>
                      <a:pt x="43762" y="100534"/>
                      <a:pt x="43583" y="100477"/>
                      <a:pt x="43400" y="100477"/>
                    </a:cubicBezTo>
                    <a:cubicBezTo>
                      <a:pt x="43351" y="100477"/>
                      <a:pt x="43302" y="100481"/>
                      <a:pt x="43253" y="100489"/>
                    </a:cubicBezTo>
                    <a:cubicBezTo>
                      <a:pt x="43020" y="100528"/>
                      <a:pt x="42817" y="100655"/>
                      <a:pt x="42677" y="100848"/>
                    </a:cubicBezTo>
                    <a:cubicBezTo>
                      <a:pt x="42516" y="101072"/>
                      <a:pt x="42479" y="101346"/>
                      <a:pt x="42546" y="101594"/>
                    </a:cubicBezTo>
                    <a:lnTo>
                      <a:pt x="31935" y="108097"/>
                    </a:lnTo>
                    <a:cubicBezTo>
                      <a:pt x="31872" y="107978"/>
                      <a:pt x="31783" y="107872"/>
                      <a:pt x="31671" y="107790"/>
                    </a:cubicBezTo>
                    <a:cubicBezTo>
                      <a:pt x="31516" y="107679"/>
                      <a:pt x="31337" y="107626"/>
                      <a:pt x="31160" y="107626"/>
                    </a:cubicBezTo>
                    <a:cubicBezTo>
                      <a:pt x="30986" y="107626"/>
                      <a:pt x="30812" y="107678"/>
                      <a:pt x="30664" y="107776"/>
                    </a:cubicBezTo>
                    <a:lnTo>
                      <a:pt x="1598" y="71519"/>
                    </a:lnTo>
                    <a:cubicBezTo>
                      <a:pt x="1603" y="71511"/>
                      <a:pt x="1609" y="71506"/>
                      <a:pt x="1615" y="71499"/>
                    </a:cubicBezTo>
                    <a:close/>
                    <a:moveTo>
                      <a:pt x="87314" y="78191"/>
                    </a:moveTo>
                    <a:cubicBezTo>
                      <a:pt x="87360" y="78243"/>
                      <a:pt x="87409" y="78293"/>
                      <a:pt x="87467" y="78334"/>
                    </a:cubicBezTo>
                    <a:cubicBezTo>
                      <a:pt x="87623" y="78447"/>
                      <a:pt x="87803" y="78500"/>
                      <a:pt x="87981" y="78500"/>
                    </a:cubicBezTo>
                    <a:cubicBezTo>
                      <a:pt x="88023" y="78500"/>
                      <a:pt x="88063" y="78493"/>
                      <a:pt x="88103" y="78485"/>
                    </a:cubicBezTo>
                    <a:lnTo>
                      <a:pt x="95457" y="108915"/>
                    </a:lnTo>
                    <a:cubicBezTo>
                      <a:pt x="95228" y="108955"/>
                      <a:pt x="95026" y="109080"/>
                      <a:pt x="94890" y="109271"/>
                    </a:cubicBezTo>
                    <a:cubicBezTo>
                      <a:pt x="94886" y="109276"/>
                      <a:pt x="94884" y="109281"/>
                      <a:pt x="94880" y="109287"/>
                    </a:cubicBezTo>
                    <a:lnTo>
                      <a:pt x="55049" y="98390"/>
                    </a:lnTo>
                    <a:cubicBezTo>
                      <a:pt x="55079" y="98272"/>
                      <a:pt x="55087" y="98149"/>
                      <a:pt x="55066" y="98026"/>
                    </a:cubicBezTo>
                    <a:cubicBezTo>
                      <a:pt x="55060" y="97989"/>
                      <a:pt x="55048" y="97954"/>
                      <a:pt x="55038" y="97917"/>
                    </a:cubicBezTo>
                    <a:lnTo>
                      <a:pt x="87314" y="78191"/>
                    </a:lnTo>
                    <a:close/>
                    <a:moveTo>
                      <a:pt x="42637" y="101815"/>
                    </a:moveTo>
                    <a:cubicBezTo>
                      <a:pt x="42697" y="101917"/>
                      <a:pt x="42779" y="102009"/>
                      <a:pt x="42882" y="102083"/>
                    </a:cubicBezTo>
                    <a:cubicBezTo>
                      <a:pt x="43034" y="102192"/>
                      <a:pt x="43212" y="102249"/>
                      <a:pt x="43395" y="102249"/>
                    </a:cubicBezTo>
                    <a:cubicBezTo>
                      <a:pt x="43443" y="102249"/>
                      <a:pt x="43493" y="102245"/>
                      <a:pt x="43541" y="102237"/>
                    </a:cubicBezTo>
                    <a:cubicBezTo>
                      <a:pt x="43588" y="102229"/>
                      <a:pt x="43633" y="102216"/>
                      <a:pt x="43679" y="102201"/>
                    </a:cubicBezTo>
                    <a:lnTo>
                      <a:pt x="55444" y="118817"/>
                    </a:lnTo>
                    <a:cubicBezTo>
                      <a:pt x="55361" y="118874"/>
                      <a:pt x="55285" y="118944"/>
                      <a:pt x="55225" y="119027"/>
                    </a:cubicBezTo>
                    <a:cubicBezTo>
                      <a:pt x="55134" y="119155"/>
                      <a:pt x="55081" y="119302"/>
                      <a:pt x="55066" y="119454"/>
                    </a:cubicBezTo>
                    <a:lnTo>
                      <a:pt x="38399" y="118443"/>
                    </a:lnTo>
                    <a:lnTo>
                      <a:pt x="31738" y="109173"/>
                    </a:lnTo>
                    <a:cubicBezTo>
                      <a:pt x="31789" y="109128"/>
                      <a:pt x="31835" y="109080"/>
                      <a:pt x="31876" y="109025"/>
                    </a:cubicBezTo>
                    <a:cubicBezTo>
                      <a:pt x="32014" y="108832"/>
                      <a:pt x="32069" y="108598"/>
                      <a:pt x="32030" y="108364"/>
                    </a:cubicBezTo>
                    <a:cubicBezTo>
                      <a:pt x="32027" y="108350"/>
                      <a:pt x="32021" y="108336"/>
                      <a:pt x="32017" y="108321"/>
                    </a:cubicBezTo>
                    <a:lnTo>
                      <a:pt x="42637" y="101815"/>
                    </a:lnTo>
                    <a:close/>
                    <a:moveTo>
                      <a:pt x="54958" y="98612"/>
                    </a:moveTo>
                    <a:lnTo>
                      <a:pt x="94775" y="109505"/>
                    </a:lnTo>
                    <a:cubicBezTo>
                      <a:pt x="94674" y="109802"/>
                      <a:pt x="94737" y="110137"/>
                      <a:pt x="94949" y="110374"/>
                    </a:cubicBezTo>
                    <a:lnTo>
                      <a:pt x="79975" y="127087"/>
                    </a:lnTo>
                    <a:cubicBezTo>
                      <a:pt x="79970" y="127084"/>
                      <a:pt x="79968" y="127081"/>
                      <a:pt x="79965" y="127079"/>
                    </a:cubicBezTo>
                    <a:cubicBezTo>
                      <a:pt x="79813" y="126970"/>
                      <a:pt x="79634" y="126913"/>
                      <a:pt x="79451" y="126913"/>
                    </a:cubicBezTo>
                    <a:cubicBezTo>
                      <a:pt x="79403" y="126913"/>
                      <a:pt x="79354" y="126917"/>
                      <a:pt x="79305" y="126925"/>
                    </a:cubicBezTo>
                    <a:cubicBezTo>
                      <a:pt x="79089" y="126960"/>
                      <a:pt x="78902" y="127074"/>
                      <a:pt x="78766" y="127242"/>
                    </a:cubicBezTo>
                    <a:lnTo>
                      <a:pt x="44129" y="101861"/>
                    </a:lnTo>
                    <a:cubicBezTo>
                      <a:pt x="44257" y="101672"/>
                      <a:pt x="44310" y="101447"/>
                      <a:pt x="44272" y="101221"/>
                    </a:cubicBezTo>
                    <a:cubicBezTo>
                      <a:pt x="44268" y="101201"/>
                      <a:pt x="44262" y="101182"/>
                      <a:pt x="44256" y="101162"/>
                    </a:cubicBezTo>
                    <a:lnTo>
                      <a:pt x="53432" y="98624"/>
                    </a:lnTo>
                    <a:cubicBezTo>
                      <a:pt x="53492" y="98727"/>
                      <a:pt x="53573" y="98820"/>
                      <a:pt x="53678" y="98895"/>
                    </a:cubicBezTo>
                    <a:cubicBezTo>
                      <a:pt x="53834" y="99007"/>
                      <a:pt x="54013" y="99061"/>
                      <a:pt x="54193" y="99061"/>
                    </a:cubicBezTo>
                    <a:cubicBezTo>
                      <a:pt x="54468" y="99061"/>
                      <a:pt x="54740" y="98932"/>
                      <a:pt x="54914" y="98692"/>
                    </a:cubicBezTo>
                    <a:cubicBezTo>
                      <a:pt x="54931" y="98666"/>
                      <a:pt x="54943" y="98639"/>
                      <a:pt x="54958" y="98612"/>
                    </a:cubicBezTo>
                    <a:close/>
                    <a:moveTo>
                      <a:pt x="58749" y="0"/>
                    </a:moveTo>
                    <a:cubicBezTo>
                      <a:pt x="58700" y="0"/>
                      <a:pt x="58651" y="4"/>
                      <a:pt x="58601" y="13"/>
                    </a:cubicBezTo>
                    <a:cubicBezTo>
                      <a:pt x="58368" y="51"/>
                      <a:pt x="58165" y="178"/>
                      <a:pt x="58026" y="371"/>
                    </a:cubicBezTo>
                    <a:cubicBezTo>
                      <a:pt x="57906" y="537"/>
                      <a:pt x="57857" y="730"/>
                      <a:pt x="57863" y="922"/>
                    </a:cubicBezTo>
                    <a:lnTo>
                      <a:pt x="34925" y="10097"/>
                    </a:lnTo>
                    <a:cubicBezTo>
                      <a:pt x="34868" y="9931"/>
                      <a:pt x="34761" y="9780"/>
                      <a:pt x="34608" y="9669"/>
                    </a:cubicBezTo>
                    <a:cubicBezTo>
                      <a:pt x="34451" y="9557"/>
                      <a:pt x="34271" y="9503"/>
                      <a:pt x="34092" y="9503"/>
                    </a:cubicBezTo>
                    <a:cubicBezTo>
                      <a:pt x="33816" y="9503"/>
                      <a:pt x="33545" y="9631"/>
                      <a:pt x="33372" y="9872"/>
                    </a:cubicBezTo>
                    <a:cubicBezTo>
                      <a:pt x="33234" y="10064"/>
                      <a:pt x="33180" y="10299"/>
                      <a:pt x="33218" y="10533"/>
                    </a:cubicBezTo>
                    <a:cubicBezTo>
                      <a:pt x="33257" y="10766"/>
                      <a:pt x="33384" y="10969"/>
                      <a:pt x="33577" y="11108"/>
                    </a:cubicBezTo>
                    <a:cubicBezTo>
                      <a:pt x="33733" y="11221"/>
                      <a:pt x="33912" y="11274"/>
                      <a:pt x="34091" y="11274"/>
                    </a:cubicBezTo>
                    <a:cubicBezTo>
                      <a:pt x="34316" y="11274"/>
                      <a:pt x="34535" y="11185"/>
                      <a:pt x="34704" y="11023"/>
                    </a:cubicBezTo>
                    <a:lnTo>
                      <a:pt x="59844" y="45919"/>
                    </a:lnTo>
                    <a:lnTo>
                      <a:pt x="59844" y="45919"/>
                    </a:lnTo>
                    <a:lnTo>
                      <a:pt x="29110" y="21654"/>
                    </a:lnTo>
                    <a:cubicBezTo>
                      <a:pt x="29111" y="21652"/>
                      <a:pt x="29113" y="21651"/>
                      <a:pt x="29117" y="21648"/>
                    </a:cubicBezTo>
                    <a:cubicBezTo>
                      <a:pt x="29401" y="21251"/>
                      <a:pt x="29309" y="20697"/>
                      <a:pt x="28913" y="20413"/>
                    </a:cubicBezTo>
                    <a:cubicBezTo>
                      <a:pt x="28757" y="20301"/>
                      <a:pt x="28577" y="20247"/>
                      <a:pt x="28399" y="20247"/>
                    </a:cubicBezTo>
                    <a:cubicBezTo>
                      <a:pt x="28122" y="20247"/>
                      <a:pt x="27850" y="20375"/>
                      <a:pt x="27678" y="20616"/>
                    </a:cubicBezTo>
                    <a:cubicBezTo>
                      <a:pt x="27393" y="21013"/>
                      <a:pt x="27485" y="21567"/>
                      <a:pt x="27881" y="21851"/>
                    </a:cubicBezTo>
                    <a:cubicBezTo>
                      <a:pt x="28037" y="21963"/>
                      <a:pt x="28217" y="22017"/>
                      <a:pt x="28396" y="22017"/>
                    </a:cubicBezTo>
                    <a:cubicBezTo>
                      <a:pt x="28561" y="22017"/>
                      <a:pt x="28722" y="21967"/>
                      <a:pt x="28864" y="21877"/>
                    </a:cubicBezTo>
                    <a:lnTo>
                      <a:pt x="57922" y="58717"/>
                    </a:lnTo>
                    <a:cubicBezTo>
                      <a:pt x="57920" y="58718"/>
                      <a:pt x="57919" y="58719"/>
                      <a:pt x="57916" y="58723"/>
                    </a:cubicBezTo>
                    <a:lnTo>
                      <a:pt x="16459" y="26054"/>
                    </a:lnTo>
                    <a:cubicBezTo>
                      <a:pt x="16652" y="25671"/>
                      <a:pt x="16546" y="25194"/>
                      <a:pt x="16188" y="24937"/>
                    </a:cubicBezTo>
                    <a:cubicBezTo>
                      <a:pt x="16032" y="24825"/>
                      <a:pt x="15851" y="24771"/>
                      <a:pt x="15672" y="24771"/>
                    </a:cubicBezTo>
                    <a:cubicBezTo>
                      <a:pt x="15397" y="24771"/>
                      <a:pt x="15125" y="24899"/>
                      <a:pt x="14952" y="25140"/>
                    </a:cubicBezTo>
                    <a:cubicBezTo>
                      <a:pt x="14668" y="25537"/>
                      <a:pt x="14760" y="26091"/>
                      <a:pt x="15155" y="26375"/>
                    </a:cubicBezTo>
                    <a:cubicBezTo>
                      <a:pt x="15308" y="26486"/>
                      <a:pt x="15486" y="26541"/>
                      <a:pt x="15671" y="26541"/>
                    </a:cubicBezTo>
                    <a:cubicBezTo>
                      <a:pt x="15719" y="26541"/>
                      <a:pt x="15768" y="26537"/>
                      <a:pt x="15816" y="26529"/>
                    </a:cubicBezTo>
                    <a:cubicBezTo>
                      <a:pt x="15834" y="26526"/>
                      <a:pt x="15850" y="26520"/>
                      <a:pt x="15866" y="26516"/>
                    </a:cubicBezTo>
                    <a:lnTo>
                      <a:pt x="31824" y="60903"/>
                    </a:lnTo>
                    <a:cubicBezTo>
                      <a:pt x="31748" y="60958"/>
                      <a:pt x="31675" y="61023"/>
                      <a:pt x="31618" y="61103"/>
                    </a:cubicBezTo>
                    <a:cubicBezTo>
                      <a:pt x="31568" y="61173"/>
                      <a:pt x="31534" y="61248"/>
                      <a:pt x="31507" y="61324"/>
                    </a:cubicBezTo>
                    <a:lnTo>
                      <a:pt x="6390" y="54326"/>
                    </a:lnTo>
                    <a:cubicBezTo>
                      <a:pt x="6367" y="54081"/>
                      <a:pt x="6245" y="53846"/>
                      <a:pt x="6030" y="53692"/>
                    </a:cubicBezTo>
                    <a:cubicBezTo>
                      <a:pt x="5874" y="53581"/>
                      <a:pt x="5694" y="53527"/>
                      <a:pt x="5515" y="53527"/>
                    </a:cubicBezTo>
                    <a:cubicBezTo>
                      <a:pt x="5239" y="53527"/>
                      <a:pt x="4967" y="53655"/>
                      <a:pt x="4794" y="53896"/>
                    </a:cubicBezTo>
                    <a:cubicBezTo>
                      <a:pt x="4510" y="54293"/>
                      <a:pt x="4602" y="54846"/>
                      <a:pt x="4998" y="55131"/>
                    </a:cubicBezTo>
                    <a:cubicBezTo>
                      <a:pt x="5154" y="55243"/>
                      <a:pt x="5334" y="55297"/>
                      <a:pt x="5512" y="55297"/>
                    </a:cubicBezTo>
                    <a:cubicBezTo>
                      <a:pt x="5630" y="55297"/>
                      <a:pt x="5746" y="55269"/>
                      <a:pt x="5854" y="55223"/>
                    </a:cubicBezTo>
                    <a:lnTo>
                      <a:pt x="14454" y="78011"/>
                    </a:lnTo>
                    <a:cubicBezTo>
                      <a:pt x="14348" y="78072"/>
                      <a:pt x="14255" y="78154"/>
                      <a:pt x="14180" y="78258"/>
                    </a:cubicBezTo>
                    <a:cubicBezTo>
                      <a:pt x="14159" y="78289"/>
                      <a:pt x="14143" y="78321"/>
                      <a:pt x="14124" y="78354"/>
                    </a:cubicBezTo>
                    <a:lnTo>
                      <a:pt x="1732" y="71295"/>
                    </a:lnTo>
                    <a:cubicBezTo>
                      <a:pt x="1882" y="70925"/>
                      <a:pt x="1769" y="70488"/>
                      <a:pt x="1431" y="70244"/>
                    </a:cubicBezTo>
                    <a:cubicBezTo>
                      <a:pt x="1279" y="70136"/>
                      <a:pt x="1101" y="70079"/>
                      <a:pt x="918" y="70079"/>
                    </a:cubicBezTo>
                    <a:cubicBezTo>
                      <a:pt x="869" y="70079"/>
                      <a:pt x="819" y="70083"/>
                      <a:pt x="770" y="70091"/>
                    </a:cubicBezTo>
                    <a:cubicBezTo>
                      <a:pt x="535" y="70130"/>
                      <a:pt x="333" y="70257"/>
                      <a:pt x="193" y="70449"/>
                    </a:cubicBezTo>
                    <a:cubicBezTo>
                      <a:pt x="56" y="70642"/>
                      <a:pt x="1" y="70875"/>
                      <a:pt x="40" y="71109"/>
                    </a:cubicBezTo>
                    <a:cubicBezTo>
                      <a:pt x="79" y="71343"/>
                      <a:pt x="206" y="71547"/>
                      <a:pt x="399" y="71685"/>
                    </a:cubicBezTo>
                    <a:cubicBezTo>
                      <a:pt x="555" y="71797"/>
                      <a:pt x="734" y="71851"/>
                      <a:pt x="913" y="71851"/>
                    </a:cubicBezTo>
                    <a:cubicBezTo>
                      <a:pt x="1096" y="71851"/>
                      <a:pt x="1276" y="71789"/>
                      <a:pt x="1426" y="71680"/>
                    </a:cubicBezTo>
                    <a:lnTo>
                      <a:pt x="30491" y="107933"/>
                    </a:lnTo>
                    <a:cubicBezTo>
                      <a:pt x="30474" y="107952"/>
                      <a:pt x="30454" y="107971"/>
                      <a:pt x="30437" y="107994"/>
                    </a:cubicBezTo>
                    <a:cubicBezTo>
                      <a:pt x="30426" y="108010"/>
                      <a:pt x="30418" y="108029"/>
                      <a:pt x="30408" y="108045"/>
                    </a:cubicBezTo>
                    <a:lnTo>
                      <a:pt x="5131" y="93125"/>
                    </a:lnTo>
                    <a:cubicBezTo>
                      <a:pt x="5273" y="92758"/>
                      <a:pt x="5159" y="92325"/>
                      <a:pt x="4826" y="92087"/>
                    </a:cubicBezTo>
                    <a:cubicBezTo>
                      <a:pt x="4669" y="91975"/>
                      <a:pt x="4489" y="91921"/>
                      <a:pt x="4311" y="91921"/>
                    </a:cubicBezTo>
                    <a:cubicBezTo>
                      <a:pt x="4035" y="91921"/>
                      <a:pt x="3763" y="92050"/>
                      <a:pt x="3589" y="92291"/>
                    </a:cubicBezTo>
                    <a:cubicBezTo>
                      <a:pt x="3305" y="92688"/>
                      <a:pt x="3397" y="93241"/>
                      <a:pt x="3792" y="93527"/>
                    </a:cubicBezTo>
                    <a:cubicBezTo>
                      <a:pt x="3950" y="93639"/>
                      <a:pt x="4128" y="93692"/>
                      <a:pt x="4308" y="93692"/>
                    </a:cubicBezTo>
                    <a:cubicBezTo>
                      <a:pt x="4578" y="93692"/>
                      <a:pt x="4846" y="93566"/>
                      <a:pt x="5020" y="93332"/>
                    </a:cubicBezTo>
                    <a:lnTo>
                      <a:pt x="30310" y="108260"/>
                    </a:lnTo>
                    <a:cubicBezTo>
                      <a:pt x="30273" y="108387"/>
                      <a:pt x="30261" y="108519"/>
                      <a:pt x="30283" y="108652"/>
                    </a:cubicBezTo>
                    <a:cubicBezTo>
                      <a:pt x="30322" y="108886"/>
                      <a:pt x="30449" y="109090"/>
                      <a:pt x="30642" y="109228"/>
                    </a:cubicBezTo>
                    <a:cubicBezTo>
                      <a:pt x="30795" y="109337"/>
                      <a:pt x="30972" y="109394"/>
                      <a:pt x="31155" y="109394"/>
                    </a:cubicBezTo>
                    <a:cubicBezTo>
                      <a:pt x="31203" y="109394"/>
                      <a:pt x="31252" y="109389"/>
                      <a:pt x="31301" y="109382"/>
                    </a:cubicBezTo>
                    <a:cubicBezTo>
                      <a:pt x="31386" y="109367"/>
                      <a:pt x="31466" y="109337"/>
                      <a:pt x="31543" y="109302"/>
                    </a:cubicBezTo>
                    <a:lnTo>
                      <a:pt x="38242" y="118625"/>
                    </a:lnTo>
                    <a:lnTo>
                      <a:pt x="38274" y="118671"/>
                    </a:lnTo>
                    <a:lnTo>
                      <a:pt x="55072" y="119689"/>
                    </a:lnTo>
                    <a:cubicBezTo>
                      <a:pt x="55111" y="119923"/>
                      <a:pt x="55238" y="120126"/>
                      <a:pt x="55429" y="120263"/>
                    </a:cubicBezTo>
                    <a:cubicBezTo>
                      <a:pt x="55585" y="120375"/>
                      <a:pt x="55765" y="120428"/>
                      <a:pt x="55944" y="120428"/>
                    </a:cubicBezTo>
                    <a:cubicBezTo>
                      <a:pt x="56219" y="120428"/>
                      <a:pt x="56492" y="120300"/>
                      <a:pt x="56664" y="120059"/>
                    </a:cubicBezTo>
                    <a:cubicBezTo>
                      <a:pt x="56949" y="119663"/>
                      <a:pt x="56857" y="119109"/>
                      <a:pt x="56461" y="118824"/>
                    </a:cubicBezTo>
                    <a:cubicBezTo>
                      <a:pt x="56309" y="118716"/>
                      <a:pt x="56131" y="118659"/>
                      <a:pt x="55949" y="118659"/>
                    </a:cubicBezTo>
                    <a:cubicBezTo>
                      <a:pt x="55900" y="118659"/>
                      <a:pt x="55850" y="118663"/>
                      <a:pt x="55801" y="118671"/>
                    </a:cubicBezTo>
                    <a:cubicBezTo>
                      <a:pt x="55750" y="118679"/>
                      <a:pt x="55702" y="118694"/>
                      <a:pt x="55655" y="118710"/>
                    </a:cubicBezTo>
                    <a:lnTo>
                      <a:pt x="43893" y="102095"/>
                    </a:lnTo>
                    <a:cubicBezTo>
                      <a:pt x="43920" y="102077"/>
                      <a:pt x="43946" y="102056"/>
                      <a:pt x="43971" y="102035"/>
                    </a:cubicBezTo>
                    <a:lnTo>
                      <a:pt x="78639" y="127440"/>
                    </a:lnTo>
                    <a:cubicBezTo>
                      <a:pt x="78569" y="127597"/>
                      <a:pt x="78545" y="127770"/>
                      <a:pt x="78575" y="127942"/>
                    </a:cubicBezTo>
                    <a:cubicBezTo>
                      <a:pt x="78613" y="128175"/>
                      <a:pt x="78740" y="128380"/>
                      <a:pt x="78933" y="128518"/>
                    </a:cubicBezTo>
                    <a:cubicBezTo>
                      <a:pt x="79089" y="128630"/>
                      <a:pt x="79269" y="128683"/>
                      <a:pt x="79447" y="128683"/>
                    </a:cubicBezTo>
                    <a:cubicBezTo>
                      <a:pt x="79723" y="128683"/>
                      <a:pt x="79996" y="128555"/>
                      <a:pt x="80168" y="128314"/>
                    </a:cubicBezTo>
                    <a:cubicBezTo>
                      <a:pt x="80402" y="127987"/>
                      <a:pt x="80378" y="127555"/>
                      <a:pt x="80140" y="127252"/>
                    </a:cubicBezTo>
                    <a:lnTo>
                      <a:pt x="95125" y="110526"/>
                    </a:lnTo>
                    <a:cubicBezTo>
                      <a:pt x="95273" y="110624"/>
                      <a:pt x="95441" y="110672"/>
                      <a:pt x="95607" y="110672"/>
                    </a:cubicBezTo>
                    <a:cubicBezTo>
                      <a:pt x="95788" y="110672"/>
                      <a:pt x="95963" y="110612"/>
                      <a:pt x="96112" y="110507"/>
                    </a:cubicBezTo>
                    <a:lnTo>
                      <a:pt x="102491" y="121570"/>
                    </a:lnTo>
                    <a:cubicBezTo>
                      <a:pt x="102377" y="121631"/>
                      <a:pt x="102271" y="121716"/>
                      <a:pt x="102190" y="121830"/>
                    </a:cubicBezTo>
                    <a:cubicBezTo>
                      <a:pt x="101904" y="122228"/>
                      <a:pt x="101997" y="122780"/>
                      <a:pt x="102393" y="123065"/>
                    </a:cubicBezTo>
                    <a:cubicBezTo>
                      <a:pt x="102545" y="123175"/>
                      <a:pt x="102723" y="123231"/>
                      <a:pt x="102906" y="123231"/>
                    </a:cubicBezTo>
                    <a:cubicBezTo>
                      <a:pt x="102954" y="123231"/>
                      <a:pt x="103004" y="123228"/>
                      <a:pt x="103052" y="123219"/>
                    </a:cubicBezTo>
                    <a:cubicBezTo>
                      <a:pt x="103284" y="123181"/>
                      <a:pt x="103489" y="123053"/>
                      <a:pt x="103626" y="122861"/>
                    </a:cubicBezTo>
                    <a:cubicBezTo>
                      <a:pt x="103912" y="122464"/>
                      <a:pt x="103819" y="121910"/>
                      <a:pt x="103423" y="121625"/>
                    </a:cubicBezTo>
                    <a:cubicBezTo>
                      <a:pt x="103268" y="121514"/>
                      <a:pt x="103091" y="121463"/>
                      <a:pt x="102915" y="121463"/>
                    </a:cubicBezTo>
                    <a:cubicBezTo>
                      <a:pt x="102846" y="121463"/>
                      <a:pt x="102778" y="121470"/>
                      <a:pt x="102712" y="121485"/>
                    </a:cubicBezTo>
                    <a:lnTo>
                      <a:pt x="96287" y="110342"/>
                    </a:lnTo>
                    <a:cubicBezTo>
                      <a:pt x="96298" y="110329"/>
                      <a:pt x="96313" y="110318"/>
                      <a:pt x="96325" y="110302"/>
                    </a:cubicBezTo>
                    <a:cubicBezTo>
                      <a:pt x="96610" y="109904"/>
                      <a:pt x="96518" y="109351"/>
                      <a:pt x="96121" y="109066"/>
                    </a:cubicBezTo>
                    <a:cubicBezTo>
                      <a:pt x="95993" y="108973"/>
                      <a:pt x="95844" y="108923"/>
                      <a:pt x="95692" y="108908"/>
                    </a:cubicBezTo>
                    <a:lnTo>
                      <a:pt x="88325" y="78424"/>
                    </a:lnTo>
                    <a:cubicBezTo>
                      <a:pt x="88400" y="78392"/>
                      <a:pt x="88472" y="78351"/>
                      <a:pt x="88538" y="78298"/>
                    </a:cubicBezTo>
                    <a:lnTo>
                      <a:pt x="112640" y="101661"/>
                    </a:lnTo>
                    <a:cubicBezTo>
                      <a:pt x="112415" y="102050"/>
                      <a:pt x="112513" y="102555"/>
                      <a:pt x="112886" y="102822"/>
                    </a:cubicBezTo>
                    <a:cubicBezTo>
                      <a:pt x="113043" y="102935"/>
                      <a:pt x="113222" y="102988"/>
                      <a:pt x="113401" y="102988"/>
                    </a:cubicBezTo>
                    <a:cubicBezTo>
                      <a:pt x="113421" y="102988"/>
                      <a:pt x="113442" y="102983"/>
                      <a:pt x="113461" y="102982"/>
                    </a:cubicBezTo>
                    <a:lnTo>
                      <a:pt x="118567" y="120230"/>
                    </a:lnTo>
                    <a:cubicBezTo>
                      <a:pt x="118456" y="120292"/>
                      <a:pt x="118356" y="120375"/>
                      <a:pt x="118277" y="120485"/>
                    </a:cubicBezTo>
                    <a:cubicBezTo>
                      <a:pt x="117993" y="120882"/>
                      <a:pt x="118085" y="121436"/>
                      <a:pt x="118480" y="121721"/>
                    </a:cubicBezTo>
                    <a:cubicBezTo>
                      <a:pt x="118632" y="121830"/>
                      <a:pt x="118811" y="121886"/>
                      <a:pt x="118994" y="121886"/>
                    </a:cubicBezTo>
                    <a:cubicBezTo>
                      <a:pt x="119042" y="121886"/>
                      <a:pt x="119091" y="121882"/>
                      <a:pt x="119139" y="121875"/>
                    </a:cubicBezTo>
                    <a:cubicBezTo>
                      <a:pt x="119372" y="121835"/>
                      <a:pt x="119577" y="121709"/>
                      <a:pt x="119715" y="121516"/>
                    </a:cubicBezTo>
                    <a:cubicBezTo>
                      <a:pt x="119999" y="121118"/>
                      <a:pt x="119907" y="120565"/>
                      <a:pt x="119511" y="120281"/>
                    </a:cubicBezTo>
                    <a:cubicBezTo>
                      <a:pt x="119357" y="120170"/>
                      <a:pt x="119179" y="120118"/>
                      <a:pt x="119002" y="120118"/>
                    </a:cubicBezTo>
                    <a:cubicBezTo>
                      <a:pt x="118929" y="120118"/>
                      <a:pt x="118856" y="120127"/>
                      <a:pt x="118785" y="120144"/>
                    </a:cubicBezTo>
                    <a:lnTo>
                      <a:pt x="113690" y="102933"/>
                    </a:lnTo>
                    <a:cubicBezTo>
                      <a:pt x="113856" y="102876"/>
                      <a:pt x="114009" y="102773"/>
                      <a:pt x="114121" y="102619"/>
                    </a:cubicBezTo>
                    <a:cubicBezTo>
                      <a:pt x="114405" y="102222"/>
                      <a:pt x="114313" y="101668"/>
                      <a:pt x="113917" y="101384"/>
                    </a:cubicBezTo>
                    <a:cubicBezTo>
                      <a:pt x="113762" y="101272"/>
                      <a:pt x="113582" y="101219"/>
                      <a:pt x="113404" y="101219"/>
                    </a:cubicBezTo>
                    <a:cubicBezTo>
                      <a:pt x="113177" y="101219"/>
                      <a:pt x="112951" y="101307"/>
                      <a:pt x="112782" y="101473"/>
                    </a:cubicBezTo>
                    <a:lnTo>
                      <a:pt x="88698" y="78130"/>
                    </a:lnTo>
                    <a:cubicBezTo>
                      <a:pt x="88756" y="78050"/>
                      <a:pt x="88793" y="77963"/>
                      <a:pt x="88820" y="77873"/>
                    </a:cubicBezTo>
                    <a:lnTo>
                      <a:pt x="104040" y="80436"/>
                    </a:lnTo>
                    <a:cubicBezTo>
                      <a:pt x="104042" y="80710"/>
                      <a:pt x="104168" y="80979"/>
                      <a:pt x="104406" y="81151"/>
                    </a:cubicBezTo>
                    <a:cubicBezTo>
                      <a:pt x="104559" y="81260"/>
                      <a:pt x="104736" y="81316"/>
                      <a:pt x="104920" y="81316"/>
                    </a:cubicBezTo>
                    <a:cubicBezTo>
                      <a:pt x="104968" y="81316"/>
                      <a:pt x="105019" y="81312"/>
                      <a:pt x="105067" y="81303"/>
                    </a:cubicBezTo>
                    <a:cubicBezTo>
                      <a:pt x="105299" y="81265"/>
                      <a:pt x="105503" y="81138"/>
                      <a:pt x="105641" y="80945"/>
                    </a:cubicBezTo>
                    <a:cubicBezTo>
                      <a:pt x="105673" y="80901"/>
                      <a:pt x="105700" y="80853"/>
                      <a:pt x="105722" y="80805"/>
                    </a:cubicBezTo>
                    <a:lnTo>
                      <a:pt x="125340" y="86830"/>
                    </a:lnTo>
                    <a:cubicBezTo>
                      <a:pt x="125298" y="87143"/>
                      <a:pt x="125422" y="87472"/>
                      <a:pt x="125697" y="87670"/>
                    </a:cubicBezTo>
                    <a:cubicBezTo>
                      <a:pt x="125850" y="87779"/>
                      <a:pt x="126027" y="87835"/>
                      <a:pt x="126212" y="87835"/>
                    </a:cubicBezTo>
                    <a:cubicBezTo>
                      <a:pt x="126260" y="87835"/>
                      <a:pt x="126310" y="87831"/>
                      <a:pt x="126358" y="87823"/>
                    </a:cubicBezTo>
                    <a:cubicBezTo>
                      <a:pt x="126590" y="87784"/>
                      <a:pt x="126795" y="87657"/>
                      <a:pt x="126932" y="87464"/>
                    </a:cubicBezTo>
                    <a:cubicBezTo>
                      <a:pt x="127070" y="87272"/>
                      <a:pt x="127125" y="87039"/>
                      <a:pt x="127086" y="86804"/>
                    </a:cubicBezTo>
                    <a:cubicBezTo>
                      <a:pt x="127048" y="86571"/>
                      <a:pt x="126920" y="86367"/>
                      <a:pt x="126728" y="86229"/>
                    </a:cubicBezTo>
                    <a:cubicBezTo>
                      <a:pt x="126572" y="86117"/>
                      <a:pt x="126392" y="86063"/>
                      <a:pt x="126213" y="86063"/>
                    </a:cubicBezTo>
                    <a:cubicBezTo>
                      <a:pt x="125937" y="86063"/>
                      <a:pt x="125665" y="86191"/>
                      <a:pt x="125492" y="86432"/>
                    </a:cubicBezTo>
                    <a:cubicBezTo>
                      <a:pt x="125454" y="86486"/>
                      <a:pt x="125423" y="86543"/>
                      <a:pt x="125399" y="86602"/>
                    </a:cubicBezTo>
                    <a:lnTo>
                      <a:pt x="105791" y="80580"/>
                    </a:lnTo>
                    <a:cubicBezTo>
                      <a:pt x="105808" y="80484"/>
                      <a:pt x="105812" y="80386"/>
                      <a:pt x="105795" y="80285"/>
                    </a:cubicBezTo>
                    <a:cubicBezTo>
                      <a:pt x="105757" y="80052"/>
                      <a:pt x="105629" y="79848"/>
                      <a:pt x="105437" y="79710"/>
                    </a:cubicBezTo>
                    <a:cubicBezTo>
                      <a:pt x="105283" y="79599"/>
                      <a:pt x="105105" y="79547"/>
                      <a:pt x="104928" y="79547"/>
                    </a:cubicBezTo>
                    <a:cubicBezTo>
                      <a:pt x="104839" y="79547"/>
                      <a:pt x="104751" y="79560"/>
                      <a:pt x="104666" y="79586"/>
                    </a:cubicBezTo>
                    <a:lnTo>
                      <a:pt x="91291" y="59370"/>
                    </a:lnTo>
                    <a:cubicBezTo>
                      <a:pt x="91351" y="59320"/>
                      <a:pt x="91408" y="59265"/>
                      <a:pt x="91454" y="59199"/>
                    </a:cubicBezTo>
                    <a:cubicBezTo>
                      <a:pt x="91612" y="58980"/>
                      <a:pt x="91650" y="58716"/>
                      <a:pt x="91591" y="58473"/>
                    </a:cubicBezTo>
                    <a:lnTo>
                      <a:pt x="121723" y="42022"/>
                    </a:lnTo>
                    <a:cubicBezTo>
                      <a:pt x="121773" y="42082"/>
                      <a:pt x="121827" y="42140"/>
                      <a:pt x="121893" y="42188"/>
                    </a:cubicBezTo>
                    <a:cubicBezTo>
                      <a:pt x="122049" y="42300"/>
                      <a:pt x="122229" y="42354"/>
                      <a:pt x="122408" y="42354"/>
                    </a:cubicBezTo>
                    <a:cubicBezTo>
                      <a:pt x="122508" y="42354"/>
                      <a:pt x="122608" y="42331"/>
                      <a:pt x="122702" y="42298"/>
                    </a:cubicBezTo>
                    <a:lnTo>
                      <a:pt x="143453" y="68738"/>
                    </a:lnTo>
                    <a:cubicBezTo>
                      <a:pt x="143438" y="68755"/>
                      <a:pt x="143422" y="68770"/>
                      <a:pt x="143408" y="68787"/>
                    </a:cubicBezTo>
                    <a:cubicBezTo>
                      <a:pt x="143123" y="69184"/>
                      <a:pt x="143215" y="69738"/>
                      <a:pt x="143613" y="70023"/>
                    </a:cubicBezTo>
                    <a:cubicBezTo>
                      <a:pt x="143769" y="70135"/>
                      <a:pt x="143948" y="70188"/>
                      <a:pt x="144127" y="70188"/>
                    </a:cubicBezTo>
                    <a:cubicBezTo>
                      <a:pt x="144155" y="70188"/>
                      <a:pt x="144182" y="70181"/>
                      <a:pt x="144210" y="70179"/>
                    </a:cubicBezTo>
                    <a:lnTo>
                      <a:pt x="150276" y="95191"/>
                    </a:lnTo>
                    <a:cubicBezTo>
                      <a:pt x="150132" y="95254"/>
                      <a:pt x="150005" y="95352"/>
                      <a:pt x="149911" y="95484"/>
                    </a:cubicBezTo>
                    <a:cubicBezTo>
                      <a:pt x="149774" y="95676"/>
                      <a:pt x="149718" y="95910"/>
                      <a:pt x="149758" y="96144"/>
                    </a:cubicBezTo>
                    <a:cubicBezTo>
                      <a:pt x="149796" y="96377"/>
                      <a:pt x="149923" y="96581"/>
                      <a:pt x="150116" y="96719"/>
                    </a:cubicBezTo>
                    <a:cubicBezTo>
                      <a:pt x="150272" y="96832"/>
                      <a:pt x="150451" y="96885"/>
                      <a:pt x="150630" y="96885"/>
                    </a:cubicBezTo>
                    <a:cubicBezTo>
                      <a:pt x="150905" y="96885"/>
                      <a:pt x="151178" y="96757"/>
                      <a:pt x="151351" y="96516"/>
                    </a:cubicBezTo>
                    <a:cubicBezTo>
                      <a:pt x="151633" y="96119"/>
                      <a:pt x="151542" y="95564"/>
                      <a:pt x="151145" y="95281"/>
                    </a:cubicBezTo>
                    <a:cubicBezTo>
                      <a:pt x="150994" y="95171"/>
                      <a:pt x="150817" y="95116"/>
                      <a:pt x="150635" y="95116"/>
                    </a:cubicBezTo>
                    <a:cubicBezTo>
                      <a:pt x="150591" y="95116"/>
                      <a:pt x="150546" y="95119"/>
                      <a:pt x="150501" y="95126"/>
                    </a:cubicBezTo>
                    <a:lnTo>
                      <a:pt x="144439" y="70126"/>
                    </a:lnTo>
                    <a:cubicBezTo>
                      <a:pt x="144598" y="70068"/>
                      <a:pt x="144742" y="69967"/>
                      <a:pt x="144848" y="69819"/>
                    </a:cubicBezTo>
                    <a:cubicBezTo>
                      <a:pt x="145133" y="69422"/>
                      <a:pt x="145041" y="68869"/>
                      <a:pt x="144643" y="68584"/>
                    </a:cubicBezTo>
                    <a:cubicBezTo>
                      <a:pt x="144489" y="68473"/>
                      <a:pt x="144310" y="68419"/>
                      <a:pt x="144133" y="68419"/>
                    </a:cubicBezTo>
                    <a:cubicBezTo>
                      <a:pt x="143954" y="68419"/>
                      <a:pt x="143776" y="68474"/>
                      <a:pt x="143625" y="68579"/>
                    </a:cubicBezTo>
                    <a:lnTo>
                      <a:pt x="122923" y="42187"/>
                    </a:lnTo>
                    <a:cubicBezTo>
                      <a:pt x="123003" y="42130"/>
                      <a:pt x="123078" y="42066"/>
                      <a:pt x="123137" y="41982"/>
                    </a:cubicBezTo>
                    <a:cubicBezTo>
                      <a:pt x="123422" y="41585"/>
                      <a:pt x="123330" y="41031"/>
                      <a:pt x="122934" y="40747"/>
                    </a:cubicBezTo>
                    <a:cubicBezTo>
                      <a:pt x="122782" y="40638"/>
                      <a:pt x="122603" y="40581"/>
                      <a:pt x="122419" y="40581"/>
                    </a:cubicBezTo>
                    <a:cubicBezTo>
                      <a:pt x="122371" y="40581"/>
                      <a:pt x="122322" y="40585"/>
                      <a:pt x="122273" y="40593"/>
                    </a:cubicBezTo>
                    <a:cubicBezTo>
                      <a:pt x="122040" y="40632"/>
                      <a:pt x="121837" y="40759"/>
                      <a:pt x="121699" y="40952"/>
                    </a:cubicBezTo>
                    <a:cubicBezTo>
                      <a:pt x="121684" y="40972"/>
                      <a:pt x="121674" y="40993"/>
                      <a:pt x="121662" y="41015"/>
                    </a:cubicBezTo>
                    <a:lnTo>
                      <a:pt x="88927" y="19118"/>
                    </a:lnTo>
                    <a:cubicBezTo>
                      <a:pt x="89200" y="18723"/>
                      <a:pt x="89106" y="18178"/>
                      <a:pt x="88714" y="17898"/>
                    </a:cubicBezTo>
                    <a:cubicBezTo>
                      <a:pt x="88558" y="17786"/>
                      <a:pt x="88378" y="17733"/>
                      <a:pt x="88200" y="17733"/>
                    </a:cubicBezTo>
                    <a:cubicBezTo>
                      <a:pt x="87924" y="17733"/>
                      <a:pt x="87652" y="17861"/>
                      <a:pt x="87479" y="18101"/>
                    </a:cubicBezTo>
                    <a:cubicBezTo>
                      <a:pt x="87463" y="18124"/>
                      <a:pt x="87452" y="18149"/>
                      <a:pt x="87437" y="18172"/>
                    </a:cubicBezTo>
                    <a:lnTo>
                      <a:pt x="59626" y="948"/>
                    </a:lnTo>
                    <a:cubicBezTo>
                      <a:pt x="59646" y="651"/>
                      <a:pt x="59520" y="351"/>
                      <a:pt x="59262" y="166"/>
                    </a:cubicBezTo>
                    <a:cubicBezTo>
                      <a:pt x="59111" y="58"/>
                      <a:pt x="58932" y="0"/>
                      <a:pt x="58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25"/>
              <p:cNvSpPr/>
              <p:nvPr/>
            </p:nvSpPr>
            <p:spPr>
              <a:xfrm>
                <a:off x="1522650" y="3538750"/>
                <a:ext cx="2417375" cy="1058350"/>
              </a:xfrm>
              <a:custGeom>
                <a:avLst/>
                <a:gdLst/>
                <a:ahLst/>
                <a:cxnLst/>
                <a:rect l="l" t="t" r="r" b="b"/>
                <a:pathLst>
                  <a:path w="96695" h="42334" extrusionOk="0">
                    <a:moveTo>
                      <a:pt x="1008" y="1"/>
                    </a:moveTo>
                    <a:cubicBezTo>
                      <a:pt x="960" y="1"/>
                      <a:pt x="911" y="5"/>
                      <a:pt x="862" y="13"/>
                    </a:cubicBezTo>
                    <a:cubicBezTo>
                      <a:pt x="628" y="51"/>
                      <a:pt x="424" y="179"/>
                      <a:pt x="285" y="371"/>
                    </a:cubicBezTo>
                    <a:cubicBezTo>
                      <a:pt x="1" y="768"/>
                      <a:pt x="93" y="1321"/>
                      <a:pt x="489" y="1607"/>
                    </a:cubicBezTo>
                    <a:cubicBezTo>
                      <a:pt x="641" y="1716"/>
                      <a:pt x="819" y="1772"/>
                      <a:pt x="1002" y="1772"/>
                    </a:cubicBezTo>
                    <a:cubicBezTo>
                      <a:pt x="1050" y="1772"/>
                      <a:pt x="1100" y="1768"/>
                      <a:pt x="1148" y="1760"/>
                    </a:cubicBezTo>
                    <a:cubicBezTo>
                      <a:pt x="1382" y="1721"/>
                      <a:pt x="1585" y="1594"/>
                      <a:pt x="1724" y="1401"/>
                    </a:cubicBezTo>
                    <a:cubicBezTo>
                      <a:pt x="1775" y="1331"/>
                      <a:pt x="1812" y="1251"/>
                      <a:pt x="1839" y="1170"/>
                    </a:cubicBezTo>
                    <a:lnTo>
                      <a:pt x="49478" y="20273"/>
                    </a:lnTo>
                    <a:cubicBezTo>
                      <a:pt x="49259" y="20661"/>
                      <a:pt x="49358" y="21161"/>
                      <a:pt x="49729" y="21426"/>
                    </a:cubicBezTo>
                    <a:cubicBezTo>
                      <a:pt x="49886" y="21538"/>
                      <a:pt x="50065" y="21592"/>
                      <a:pt x="50244" y="21592"/>
                    </a:cubicBezTo>
                    <a:cubicBezTo>
                      <a:pt x="50520" y="21592"/>
                      <a:pt x="50792" y="21463"/>
                      <a:pt x="50965" y="21223"/>
                    </a:cubicBezTo>
                    <a:cubicBezTo>
                      <a:pt x="50983" y="21196"/>
                      <a:pt x="50997" y="21168"/>
                      <a:pt x="51011" y="21141"/>
                    </a:cubicBezTo>
                    <a:lnTo>
                      <a:pt x="70453" y="38632"/>
                    </a:lnTo>
                    <a:cubicBezTo>
                      <a:pt x="70320" y="38824"/>
                      <a:pt x="70266" y="39053"/>
                      <a:pt x="70304" y="39285"/>
                    </a:cubicBezTo>
                    <a:cubicBezTo>
                      <a:pt x="70342" y="39518"/>
                      <a:pt x="70469" y="39722"/>
                      <a:pt x="70662" y="39860"/>
                    </a:cubicBezTo>
                    <a:cubicBezTo>
                      <a:pt x="70818" y="39972"/>
                      <a:pt x="70998" y="40026"/>
                      <a:pt x="71176" y="40026"/>
                    </a:cubicBezTo>
                    <a:cubicBezTo>
                      <a:pt x="71452" y="40026"/>
                      <a:pt x="71725" y="39897"/>
                      <a:pt x="71897" y="39657"/>
                    </a:cubicBezTo>
                    <a:cubicBezTo>
                      <a:pt x="71957" y="39572"/>
                      <a:pt x="71998" y="39480"/>
                      <a:pt x="72025" y="39385"/>
                    </a:cubicBezTo>
                    <a:lnTo>
                      <a:pt x="94903" y="41502"/>
                    </a:lnTo>
                    <a:cubicBezTo>
                      <a:pt x="94919" y="41758"/>
                      <a:pt x="95040" y="42007"/>
                      <a:pt x="95266" y="42168"/>
                    </a:cubicBezTo>
                    <a:cubicBezTo>
                      <a:pt x="95423" y="42280"/>
                      <a:pt x="95601" y="42334"/>
                      <a:pt x="95781" y="42334"/>
                    </a:cubicBezTo>
                    <a:cubicBezTo>
                      <a:pt x="96056" y="42334"/>
                      <a:pt x="96329" y="42206"/>
                      <a:pt x="96502" y="41965"/>
                    </a:cubicBezTo>
                    <a:cubicBezTo>
                      <a:pt x="96639" y="41772"/>
                      <a:pt x="96694" y="41539"/>
                      <a:pt x="96655" y="41305"/>
                    </a:cubicBezTo>
                    <a:cubicBezTo>
                      <a:pt x="96620" y="41070"/>
                      <a:pt x="96493" y="40865"/>
                      <a:pt x="96301" y="40727"/>
                    </a:cubicBezTo>
                    <a:cubicBezTo>
                      <a:pt x="96148" y="40618"/>
                      <a:pt x="95971" y="40561"/>
                      <a:pt x="95788" y="40561"/>
                    </a:cubicBezTo>
                    <a:cubicBezTo>
                      <a:pt x="95739" y="40561"/>
                      <a:pt x="95690" y="40565"/>
                      <a:pt x="95641" y="40573"/>
                    </a:cubicBezTo>
                    <a:cubicBezTo>
                      <a:pt x="95408" y="40613"/>
                      <a:pt x="95203" y="40739"/>
                      <a:pt x="95065" y="40932"/>
                    </a:cubicBezTo>
                    <a:cubicBezTo>
                      <a:pt x="94993" y="41035"/>
                      <a:pt x="94944" y="41149"/>
                      <a:pt x="94920" y="41266"/>
                    </a:cubicBezTo>
                    <a:lnTo>
                      <a:pt x="72064" y="39153"/>
                    </a:lnTo>
                    <a:cubicBezTo>
                      <a:pt x="72068" y="38873"/>
                      <a:pt x="71940" y="38595"/>
                      <a:pt x="71697" y="38420"/>
                    </a:cubicBezTo>
                    <a:cubicBezTo>
                      <a:pt x="71545" y="38311"/>
                      <a:pt x="71367" y="38254"/>
                      <a:pt x="71183" y="38254"/>
                    </a:cubicBezTo>
                    <a:cubicBezTo>
                      <a:pt x="71134" y="38254"/>
                      <a:pt x="71085" y="38258"/>
                      <a:pt x="71036" y="38266"/>
                    </a:cubicBezTo>
                    <a:cubicBezTo>
                      <a:pt x="70879" y="38292"/>
                      <a:pt x="70737" y="38361"/>
                      <a:pt x="70617" y="38461"/>
                    </a:cubicBezTo>
                    <a:lnTo>
                      <a:pt x="51109" y="20911"/>
                    </a:lnTo>
                    <a:cubicBezTo>
                      <a:pt x="51188" y="20572"/>
                      <a:pt x="51063" y="20203"/>
                      <a:pt x="50764" y="19988"/>
                    </a:cubicBezTo>
                    <a:cubicBezTo>
                      <a:pt x="50609" y="19877"/>
                      <a:pt x="50430" y="19824"/>
                      <a:pt x="50253" y="19824"/>
                    </a:cubicBezTo>
                    <a:cubicBezTo>
                      <a:pt x="50023" y="19824"/>
                      <a:pt x="49796" y="19913"/>
                      <a:pt x="49627" y="20080"/>
                    </a:cubicBezTo>
                    <a:lnTo>
                      <a:pt x="1890" y="937"/>
                    </a:lnTo>
                    <a:cubicBezTo>
                      <a:pt x="1894" y="873"/>
                      <a:pt x="1893" y="807"/>
                      <a:pt x="1881" y="741"/>
                    </a:cubicBezTo>
                    <a:cubicBezTo>
                      <a:pt x="1842" y="507"/>
                      <a:pt x="1715" y="304"/>
                      <a:pt x="1523" y="167"/>
                    </a:cubicBezTo>
                    <a:cubicBezTo>
                      <a:pt x="1371" y="58"/>
                      <a:pt x="1192" y="1"/>
                      <a:pt x="100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●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○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■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●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○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■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●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○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Char char="■"/>
              <a:defRPr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6" r:id="rId6"/>
    <p:sldLayoutId id="2147483658" r:id="rId7"/>
    <p:sldLayoutId id="2147483659" r:id="rId8"/>
    <p:sldLayoutId id="2147483667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8.pn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Google Shape;25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738810" y="0"/>
            <a:ext cx="340519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9"/>
          <p:cNvSpPr txBox="1">
            <a:spLocks noGrp="1"/>
          </p:cNvSpPr>
          <p:nvPr>
            <p:ph type="ctrTitle"/>
          </p:nvPr>
        </p:nvSpPr>
        <p:spPr>
          <a:xfrm>
            <a:off x="713224" y="2205375"/>
            <a:ext cx="6067901" cy="161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>
                <a:solidFill>
                  <a:schemeClr val="dk1"/>
                </a:solidFill>
              </a:rPr>
              <a:t>Telekom hálózata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54" name="Google Shape;254;p29"/>
          <p:cNvSpPr txBox="1">
            <a:spLocks noGrp="1"/>
          </p:cNvSpPr>
          <p:nvPr>
            <p:ph type="subTitle" idx="1"/>
          </p:nvPr>
        </p:nvSpPr>
        <p:spPr>
          <a:xfrm>
            <a:off x="0" y="4674900"/>
            <a:ext cx="4085776" cy="46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Horváth Márk, Braun Dénes, Tőzsér Barnabás</a:t>
            </a:r>
            <a:endParaRPr dirty="0"/>
          </a:p>
        </p:txBody>
      </p:sp>
      <p:pic>
        <p:nvPicPr>
          <p:cNvPr id="4" name="Kép 3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60D0C8D-06C2-3B17-E534-7946BD5F7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34659" y="-2540028"/>
            <a:ext cx="3066013" cy="30660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1"/>
          <p:cNvSpPr txBox="1">
            <a:spLocks noGrp="1"/>
          </p:cNvSpPr>
          <p:nvPr>
            <p:ph type="title"/>
          </p:nvPr>
        </p:nvSpPr>
        <p:spPr>
          <a:xfrm>
            <a:off x="200816" y="0"/>
            <a:ext cx="33338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csapat tagjai :</a:t>
            </a:r>
            <a:endParaRPr dirty="0"/>
          </a:p>
        </p:txBody>
      </p:sp>
      <p:sp>
        <p:nvSpPr>
          <p:cNvPr id="7" name="Cím 6">
            <a:extLst>
              <a:ext uri="{FF2B5EF4-FFF2-40B4-BE49-F238E27FC236}">
                <a16:creationId xmlns:a16="http://schemas.microsoft.com/office/drawing/2014/main" id="{3897DE3A-71F3-C2B9-F468-CFF68538B2BE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1218176" y="3994408"/>
            <a:ext cx="1826567" cy="447600"/>
          </a:xfrm>
        </p:spPr>
        <p:txBody>
          <a:bodyPr/>
          <a:lstStyle/>
          <a:p>
            <a:r>
              <a:rPr lang="hu-HU" sz="2000" dirty="0"/>
              <a:t>Horváth Márk</a:t>
            </a:r>
          </a:p>
        </p:txBody>
      </p:sp>
      <p:sp>
        <p:nvSpPr>
          <p:cNvPr id="11" name="Cím 10">
            <a:extLst>
              <a:ext uri="{FF2B5EF4-FFF2-40B4-BE49-F238E27FC236}">
                <a16:creationId xmlns:a16="http://schemas.microsoft.com/office/drawing/2014/main" id="{48A1D8DC-0584-90FB-C475-590067192DBB}"/>
              </a:ext>
            </a:extLst>
          </p:cNvPr>
          <p:cNvSpPr>
            <a:spLocks noGrp="1"/>
          </p:cNvSpPr>
          <p:nvPr>
            <p:ph type="title" idx="5"/>
          </p:nvPr>
        </p:nvSpPr>
        <p:spPr>
          <a:xfrm>
            <a:off x="3699209" y="3994408"/>
            <a:ext cx="1745581" cy="447600"/>
          </a:xfrm>
        </p:spPr>
        <p:txBody>
          <a:bodyPr/>
          <a:lstStyle/>
          <a:p>
            <a:r>
              <a:rPr lang="hu-HU" sz="2000" dirty="0"/>
              <a:t>Braun Dénes</a:t>
            </a:r>
          </a:p>
        </p:txBody>
      </p:sp>
      <p:sp>
        <p:nvSpPr>
          <p:cNvPr id="15" name="Cím 14">
            <a:extLst>
              <a:ext uri="{FF2B5EF4-FFF2-40B4-BE49-F238E27FC236}">
                <a16:creationId xmlns:a16="http://schemas.microsoft.com/office/drawing/2014/main" id="{617D6943-3072-57BF-1102-E8D1775E5813}"/>
              </a:ext>
            </a:extLst>
          </p:cNvPr>
          <p:cNvSpPr>
            <a:spLocks noGrp="1"/>
          </p:cNvSpPr>
          <p:nvPr>
            <p:ph type="title" idx="7"/>
          </p:nvPr>
        </p:nvSpPr>
        <p:spPr>
          <a:xfrm>
            <a:off x="6099256" y="3994408"/>
            <a:ext cx="2350389" cy="447600"/>
          </a:xfrm>
        </p:spPr>
        <p:txBody>
          <a:bodyPr/>
          <a:lstStyle/>
          <a:p>
            <a:r>
              <a:rPr lang="hu-HU" sz="2000" dirty="0"/>
              <a:t>Tőzsér Barnabás</a:t>
            </a:r>
          </a:p>
        </p:txBody>
      </p:sp>
      <p:pic>
        <p:nvPicPr>
          <p:cNvPr id="2" name="Kép 1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4D0D922-0235-373B-79C5-722BDC87F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pic>
        <p:nvPicPr>
          <p:cNvPr id="4" name="Kép 3" descr="A képen Emberi arc, személy, ruházat, fal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C8FE56F-FBE2-71FF-DDD2-AD0C4F400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469" y="967595"/>
            <a:ext cx="2125980" cy="2834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Kép 5" descr="A képen fal, Emberi arc, személy, ruházat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D27F212-80A4-DBFD-18BC-88324D1086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9009" y="967595"/>
            <a:ext cx="2125980" cy="2834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Kép 7" descr="A képen személy, Emberi arc, fedett pályás, mosoly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B437213-6DF6-980D-53CA-98F8B9DCB5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8127" y="967595"/>
            <a:ext cx="1752645" cy="2834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402F139B-72FE-6C5C-1D7B-91709487A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ím 6">
            <a:extLst>
              <a:ext uri="{FF2B5EF4-FFF2-40B4-BE49-F238E27FC236}">
                <a16:creationId xmlns:a16="http://schemas.microsoft.com/office/drawing/2014/main" id="{BDDE67FC-3D1E-6CF8-FEE8-C9E0D46A2DCB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3658716" y="405388"/>
            <a:ext cx="1826567" cy="447600"/>
          </a:xfrm>
        </p:spPr>
        <p:txBody>
          <a:bodyPr/>
          <a:lstStyle/>
          <a:p>
            <a:r>
              <a:rPr lang="hu-HU" sz="2000" dirty="0"/>
              <a:t>Horváth Márk</a:t>
            </a:r>
          </a:p>
        </p:txBody>
      </p:sp>
      <p:pic>
        <p:nvPicPr>
          <p:cNvPr id="2" name="Kép 1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A4C27458-CDAE-7D1F-90B5-323B0CC5AA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pic>
        <p:nvPicPr>
          <p:cNvPr id="4" name="Kép 3" descr="A képen Emberi arc, személy, ruházat, fal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FCE11D0F-9AEF-9870-CEA1-15C5748D30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517" y="405388"/>
            <a:ext cx="2675059" cy="3566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7637825B-A21E-8458-95C3-86B1491A7D5D}"/>
              </a:ext>
            </a:extLst>
          </p:cNvPr>
          <p:cNvSpPr txBox="1"/>
          <p:nvPr/>
        </p:nvSpPr>
        <p:spPr>
          <a:xfrm>
            <a:off x="3658716" y="1171366"/>
            <a:ext cx="4950767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sz="1600" dirty="0">
                <a:solidFill>
                  <a:schemeClr val="dk1"/>
                </a:solidFill>
                <a:latin typeface="Cairo"/>
                <a:cs typeface="Cairo"/>
                <a:sym typeface="Cairo"/>
              </a:rPr>
              <a:t>Hálózattervező és üzemeltető szakember a </a:t>
            </a:r>
            <a:r>
              <a:rPr lang="hu-HU" sz="1600" dirty="0" err="1">
                <a:solidFill>
                  <a:schemeClr val="dk1"/>
                </a:solidFill>
                <a:latin typeface="Cairo"/>
                <a:cs typeface="Cairo"/>
                <a:sym typeface="Cairo"/>
              </a:rPr>
              <a:t>SegíTechnél</a:t>
            </a:r>
            <a:endParaRPr lang="hu-HU" sz="1600" dirty="0">
              <a:solidFill>
                <a:schemeClr val="dk1"/>
              </a:solidFill>
              <a:latin typeface="Cairo"/>
              <a:cs typeface="Cairo"/>
              <a:sym typeface="Cairo"/>
            </a:endParaRPr>
          </a:p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hu-HU" sz="1600" dirty="0">
              <a:solidFill>
                <a:schemeClr val="dk1"/>
              </a:solidFill>
              <a:latin typeface="Cairo"/>
              <a:cs typeface="Cairo"/>
              <a:sym typeface="Cairo"/>
            </a:endParaRPr>
          </a:p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sz="1600" dirty="0">
                <a:solidFill>
                  <a:schemeClr val="dk1"/>
                </a:solidFill>
                <a:latin typeface="Cairo"/>
                <a:cs typeface="Cairo"/>
                <a:sym typeface="Cairo"/>
              </a:rPr>
              <a:t>Végzettség: Neumann János Technikum – naprakész, gyakorlatias tudással</a:t>
            </a:r>
          </a:p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hu-HU" sz="1600" dirty="0">
              <a:solidFill>
                <a:schemeClr val="dk1"/>
              </a:solidFill>
              <a:latin typeface="Cairo"/>
              <a:cs typeface="Cairo"/>
              <a:sym typeface="Cairo"/>
            </a:endParaRPr>
          </a:p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sz="1600" dirty="0">
                <a:solidFill>
                  <a:schemeClr val="dk1"/>
                </a:solidFill>
                <a:latin typeface="Cairo"/>
                <a:cs typeface="Cairo"/>
                <a:sym typeface="Cairo"/>
              </a:rPr>
              <a:t>Szereti a kihívásokat, motiválják a komplex feladatok</a:t>
            </a:r>
          </a:p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hu-HU" sz="1600" dirty="0">
              <a:solidFill>
                <a:schemeClr val="dk1"/>
              </a:solidFill>
              <a:latin typeface="Cairo"/>
              <a:cs typeface="Cairo"/>
              <a:sym typeface="Cairo"/>
            </a:endParaRPr>
          </a:p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sz="1600" dirty="0">
                <a:solidFill>
                  <a:schemeClr val="dk1"/>
                </a:solidFill>
                <a:latin typeface="Cairo"/>
                <a:cs typeface="Cairo"/>
                <a:sym typeface="Cairo"/>
              </a:rPr>
              <a:t>A projekt kiváló lehetőség volt szakmai tudása bizonyítására</a:t>
            </a:r>
          </a:p>
        </p:txBody>
      </p:sp>
    </p:spTree>
    <p:extLst>
      <p:ext uri="{BB962C8B-B14F-4D97-AF65-F5344CB8AC3E}">
        <p14:creationId xmlns:p14="http://schemas.microsoft.com/office/powerpoint/2010/main" val="4197975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2B3DF850-21D9-BB6E-E5E3-3AB05D3EC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ím 6">
            <a:extLst>
              <a:ext uri="{FF2B5EF4-FFF2-40B4-BE49-F238E27FC236}">
                <a16:creationId xmlns:a16="http://schemas.microsoft.com/office/drawing/2014/main" id="{49D50002-60E8-4CAF-16A3-9C2A454C648D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3477860" y="408796"/>
            <a:ext cx="1826567" cy="447600"/>
          </a:xfrm>
        </p:spPr>
        <p:txBody>
          <a:bodyPr/>
          <a:lstStyle/>
          <a:p>
            <a:r>
              <a:rPr lang="hu-HU" sz="2000" dirty="0"/>
              <a:t>Braun Dénes</a:t>
            </a:r>
          </a:p>
        </p:txBody>
      </p:sp>
      <p:pic>
        <p:nvPicPr>
          <p:cNvPr id="2" name="Kép 1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F40554EA-EBA5-59E8-24E3-A4B7B6DEC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pic>
        <p:nvPicPr>
          <p:cNvPr id="3" name="Kép 2" descr="A képen fal, Emberi arc, személy, ruházat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14D1CCC-46E1-10F9-37AE-30A3F534D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517" y="408796"/>
            <a:ext cx="2672502" cy="35633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Rectangle 4">
            <a:extLst>
              <a:ext uri="{FF2B5EF4-FFF2-40B4-BE49-F238E27FC236}">
                <a16:creationId xmlns:a16="http://schemas.microsoft.com/office/drawing/2014/main" id="{D2015C9A-B70A-185E-C6F3-BF2F396685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7860" y="1171366"/>
            <a:ext cx="4918246" cy="2800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latinLnBrk="0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tabLst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Hálózati technikus a </a:t>
            </a:r>
            <a:r>
              <a:rPr lang="hu-HU" altLang="hu-HU" sz="1600" dirty="0" err="1">
                <a:solidFill>
                  <a:schemeClr val="dk1"/>
                </a:solidFill>
                <a:latin typeface="Cairo"/>
                <a:cs typeface="Cairo"/>
              </a:rPr>
              <a:t>SegíTechnél</a:t>
            </a: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 </a:t>
            </a:r>
          </a:p>
          <a:p>
            <a:pPr marL="285750" lvl="0" indent="-285750" defTabSz="914400" eaLnBrk="0" fontAlgn="base" latinLnBrk="0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tabLst/>
            </a:pPr>
            <a:endParaRPr lang="hu-HU" altLang="hu-HU" sz="1600" dirty="0">
              <a:solidFill>
                <a:schemeClr val="dk1"/>
              </a:solidFill>
              <a:latin typeface="Cairo"/>
              <a:cs typeface="Cairo"/>
            </a:endParaRPr>
          </a:p>
          <a:p>
            <a:pPr marL="285750" lvl="0" indent="-285750" defTabSz="914400" eaLnBrk="0" fontAlgn="base" latinLnBrk="0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tabLst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Végzettség: Neumann Informatikai Technikum – erős alapok IT‑infrastruktúrában, hálózatokban és biztonságban</a:t>
            </a:r>
          </a:p>
          <a:p>
            <a:pPr lvl="0" defTabSz="914400" eaLnBrk="0" fontAlgn="base" latinLnBrk="0" hangingPunct="0">
              <a:buClr>
                <a:schemeClr val="dk1"/>
              </a:buClr>
              <a:buSzPts val="1100"/>
              <a:tabLst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 </a:t>
            </a:r>
          </a:p>
          <a:p>
            <a:pPr marL="285750" lvl="0" indent="-285750" defTabSz="914400" eaLnBrk="0" fontAlgn="base" latinLnBrk="0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tabLst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Célja stabil, biztonságos és hatékony hálózati megoldások biztosítása </a:t>
            </a:r>
          </a:p>
          <a:p>
            <a:pPr marL="285750" lvl="0" indent="-285750" defTabSz="914400" eaLnBrk="0" fontAlgn="base" latinLnBrk="0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tabLst/>
            </a:pPr>
            <a:endParaRPr lang="hu-HU" altLang="hu-HU" sz="1600" dirty="0">
              <a:solidFill>
                <a:schemeClr val="dk1"/>
              </a:solidFill>
              <a:latin typeface="Cairo"/>
              <a:cs typeface="Cairo"/>
            </a:endParaRPr>
          </a:p>
          <a:p>
            <a:pPr marL="285750" lvl="0" indent="-285750" defTabSz="914400" eaLnBrk="0" fontAlgn="base" latinLnBrk="0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  <a:tabLst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Folyamatosan fejleszti tudását és nyitott az új technológiákra </a:t>
            </a:r>
          </a:p>
        </p:txBody>
      </p:sp>
    </p:spTree>
    <p:extLst>
      <p:ext uri="{BB962C8B-B14F-4D97-AF65-F5344CB8AC3E}">
        <p14:creationId xmlns:p14="http://schemas.microsoft.com/office/powerpoint/2010/main" val="4147367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828AD475-2D6D-F29D-9145-F7E63CB7F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ím 6">
            <a:extLst>
              <a:ext uri="{FF2B5EF4-FFF2-40B4-BE49-F238E27FC236}">
                <a16:creationId xmlns:a16="http://schemas.microsoft.com/office/drawing/2014/main" id="{CE5C5351-0F53-3772-A532-485E8D66620D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3477860" y="408796"/>
            <a:ext cx="2229520" cy="447600"/>
          </a:xfrm>
        </p:spPr>
        <p:txBody>
          <a:bodyPr/>
          <a:lstStyle/>
          <a:p>
            <a:r>
              <a:rPr lang="hu-HU" sz="2000" dirty="0"/>
              <a:t>Tőzsér Barnabás</a:t>
            </a:r>
          </a:p>
        </p:txBody>
      </p:sp>
      <p:pic>
        <p:nvPicPr>
          <p:cNvPr id="2" name="Kép 1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0033CBB-C4A2-2F91-A137-B6189738E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7D30B6E-1E2A-88CA-4FF2-A6F69074CB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7860" y="1118077"/>
            <a:ext cx="550612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19 éves pályakezdő, a </a:t>
            </a:r>
            <a:r>
              <a:rPr lang="hu-HU" altLang="hu-HU" sz="1600" dirty="0" err="1">
                <a:solidFill>
                  <a:schemeClr val="dk1"/>
                </a:solidFill>
                <a:latin typeface="Cairo"/>
                <a:cs typeface="Cairo"/>
              </a:rPr>
              <a:t>Segítech</a:t>
            </a: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 csapatának tagja</a:t>
            </a: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hu-HU" altLang="hu-HU" sz="1600" dirty="0">
              <a:solidFill>
                <a:schemeClr val="dk1"/>
              </a:solidFill>
              <a:latin typeface="Cairo"/>
              <a:cs typeface="Cairo"/>
            </a:endParaRP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Végzettség: Neumann János Informatikai Technikum </a:t>
            </a: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hu-HU" altLang="hu-HU" sz="1600" dirty="0">
              <a:solidFill>
                <a:schemeClr val="dk1"/>
              </a:solidFill>
              <a:latin typeface="Cairo"/>
              <a:cs typeface="Cairo"/>
            </a:endParaRP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Jelenleg: Óbudai Egyetem – szakmai tudás mélyítése </a:t>
            </a: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endParaRPr lang="hu-HU" altLang="hu-HU" sz="1600" dirty="0">
              <a:solidFill>
                <a:schemeClr val="dk1"/>
              </a:solidFill>
              <a:latin typeface="Cairo"/>
              <a:cs typeface="Cairo"/>
            </a:endParaRP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Motivált, fejlődésre törekvő, nyitott az új technológiákra</a:t>
            </a:r>
          </a:p>
          <a:p>
            <a:pPr eaLnBrk="0" fontAlgn="base" hangingPunct="0">
              <a:buClr>
                <a:schemeClr val="dk1"/>
              </a:buClr>
              <a:buSzPts val="1100"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 </a:t>
            </a:r>
          </a:p>
          <a:p>
            <a:pPr marL="285750" indent="-285750" eaLnBrk="0" fontAlgn="base" hangingPunct="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altLang="hu-HU" sz="1600" dirty="0">
                <a:solidFill>
                  <a:schemeClr val="dk1"/>
                </a:solidFill>
                <a:latin typeface="Cairo"/>
                <a:cs typeface="Cairo"/>
              </a:rPr>
              <a:t>Célja: gyakorlati tudás építése és hosszú távú IT karrier </a:t>
            </a:r>
          </a:p>
        </p:txBody>
      </p:sp>
      <p:pic>
        <p:nvPicPr>
          <p:cNvPr id="3" name="Kép 2" descr="A képen személy, Emberi arc, fedett pályás, mosoly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772691A-AD03-DB38-47FF-24869B4A01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15" y="527025"/>
            <a:ext cx="1752645" cy="2834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09478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Szolgáltatásaink:</a:t>
            </a:r>
            <a:endParaRPr dirty="0"/>
          </a:p>
        </p:txBody>
      </p:sp>
      <p:sp>
        <p:nvSpPr>
          <p:cNvPr id="367" name="Google Shape;367;p37"/>
          <p:cNvSpPr txBox="1">
            <a:spLocks noGrp="1"/>
          </p:cNvSpPr>
          <p:nvPr>
            <p:ph type="subTitle" idx="2"/>
          </p:nvPr>
        </p:nvSpPr>
        <p:spPr>
          <a:xfrm>
            <a:off x="5931668" y="1366436"/>
            <a:ext cx="2445057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2400"/>
            </a:pPr>
            <a:r>
              <a:rPr lang="hu-HU" sz="1600" dirty="0">
                <a:sym typeface="Space Grotesk Medium"/>
              </a:rPr>
              <a:t>Kábelezési rendszerek</a:t>
            </a:r>
          </a:p>
          <a:p>
            <a:pPr>
              <a:buSzPts val="2400"/>
            </a:pPr>
            <a:r>
              <a:rPr lang="hu-HU" sz="1600" dirty="0">
                <a:sym typeface="Space Grotesk Medium"/>
              </a:rPr>
              <a:t>modernizálása</a:t>
            </a:r>
          </a:p>
        </p:txBody>
      </p:sp>
      <p:sp>
        <p:nvSpPr>
          <p:cNvPr id="368" name="Google Shape;368;p37"/>
          <p:cNvSpPr txBox="1">
            <a:spLocks noGrp="1"/>
          </p:cNvSpPr>
          <p:nvPr>
            <p:ph type="subTitle" idx="3"/>
          </p:nvPr>
        </p:nvSpPr>
        <p:spPr>
          <a:xfrm>
            <a:off x="1288902" y="3305399"/>
            <a:ext cx="2453919" cy="7083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2400"/>
            </a:pPr>
            <a:r>
              <a:rPr lang="hu-HU" sz="1600" dirty="0">
                <a:sym typeface="Space Grotesk Medium"/>
              </a:rPr>
              <a:t>IT-biztonsági</a:t>
            </a:r>
          </a:p>
          <a:p>
            <a:pPr>
              <a:buSzPts val="2400"/>
            </a:pPr>
            <a:r>
              <a:rPr lang="hu-HU" sz="1600" dirty="0">
                <a:sym typeface="Space Grotesk Medium"/>
              </a:rPr>
              <a:t>Megoldások integrálása</a:t>
            </a:r>
          </a:p>
        </p:txBody>
      </p:sp>
      <p:sp>
        <p:nvSpPr>
          <p:cNvPr id="369" name="Google Shape;369;p37"/>
          <p:cNvSpPr txBox="1">
            <a:spLocks noGrp="1"/>
          </p:cNvSpPr>
          <p:nvPr>
            <p:ph type="subTitle" idx="4"/>
          </p:nvPr>
        </p:nvSpPr>
        <p:spPr>
          <a:xfrm>
            <a:off x="3742821" y="2330321"/>
            <a:ext cx="2901612" cy="9064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SzPts val="2400"/>
            </a:pPr>
            <a:r>
              <a:rPr lang="hu-HU" sz="1600" dirty="0"/>
              <a:t>Aktív eszközök</a:t>
            </a:r>
          </a:p>
          <a:p>
            <a:pPr lvl="0">
              <a:buSzPts val="2400"/>
            </a:pPr>
            <a:r>
              <a:rPr lang="hu-HU" sz="1600" dirty="0"/>
              <a:t>telepítése és konfigurálása</a:t>
            </a:r>
          </a:p>
        </p:txBody>
      </p:sp>
      <p:sp>
        <p:nvSpPr>
          <p:cNvPr id="370" name="Google Shape;370;p37"/>
          <p:cNvSpPr txBox="1">
            <a:spLocks noGrp="1"/>
          </p:cNvSpPr>
          <p:nvPr>
            <p:ph type="subTitle" idx="7"/>
          </p:nvPr>
        </p:nvSpPr>
        <p:spPr>
          <a:xfrm>
            <a:off x="1277746" y="1371346"/>
            <a:ext cx="2615572" cy="12004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hu-HU" sz="1600" dirty="0">
                <a:latin typeface="Cairo"/>
                <a:cs typeface="Cairo"/>
                <a:sym typeface="Cairo"/>
              </a:rPr>
              <a:t>Hálózati infrastruktúra</a:t>
            </a:r>
          </a:p>
          <a:p>
            <a:pPr lvl="0"/>
            <a:r>
              <a:rPr lang="hu-HU" sz="1600" dirty="0">
                <a:latin typeface="Cairo"/>
                <a:cs typeface="Cairo"/>
                <a:sym typeface="Cairo"/>
              </a:rPr>
              <a:t>tervezése és kivitelezése</a:t>
            </a:r>
          </a:p>
        </p:txBody>
      </p:sp>
      <p:sp>
        <p:nvSpPr>
          <p:cNvPr id="374" name="Google Shape;374;p37"/>
          <p:cNvSpPr txBox="1">
            <a:spLocks noGrp="1"/>
          </p:cNvSpPr>
          <p:nvPr>
            <p:ph type="subTitle" idx="6"/>
          </p:nvPr>
        </p:nvSpPr>
        <p:spPr>
          <a:xfrm>
            <a:off x="5946105" y="3305399"/>
            <a:ext cx="2823896" cy="7083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SzPts val="2400"/>
            </a:pPr>
            <a:r>
              <a:rPr lang="hu-HU" sz="1600" dirty="0"/>
              <a:t>Teljesítményoptimalizálás és</a:t>
            </a:r>
          </a:p>
          <a:p>
            <a:pPr lvl="0">
              <a:buSzPts val="2400"/>
            </a:pPr>
            <a:r>
              <a:rPr lang="hu-HU" sz="1600" dirty="0"/>
              <a:t>rendszerfelügyelet</a:t>
            </a:r>
          </a:p>
        </p:txBody>
      </p:sp>
      <p:sp>
        <p:nvSpPr>
          <p:cNvPr id="388" name="Google Shape;388;p37"/>
          <p:cNvSpPr/>
          <p:nvPr/>
        </p:nvSpPr>
        <p:spPr>
          <a:xfrm>
            <a:off x="919395" y="1492336"/>
            <a:ext cx="329184" cy="329177"/>
          </a:xfrm>
          <a:custGeom>
            <a:avLst/>
            <a:gdLst/>
            <a:ahLst/>
            <a:cxnLst/>
            <a:rect l="l" t="t" r="r" b="b"/>
            <a:pathLst>
              <a:path w="11941" h="12091" extrusionOk="0">
                <a:moveTo>
                  <a:pt x="5955" y="796"/>
                </a:moveTo>
                <a:lnTo>
                  <a:pt x="10933" y="3915"/>
                </a:lnTo>
                <a:lnTo>
                  <a:pt x="5955" y="7034"/>
                </a:lnTo>
                <a:lnTo>
                  <a:pt x="977" y="3915"/>
                </a:lnTo>
                <a:lnTo>
                  <a:pt x="5955" y="796"/>
                </a:lnTo>
                <a:close/>
                <a:moveTo>
                  <a:pt x="9924" y="5428"/>
                </a:moveTo>
                <a:lnTo>
                  <a:pt x="10964" y="6058"/>
                </a:lnTo>
                <a:lnTo>
                  <a:pt x="5955" y="9145"/>
                </a:lnTo>
                <a:lnTo>
                  <a:pt x="977" y="6058"/>
                </a:lnTo>
                <a:lnTo>
                  <a:pt x="2017" y="5428"/>
                </a:lnTo>
                <a:lnTo>
                  <a:pt x="5797" y="7790"/>
                </a:lnTo>
                <a:cubicBezTo>
                  <a:pt x="5860" y="7822"/>
                  <a:pt x="5931" y="7838"/>
                  <a:pt x="5994" y="7838"/>
                </a:cubicBezTo>
                <a:cubicBezTo>
                  <a:pt x="6057" y="7838"/>
                  <a:pt x="6112" y="7822"/>
                  <a:pt x="6144" y="7790"/>
                </a:cubicBezTo>
                <a:lnTo>
                  <a:pt x="9924" y="5428"/>
                </a:lnTo>
                <a:close/>
                <a:moveTo>
                  <a:pt x="9956" y="7538"/>
                </a:moveTo>
                <a:lnTo>
                  <a:pt x="10964" y="8169"/>
                </a:lnTo>
                <a:lnTo>
                  <a:pt x="5986" y="11288"/>
                </a:lnTo>
                <a:lnTo>
                  <a:pt x="1040" y="8169"/>
                </a:lnTo>
                <a:lnTo>
                  <a:pt x="2048" y="7538"/>
                </a:lnTo>
                <a:lnTo>
                  <a:pt x="5829" y="9901"/>
                </a:lnTo>
                <a:cubicBezTo>
                  <a:pt x="5892" y="9949"/>
                  <a:pt x="5963" y="9972"/>
                  <a:pt x="6026" y="9972"/>
                </a:cubicBezTo>
                <a:cubicBezTo>
                  <a:pt x="6089" y="9972"/>
                  <a:pt x="6144" y="9949"/>
                  <a:pt x="6175" y="9901"/>
                </a:cubicBezTo>
                <a:lnTo>
                  <a:pt x="9956" y="7538"/>
                </a:lnTo>
                <a:close/>
                <a:moveTo>
                  <a:pt x="5959" y="1"/>
                </a:moveTo>
                <a:cubicBezTo>
                  <a:pt x="5900" y="1"/>
                  <a:pt x="5845" y="25"/>
                  <a:pt x="5797" y="72"/>
                </a:cubicBezTo>
                <a:lnTo>
                  <a:pt x="158" y="3600"/>
                </a:lnTo>
                <a:cubicBezTo>
                  <a:pt x="32" y="3695"/>
                  <a:pt x="0" y="3758"/>
                  <a:pt x="0" y="3915"/>
                </a:cubicBezTo>
                <a:cubicBezTo>
                  <a:pt x="0" y="4073"/>
                  <a:pt x="95" y="4136"/>
                  <a:pt x="158" y="4230"/>
                </a:cubicBezTo>
                <a:lnTo>
                  <a:pt x="1387" y="4987"/>
                </a:lnTo>
                <a:lnTo>
                  <a:pt x="158" y="5743"/>
                </a:lnTo>
                <a:cubicBezTo>
                  <a:pt x="32" y="5806"/>
                  <a:pt x="0" y="5869"/>
                  <a:pt x="0" y="6058"/>
                </a:cubicBezTo>
                <a:cubicBezTo>
                  <a:pt x="0" y="6152"/>
                  <a:pt x="95" y="6278"/>
                  <a:pt x="158" y="6373"/>
                </a:cubicBezTo>
                <a:lnTo>
                  <a:pt x="1387" y="7097"/>
                </a:lnTo>
                <a:lnTo>
                  <a:pt x="158" y="7854"/>
                </a:lnTo>
                <a:cubicBezTo>
                  <a:pt x="32" y="7948"/>
                  <a:pt x="0" y="8011"/>
                  <a:pt x="0" y="8169"/>
                </a:cubicBezTo>
                <a:cubicBezTo>
                  <a:pt x="0" y="8295"/>
                  <a:pt x="95" y="8421"/>
                  <a:pt x="158" y="8484"/>
                </a:cubicBezTo>
                <a:lnTo>
                  <a:pt x="5797" y="12044"/>
                </a:lnTo>
                <a:cubicBezTo>
                  <a:pt x="5860" y="12075"/>
                  <a:pt x="5931" y="12091"/>
                  <a:pt x="5994" y="12091"/>
                </a:cubicBezTo>
                <a:cubicBezTo>
                  <a:pt x="6057" y="12091"/>
                  <a:pt x="6112" y="12075"/>
                  <a:pt x="6144" y="12044"/>
                </a:cubicBezTo>
                <a:lnTo>
                  <a:pt x="11783" y="8484"/>
                </a:lnTo>
                <a:cubicBezTo>
                  <a:pt x="11909" y="8421"/>
                  <a:pt x="11941" y="8326"/>
                  <a:pt x="11941" y="8169"/>
                </a:cubicBezTo>
                <a:cubicBezTo>
                  <a:pt x="11941" y="8043"/>
                  <a:pt x="11846" y="7948"/>
                  <a:pt x="11783" y="7854"/>
                </a:cubicBezTo>
                <a:lnTo>
                  <a:pt x="10555" y="7097"/>
                </a:lnTo>
                <a:lnTo>
                  <a:pt x="11783" y="6373"/>
                </a:lnTo>
                <a:cubicBezTo>
                  <a:pt x="11909" y="6278"/>
                  <a:pt x="11941" y="6152"/>
                  <a:pt x="11941" y="6058"/>
                </a:cubicBezTo>
                <a:cubicBezTo>
                  <a:pt x="11941" y="5932"/>
                  <a:pt x="11846" y="5806"/>
                  <a:pt x="11783" y="5743"/>
                </a:cubicBezTo>
                <a:lnTo>
                  <a:pt x="10555" y="4987"/>
                </a:lnTo>
                <a:lnTo>
                  <a:pt x="11783" y="4230"/>
                </a:lnTo>
                <a:cubicBezTo>
                  <a:pt x="11909" y="4136"/>
                  <a:pt x="11941" y="4073"/>
                  <a:pt x="11941" y="3915"/>
                </a:cubicBezTo>
                <a:cubicBezTo>
                  <a:pt x="11941" y="3758"/>
                  <a:pt x="11846" y="3695"/>
                  <a:pt x="11783" y="3600"/>
                </a:cubicBezTo>
                <a:lnTo>
                  <a:pt x="6144" y="72"/>
                </a:lnTo>
                <a:cubicBezTo>
                  <a:pt x="6081" y="25"/>
                  <a:pt x="6018" y="1"/>
                  <a:pt x="595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8267;p61">
            <a:extLst>
              <a:ext uri="{FF2B5EF4-FFF2-40B4-BE49-F238E27FC236}">
                <a16:creationId xmlns:a16="http://schemas.microsoft.com/office/drawing/2014/main" id="{6E91D262-30CC-DEDF-B651-D57FD3393784}"/>
              </a:ext>
            </a:extLst>
          </p:cNvPr>
          <p:cNvSpPr/>
          <p:nvPr/>
        </p:nvSpPr>
        <p:spPr>
          <a:xfrm>
            <a:off x="5593650" y="1486866"/>
            <a:ext cx="352455" cy="340116"/>
          </a:xfrm>
          <a:custGeom>
            <a:avLst/>
            <a:gdLst/>
            <a:ahLst/>
            <a:cxnLst/>
            <a:rect l="l" t="t" r="r" b="b"/>
            <a:pathLst>
              <a:path w="20023" h="19322" extrusionOk="0">
                <a:moveTo>
                  <a:pt x="15673" y="3395"/>
                </a:moveTo>
                <a:cubicBezTo>
                  <a:pt x="15818" y="3395"/>
                  <a:pt x="15963" y="3450"/>
                  <a:pt x="16073" y="3560"/>
                </a:cubicBezTo>
                <a:cubicBezTo>
                  <a:pt x="16294" y="3780"/>
                  <a:pt x="16294" y="4140"/>
                  <a:pt x="16073" y="4360"/>
                </a:cubicBezTo>
                <a:lnTo>
                  <a:pt x="13054" y="7380"/>
                </a:lnTo>
                <a:cubicBezTo>
                  <a:pt x="12939" y="7229"/>
                  <a:pt x="12815" y="7087"/>
                  <a:pt x="12682" y="6951"/>
                </a:cubicBezTo>
                <a:cubicBezTo>
                  <a:pt x="12547" y="6818"/>
                  <a:pt x="12405" y="6694"/>
                  <a:pt x="12254" y="6579"/>
                </a:cubicBezTo>
                <a:lnTo>
                  <a:pt x="15273" y="3560"/>
                </a:lnTo>
                <a:cubicBezTo>
                  <a:pt x="15383" y="3450"/>
                  <a:pt x="15528" y="3395"/>
                  <a:pt x="15673" y="3395"/>
                </a:cubicBezTo>
                <a:close/>
                <a:moveTo>
                  <a:pt x="9879" y="9187"/>
                </a:moveTo>
                <a:cubicBezTo>
                  <a:pt x="10024" y="9187"/>
                  <a:pt x="10169" y="9243"/>
                  <a:pt x="10279" y="9354"/>
                </a:cubicBezTo>
                <a:cubicBezTo>
                  <a:pt x="10635" y="9711"/>
                  <a:pt x="10385" y="10321"/>
                  <a:pt x="9880" y="10321"/>
                </a:cubicBezTo>
                <a:cubicBezTo>
                  <a:pt x="9376" y="10321"/>
                  <a:pt x="9123" y="9711"/>
                  <a:pt x="9479" y="9354"/>
                </a:cubicBezTo>
                <a:cubicBezTo>
                  <a:pt x="9589" y="9243"/>
                  <a:pt x="9734" y="9187"/>
                  <a:pt x="9879" y="9187"/>
                </a:cubicBezTo>
                <a:close/>
                <a:moveTo>
                  <a:pt x="15746" y="1059"/>
                </a:moveTo>
                <a:cubicBezTo>
                  <a:pt x="16469" y="1059"/>
                  <a:pt x="17193" y="1334"/>
                  <a:pt x="17746" y="1887"/>
                </a:cubicBezTo>
                <a:cubicBezTo>
                  <a:pt x="18878" y="3019"/>
                  <a:pt x="18845" y="4867"/>
                  <a:pt x="17674" y="5960"/>
                </a:cubicBezTo>
                <a:lnTo>
                  <a:pt x="11882" y="11755"/>
                </a:lnTo>
                <a:cubicBezTo>
                  <a:pt x="11323" y="12314"/>
                  <a:pt x="10601" y="12585"/>
                  <a:pt x="9883" y="12585"/>
                </a:cubicBezTo>
                <a:cubicBezTo>
                  <a:pt x="8973" y="12585"/>
                  <a:pt x="8071" y="12149"/>
                  <a:pt x="7519" y="11314"/>
                </a:cubicBezTo>
                <a:lnTo>
                  <a:pt x="8350" y="10487"/>
                </a:lnTo>
                <a:cubicBezTo>
                  <a:pt x="8649" y="11113"/>
                  <a:pt x="9263" y="11453"/>
                  <a:pt x="9886" y="11453"/>
                </a:cubicBezTo>
                <a:cubicBezTo>
                  <a:pt x="10313" y="11453"/>
                  <a:pt x="10745" y="11293"/>
                  <a:pt x="11082" y="10955"/>
                </a:cubicBezTo>
                <a:lnTo>
                  <a:pt x="16876" y="5160"/>
                </a:lnTo>
                <a:cubicBezTo>
                  <a:pt x="17538" y="4499"/>
                  <a:pt x="17538" y="3421"/>
                  <a:pt x="16876" y="2760"/>
                </a:cubicBezTo>
                <a:cubicBezTo>
                  <a:pt x="16544" y="2428"/>
                  <a:pt x="16110" y="2262"/>
                  <a:pt x="15675" y="2262"/>
                </a:cubicBezTo>
                <a:cubicBezTo>
                  <a:pt x="15240" y="2262"/>
                  <a:pt x="14805" y="2428"/>
                  <a:pt x="14473" y="2760"/>
                </a:cubicBezTo>
                <a:lnTo>
                  <a:pt x="11212" y="6021"/>
                </a:lnTo>
                <a:cubicBezTo>
                  <a:pt x="10787" y="5872"/>
                  <a:pt x="10339" y="5794"/>
                  <a:pt x="9888" y="5794"/>
                </a:cubicBezTo>
                <a:cubicBezTo>
                  <a:pt x="9872" y="5794"/>
                  <a:pt x="9855" y="5794"/>
                  <a:pt x="9838" y="5794"/>
                </a:cubicBezTo>
                <a:lnTo>
                  <a:pt x="13673" y="1960"/>
                </a:lnTo>
                <a:cubicBezTo>
                  <a:pt x="14232" y="1360"/>
                  <a:pt x="14988" y="1059"/>
                  <a:pt x="15746" y="1059"/>
                </a:cubicBezTo>
                <a:close/>
                <a:moveTo>
                  <a:pt x="6707" y="12126"/>
                </a:moveTo>
                <a:cubicBezTo>
                  <a:pt x="6819" y="12280"/>
                  <a:pt x="6943" y="12422"/>
                  <a:pt x="7078" y="12555"/>
                </a:cubicBezTo>
                <a:cubicBezTo>
                  <a:pt x="7211" y="12691"/>
                  <a:pt x="7356" y="12815"/>
                  <a:pt x="7507" y="12929"/>
                </a:cubicBezTo>
                <a:lnTo>
                  <a:pt x="4675" y="15759"/>
                </a:lnTo>
                <a:cubicBezTo>
                  <a:pt x="4565" y="15869"/>
                  <a:pt x="4420" y="15924"/>
                  <a:pt x="4275" y="15924"/>
                </a:cubicBezTo>
                <a:cubicBezTo>
                  <a:pt x="4130" y="15924"/>
                  <a:pt x="3985" y="15869"/>
                  <a:pt x="3875" y="15759"/>
                </a:cubicBezTo>
                <a:cubicBezTo>
                  <a:pt x="3654" y="15538"/>
                  <a:pt x="3654" y="15179"/>
                  <a:pt x="3875" y="14958"/>
                </a:cubicBezTo>
                <a:lnTo>
                  <a:pt x="6707" y="12126"/>
                </a:lnTo>
                <a:close/>
                <a:moveTo>
                  <a:pt x="9878" y="6924"/>
                </a:moveTo>
                <a:cubicBezTo>
                  <a:pt x="10788" y="6924"/>
                  <a:pt x="11690" y="7359"/>
                  <a:pt x="12242" y="8195"/>
                </a:cubicBezTo>
                <a:lnTo>
                  <a:pt x="11414" y="9022"/>
                </a:lnTo>
                <a:cubicBezTo>
                  <a:pt x="11114" y="8396"/>
                  <a:pt x="10500" y="8056"/>
                  <a:pt x="9877" y="8056"/>
                </a:cubicBezTo>
                <a:cubicBezTo>
                  <a:pt x="9449" y="8056"/>
                  <a:pt x="9017" y="8216"/>
                  <a:pt x="8679" y="8554"/>
                </a:cubicBezTo>
                <a:lnTo>
                  <a:pt x="3075" y="14158"/>
                </a:lnTo>
                <a:cubicBezTo>
                  <a:pt x="2410" y="14819"/>
                  <a:pt x="2410" y="15897"/>
                  <a:pt x="3075" y="16559"/>
                </a:cubicBezTo>
                <a:cubicBezTo>
                  <a:pt x="3407" y="16891"/>
                  <a:pt x="3842" y="17057"/>
                  <a:pt x="4276" y="17057"/>
                </a:cubicBezTo>
                <a:cubicBezTo>
                  <a:pt x="4710" y="17057"/>
                  <a:pt x="5144" y="16891"/>
                  <a:pt x="5475" y="16559"/>
                </a:cubicBezTo>
                <a:lnTo>
                  <a:pt x="8549" y="13488"/>
                </a:lnTo>
                <a:cubicBezTo>
                  <a:pt x="8978" y="13639"/>
                  <a:pt x="9428" y="13714"/>
                  <a:pt x="9880" y="13714"/>
                </a:cubicBezTo>
                <a:lnTo>
                  <a:pt x="9923" y="13714"/>
                </a:lnTo>
                <a:lnTo>
                  <a:pt x="6275" y="17359"/>
                </a:lnTo>
                <a:cubicBezTo>
                  <a:pt x="5716" y="17958"/>
                  <a:pt x="4960" y="18259"/>
                  <a:pt x="4202" y="18259"/>
                </a:cubicBezTo>
                <a:cubicBezTo>
                  <a:pt x="3479" y="18259"/>
                  <a:pt x="2755" y="17984"/>
                  <a:pt x="2202" y="17431"/>
                </a:cubicBezTo>
                <a:cubicBezTo>
                  <a:pt x="1070" y="16299"/>
                  <a:pt x="1103" y="14451"/>
                  <a:pt x="2274" y="13358"/>
                </a:cubicBezTo>
                <a:lnTo>
                  <a:pt x="7879" y="7754"/>
                </a:lnTo>
                <a:cubicBezTo>
                  <a:pt x="8438" y="7195"/>
                  <a:pt x="9160" y="6924"/>
                  <a:pt x="9878" y="6924"/>
                </a:cubicBezTo>
                <a:close/>
                <a:moveTo>
                  <a:pt x="15672" y="0"/>
                </a:moveTo>
                <a:cubicBezTo>
                  <a:pt x="14657" y="0"/>
                  <a:pt x="13643" y="387"/>
                  <a:pt x="12870" y="1159"/>
                </a:cubicBezTo>
                <a:lnTo>
                  <a:pt x="7075" y="6954"/>
                </a:lnTo>
                <a:lnTo>
                  <a:pt x="1474" y="12555"/>
                </a:lnTo>
                <a:cubicBezTo>
                  <a:pt x="339" y="13690"/>
                  <a:pt x="1" y="15393"/>
                  <a:pt x="614" y="16876"/>
                </a:cubicBezTo>
                <a:cubicBezTo>
                  <a:pt x="1227" y="18355"/>
                  <a:pt x="2673" y="19321"/>
                  <a:pt x="4276" y="19321"/>
                </a:cubicBezTo>
                <a:cubicBezTo>
                  <a:pt x="4280" y="19322"/>
                  <a:pt x="4284" y="19322"/>
                  <a:pt x="4288" y="19322"/>
                </a:cubicBezTo>
                <a:cubicBezTo>
                  <a:pt x="5334" y="19322"/>
                  <a:pt x="6338" y="18905"/>
                  <a:pt x="7078" y="18162"/>
                </a:cubicBezTo>
                <a:lnTo>
                  <a:pt x="12679" y="12558"/>
                </a:lnTo>
                <a:lnTo>
                  <a:pt x="18474" y="6767"/>
                </a:lnTo>
                <a:cubicBezTo>
                  <a:pt x="20023" y="5218"/>
                  <a:pt x="20023" y="2708"/>
                  <a:pt x="18474" y="1159"/>
                </a:cubicBezTo>
                <a:cubicBezTo>
                  <a:pt x="17701" y="387"/>
                  <a:pt x="16686" y="0"/>
                  <a:pt x="1567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1" name="Google Shape;9651;p65">
            <a:extLst>
              <a:ext uri="{FF2B5EF4-FFF2-40B4-BE49-F238E27FC236}">
                <a16:creationId xmlns:a16="http://schemas.microsoft.com/office/drawing/2014/main" id="{949AA8C9-3208-1A87-BF30-E19F80FCDE33}"/>
              </a:ext>
            </a:extLst>
          </p:cNvPr>
          <p:cNvSpPr/>
          <p:nvPr/>
        </p:nvSpPr>
        <p:spPr>
          <a:xfrm>
            <a:off x="3384622" y="2459194"/>
            <a:ext cx="358199" cy="359154"/>
          </a:xfrm>
          <a:custGeom>
            <a:avLst/>
            <a:gdLst/>
            <a:ahLst/>
            <a:cxnLst/>
            <a:rect l="l" t="t" r="r" b="b"/>
            <a:pathLst>
              <a:path w="12004" h="12036" extrusionOk="0">
                <a:moveTo>
                  <a:pt x="10933" y="4947"/>
                </a:moveTo>
                <a:cubicBezTo>
                  <a:pt x="11122" y="4947"/>
                  <a:pt x="11279" y="5104"/>
                  <a:pt x="11279" y="5293"/>
                </a:cubicBezTo>
                <a:lnTo>
                  <a:pt x="11279" y="5671"/>
                </a:lnTo>
                <a:lnTo>
                  <a:pt x="7782" y="5671"/>
                </a:lnTo>
                <a:lnTo>
                  <a:pt x="7782" y="5293"/>
                </a:lnTo>
                <a:cubicBezTo>
                  <a:pt x="7782" y="5104"/>
                  <a:pt x="7940" y="4947"/>
                  <a:pt x="8129" y="4947"/>
                </a:cubicBezTo>
                <a:close/>
                <a:moveTo>
                  <a:pt x="9547" y="694"/>
                </a:moveTo>
                <a:cubicBezTo>
                  <a:pt x="9736" y="694"/>
                  <a:pt x="9893" y="851"/>
                  <a:pt x="9893" y="1040"/>
                </a:cubicBezTo>
                <a:lnTo>
                  <a:pt x="9893" y="4254"/>
                </a:lnTo>
                <a:lnTo>
                  <a:pt x="8129" y="4254"/>
                </a:lnTo>
                <a:cubicBezTo>
                  <a:pt x="7530" y="4254"/>
                  <a:pt x="7058" y="4726"/>
                  <a:pt x="7058" y="5293"/>
                </a:cubicBezTo>
                <a:lnTo>
                  <a:pt x="7058" y="6365"/>
                </a:lnTo>
                <a:lnTo>
                  <a:pt x="694" y="6365"/>
                </a:lnTo>
                <a:lnTo>
                  <a:pt x="694" y="1040"/>
                </a:lnTo>
                <a:cubicBezTo>
                  <a:pt x="725" y="851"/>
                  <a:pt x="883" y="694"/>
                  <a:pt x="1072" y="694"/>
                </a:cubicBezTo>
                <a:close/>
                <a:moveTo>
                  <a:pt x="7121" y="7026"/>
                </a:moveTo>
                <a:lnTo>
                  <a:pt x="7121" y="7751"/>
                </a:lnTo>
                <a:lnTo>
                  <a:pt x="1072" y="7751"/>
                </a:lnTo>
                <a:cubicBezTo>
                  <a:pt x="883" y="7751"/>
                  <a:pt x="725" y="7593"/>
                  <a:pt x="725" y="7404"/>
                </a:cubicBezTo>
                <a:lnTo>
                  <a:pt x="725" y="7026"/>
                </a:lnTo>
                <a:close/>
                <a:moveTo>
                  <a:pt x="5703" y="8444"/>
                </a:moveTo>
                <a:lnTo>
                  <a:pt x="5703" y="9168"/>
                </a:lnTo>
                <a:lnTo>
                  <a:pt x="4947" y="9168"/>
                </a:lnTo>
                <a:lnTo>
                  <a:pt x="4947" y="8444"/>
                </a:lnTo>
                <a:close/>
                <a:moveTo>
                  <a:pt x="7089" y="8444"/>
                </a:moveTo>
                <a:lnTo>
                  <a:pt x="7089" y="9168"/>
                </a:lnTo>
                <a:lnTo>
                  <a:pt x="6365" y="9168"/>
                </a:lnTo>
                <a:lnTo>
                  <a:pt x="6365" y="8444"/>
                </a:lnTo>
                <a:close/>
                <a:moveTo>
                  <a:pt x="11279" y="6333"/>
                </a:moveTo>
                <a:lnTo>
                  <a:pt x="11279" y="9830"/>
                </a:lnTo>
                <a:lnTo>
                  <a:pt x="7782" y="9830"/>
                </a:lnTo>
                <a:lnTo>
                  <a:pt x="7782" y="6333"/>
                </a:lnTo>
                <a:close/>
                <a:moveTo>
                  <a:pt x="11279" y="10523"/>
                </a:moveTo>
                <a:lnTo>
                  <a:pt x="11279" y="10901"/>
                </a:lnTo>
                <a:cubicBezTo>
                  <a:pt x="11279" y="11090"/>
                  <a:pt x="11122" y="11248"/>
                  <a:pt x="10933" y="11248"/>
                </a:cubicBezTo>
                <a:lnTo>
                  <a:pt x="8129" y="11248"/>
                </a:lnTo>
                <a:cubicBezTo>
                  <a:pt x="7940" y="11248"/>
                  <a:pt x="7782" y="11090"/>
                  <a:pt x="7782" y="10901"/>
                </a:cubicBezTo>
                <a:lnTo>
                  <a:pt x="7782" y="10523"/>
                </a:lnTo>
                <a:close/>
                <a:moveTo>
                  <a:pt x="1040" y="1"/>
                </a:moveTo>
                <a:cubicBezTo>
                  <a:pt x="442" y="1"/>
                  <a:pt x="1" y="473"/>
                  <a:pt x="1" y="1040"/>
                </a:cubicBezTo>
                <a:lnTo>
                  <a:pt x="1" y="7436"/>
                </a:lnTo>
                <a:cubicBezTo>
                  <a:pt x="1" y="8034"/>
                  <a:pt x="442" y="8507"/>
                  <a:pt x="1040" y="8507"/>
                </a:cubicBezTo>
                <a:lnTo>
                  <a:pt x="4191" y="8507"/>
                </a:lnTo>
                <a:lnTo>
                  <a:pt x="4191" y="9200"/>
                </a:lnTo>
                <a:lnTo>
                  <a:pt x="3151" y="9200"/>
                </a:lnTo>
                <a:cubicBezTo>
                  <a:pt x="2931" y="9200"/>
                  <a:pt x="2773" y="9357"/>
                  <a:pt x="2773" y="9546"/>
                </a:cubicBezTo>
                <a:cubicBezTo>
                  <a:pt x="2773" y="9767"/>
                  <a:pt x="2931" y="9925"/>
                  <a:pt x="3151" y="9925"/>
                </a:cubicBezTo>
                <a:lnTo>
                  <a:pt x="7026" y="9925"/>
                </a:lnTo>
                <a:lnTo>
                  <a:pt x="7026" y="10964"/>
                </a:lnTo>
                <a:cubicBezTo>
                  <a:pt x="7026" y="11563"/>
                  <a:pt x="7499" y="12035"/>
                  <a:pt x="8097" y="12035"/>
                </a:cubicBezTo>
                <a:lnTo>
                  <a:pt x="10901" y="12035"/>
                </a:lnTo>
                <a:cubicBezTo>
                  <a:pt x="11468" y="12035"/>
                  <a:pt x="11941" y="11563"/>
                  <a:pt x="11941" y="10964"/>
                </a:cubicBezTo>
                <a:lnTo>
                  <a:pt x="11941" y="5356"/>
                </a:lnTo>
                <a:cubicBezTo>
                  <a:pt x="12004" y="4726"/>
                  <a:pt x="11531" y="4254"/>
                  <a:pt x="10933" y="4254"/>
                </a:cubicBezTo>
                <a:lnTo>
                  <a:pt x="10586" y="4254"/>
                </a:lnTo>
                <a:lnTo>
                  <a:pt x="10586" y="1040"/>
                </a:lnTo>
                <a:cubicBezTo>
                  <a:pt x="10586" y="473"/>
                  <a:pt x="10114" y="1"/>
                  <a:pt x="951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0167;p67">
            <a:extLst>
              <a:ext uri="{FF2B5EF4-FFF2-40B4-BE49-F238E27FC236}">
                <a16:creationId xmlns:a16="http://schemas.microsoft.com/office/drawing/2014/main" id="{E7C7231B-310B-5387-4E2C-B89B237ABA23}"/>
              </a:ext>
            </a:extLst>
          </p:cNvPr>
          <p:cNvSpPr/>
          <p:nvPr/>
        </p:nvSpPr>
        <p:spPr>
          <a:xfrm>
            <a:off x="890228" y="3435779"/>
            <a:ext cx="387518" cy="375012"/>
          </a:xfrm>
          <a:custGeom>
            <a:avLst/>
            <a:gdLst/>
            <a:ahLst/>
            <a:cxnLst/>
            <a:rect l="l" t="t" r="r" b="b"/>
            <a:pathLst>
              <a:path w="11658" h="11685" extrusionOk="0">
                <a:moveTo>
                  <a:pt x="10618" y="662"/>
                </a:moveTo>
                <a:cubicBezTo>
                  <a:pt x="10807" y="662"/>
                  <a:pt x="10964" y="851"/>
                  <a:pt x="10964" y="1040"/>
                </a:cubicBezTo>
                <a:lnTo>
                  <a:pt x="10964" y="2741"/>
                </a:lnTo>
                <a:lnTo>
                  <a:pt x="662" y="2741"/>
                </a:lnTo>
                <a:lnTo>
                  <a:pt x="662" y="1040"/>
                </a:lnTo>
                <a:cubicBezTo>
                  <a:pt x="662" y="851"/>
                  <a:pt x="820" y="662"/>
                  <a:pt x="1009" y="662"/>
                </a:cubicBezTo>
                <a:close/>
                <a:moveTo>
                  <a:pt x="10964" y="3403"/>
                </a:moveTo>
                <a:lnTo>
                  <a:pt x="10964" y="8601"/>
                </a:lnTo>
                <a:cubicBezTo>
                  <a:pt x="10964" y="8790"/>
                  <a:pt x="10838" y="8947"/>
                  <a:pt x="10618" y="8947"/>
                </a:cubicBezTo>
                <a:lnTo>
                  <a:pt x="10145" y="8947"/>
                </a:lnTo>
                <a:cubicBezTo>
                  <a:pt x="10208" y="8727"/>
                  <a:pt x="10240" y="8443"/>
                  <a:pt x="10240" y="8160"/>
                </a:cubicBezTo>
                <a:lnTo>
                  <a:pt x="10240" y="5860"/>
                </a:lnTo>
                <a:cubicBezTo>
                  <a:pt x="10240" y="5673"/>
                  <a:pt x="10058" y="5531"/>
                  <a:pt x="9868" y="5531"/>
                </a:cubicBezTo>
                <a:cubicBezTo>
                  <a:pt x="9835" y="5531"/>
                  <a:pt x="9801" y="5535"/>
                  <a:pt x="9767" y="5545"/>
                </a:cubicBezTo>
                <a:cubicBezTo>
                  <a:pt x="9545" y="5641"/>
                  <a:pt x="9341" y="5691"/>
                  <a:pt x="9142" y="5691"/>
                </a:cubicBezTo>
                <a:cubicBezTo>
                  <a:pt x="8693" y="5691"/>
                  <a:pt x="8275" y="5439"/>
                  <a:pt x="7751" y="4915"/>
                </a:cubicBezTo>
                <a:cubicBezTo>
                  <a:pt x="7688" y="4868"/>
                  <a:pt x="7601" y="4844"/>
                  <a:pt x="7515" y="4844"/>
                </a:cubicBezTo>
                <a:cubicBezTo>
                  <a:pt x="7428" y="4844"/>
                  <a:pt x="7341" y="4868"/>
                  <a:pt x="7278" y="4915"/>
                </a:cubicBezTo>
                <a:cubicBezTo>
                  <a:pt x="6753" y="5440"/>
                  <a:pt x="6334" y="5677"/>
                  <a:pt x="5884" y="5677"/>
                </a:cubicBezTo>
                <a:cubicBezTo>
                  <a:pt x="5686" y="5677"/>
                  <a:pt x="5483" y="5631"/>
                  <a:pt x="5262" y="5545"/>
                </a:cubicBezTo>
                <a:cubicBezTo>
                  <a:pt x="5229" y="5535"/>
                  <a:pt x="5195" y="5531"/>
                  <a:pt x="5161" y="5531"/>
                </a:cubicBezTo>
                <a:cubicBezTo>
                  <a:pt x="4971" y="5531"/>
                  <a:pt x="4789" y="5673"/>
                  <a:pt x="4789" y="5860"/>
                </a:cubicBezTo>
                <a:lnTo>
                  <a:pt x="4789" y="8160"/>
                </a:lnTo>
                <a:cubicBezTo>
                  <a:pt x="4789" y="8443"/>
                  <a:pt x="4821" y="8664"/>
                  <a:pt x="4884" y="8947"/>
                </a:cubicBezTo>
                <a:lnTo>
                  <a:pt x="1009" y="8947"/>
                </a:lnTo>
                <a:cubicBezTo>
                  <a:pt x="820" y="8947"/>
                  <a:pt x="662" y="8790"/>
                  <a:pt x="662" y="8601"/>
                </a:cubicBezTo>
                <a:lnTo>
                  <a:pt x="662" y="3403"/>
                </a:lnTo>
                <a:close/>
                <a:moveTo>
                  <a:pt x="7152" y="5923"/>
                </a:moveTo>
                <a:lnTo>
                  <a:pt x="7152" y="10838"/>
                </a:lnTo>
                <a:cubicBezTo>
                  <a:pt x="6144" y="10365"/>
                  <a:pt x="5451" y="9357"/>
                  <a:pt x="5451" y="8160"/>
                </a:cubicBezTo>
                <a:lnTo>
                  <a:pt x="5451" y="6301"/>
                </a:lnTo>
                <a:cubicBezTo>
                  <a:pt x="5604" y="6330"/>
                  <a:pt x="5750" y="6344"/>
                  <a:pt x="5891" y="6344"/>
                </a:cubicBezTo>
                <a:cubicBezTo>
                  <a:pt x="6359" y="6344"/>
                  <a:pt x="6765" y="6189"/>
                  <a:pt x="7152" y="5923"/>
                </a:cubicBezTo>
                <a:close/>
                <a:moveTo>
                  <a:pt x="7877" y="5923"/>
                </a:moveTo>
                <a:cubicBezTo>
                  <a:pt x="8242" y="6166"/>
                  <a:pt x="8644" y="6353"/>
                  <a:pt x="9128" y="6353"/>
                </a:cubicBezTo>
                <a:cubicBezTo>
                  <a:pt x="9271" y="6353"/>
                  <a:pt x="9420" y="6337"/>
                  <a:pt x="9578" y="6301"/>
                </a:cubicBezTo>
                <a:lnTo>
                  <a:pt x="9578" y="8160"/>
                </a:lnTo>
                <a:cubicBezTo>
                  <a:pt x="9547" y="9357"/>
                  <a:pt x="8885" y="10365"/>
                  <a:pt x="7877" y="10838"/>
                </a:cubicBezTo>
                <a:lnTo>
                  <a:pt x="7877" y="5923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40"/>
                </a:cubicBezTo>
                <a:lnTo>
                  <a:pt x="1" y="8601"/>
                </a:lnTo>
                <a:cubicBezTo>
                  <a:pt x="1" y="9136"/>
                  <a:pt x="473" y="9609"/>
                  <a:pt x="1009" y="9609"/>
                </a:cubicBezTo>
                <a:lnTo>
                  <a:pt x="5073" y="9609"/>
                </a:lnTo>
                <a:cubicBezTo>
                  <a:pt x="5199" y="9893"/>
                  <a:pt x="5357" y="10145"/>
                  <a:pt x="5514" y="10365"/>
                </a:cubicBezTo>
                <a:cubicBezTo>
                  <a:pt x="5987" y="10995"/>
                  <a:pt x="6617" y="11436"/>
                  <a:pt x="7404" y="11657"/>
                </a:cubicBezTo>
                <a:cubicBezTo>
                  <a:pt x="7446" y="11657"/>
                  <a:pt x="7488" y="11685"/>
                  <a:pt x="7530" y="11685"/>
                </a:cubicBezTo>
                <a:cubicBezTo>
                  <a:pt x="7551" y="11685"/>
                  <a:pt x="7572" y="11678"/>
                  <a:pt x="7593" y="11657"/>
                </a:cubicBezTo>
                <a:cubicBezTo>
                  <a:pt x="8350" y="11436"/>
                  <a:pt x="9011" y="10995"/>
                  <a:pt x="9484" y="10365"/>
                </a:cubicBezTo>
                <a:cubicBezTo>
                  <a:pt x="9641" y="10145"/>
                  <a:pt x="9799" y="9893"/>
                  <a:pt x="9925" y="9609"/>
                </a:cubicBezTo>
                <a:lnTo>
                  <a:pt x="10618" y="9609"/>
                </a:lnTo>
                <a:cubicBezTo>
                  <a:pt x="11185" y="9609"/>
                  <a:pt x="11658" y="9136"/>
                  <a:pt x="11658" y="8601"/>
                </a:cubicBezTo>
                <a:lnTo>
                  <a:pt x="11658" y="1040"/>
                </a:lnTo>
                <a:cubicBezTo>
                  <a:pt x="11658" y="473"/>
                  <a:pt x="11217" y="0"/>
                  <a:pt x="1061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9224;p64">
            <a:extLst>
              <a:ext uri="{FF2B5EF4-FFF2-40B4-BE49-F238E27FC236}">
                <a16:creationId xmlns:a16="http://schemas.microsoft.com/office/drawing/2014/main" id="{CF3CD2FD-45FF-19AE-56D3-30AF4119886C}"/>
              </a:ext>
            </a:extLst>
          </p:cNvPr>
          <p:cNvSpPr/>
          <p:nvPr/>
        </p:nvSpPr>
        <p:spPr>
          <a:xfrm>
            <a:off x="5593650" y="3435779"/>
            <a:ext cx="354527" cy="356620"/>
          </a:xfrm>
          <a:custGeom>
            <a:avLst/>
            <a:gdLst/>
            <a:ahLst/>
            <a:cxnLst/>
            <a:rect l="l" t="t" r="r" b="b"/>
            <a:pathLst>
              <a:path w="11689" h="11758" extrusionOk="0">
                <a:moveTo>
                  <a:pt x="8538" y="2747"/>
                </a:moveTo>
                <a:cubicBezTo>
                  <a:pt x="8727" y="2747"/>
                  <a:pt x="8853" y="2905"/>
                  <a:pt x="8853" y="3094"/>
                </a:cubicBezTo>
                <a:cubicBezTo>
                  <a:pt x="8885" y="3251"/>
                  <a:pt x="8727" y="3409"/>
                  <a:pt x="8538" y="3409"/>
                </a:cubicBezTo>
                <a:cubicBezTo>
                  <a:pt x="8444" y="3409"/>
                  <a:pt x="8381" y="3377"/>
                  <a:pt x="8286" y="3346"/>
                </a:cubicBezTo>
                <a:lnTo>
                  <a:pt x="8538" y="2747"/>
                </a:lnTo>
                <a:close/>
                <a:moveTo>
                  <a:pt x="3277" y="1581"/>
                </a:moveTo>
                <a:cubicBezTo>
                  <a:pt x="3844" y="1581"/>
                  <a:pt x="4316" y="2023"/>
                  <a:pt x="4316" y="2590"/>
                </a:cubicBezTo>
                <a:cubicBezTo>
                  <a:pt x="4316" y="3157"/>
                  <a:pt x="3844" y="3598"/>
                  <a:pt x="3277" y="3598"/>
                </a:cubicBezTo>
                <a:cubicBezTo>
                  <a:pt x="2741" y="3598"/>
                  <a:pt x="2269" y="3157"/>
                  <a:pt x="2269" y="2590"/>
                </a:cubicBezTo>
                <a:cubicBezTo>
                  <a:pt x="2269" y="1991"/>
                  <a:pt x="2741" y="1581"/>
                  <a:pt x="3277" y="1581"/>
                </a:cubicBezTo>
                <a:close/>
                <a:moveTo>
                  <a:pt x="9231" y="5457"/>
                </a:moveTo>
                <a:cubicBezTo>
                  <a:pt x="9672" y="5457"/>
                  <a:pt x="10050" y="5740"/>
                  <a:pt x="10208" y="6150"/>
                </a:cubicBezTo>
                <a:lnTo>
                  <a:pt x="8286" y="6150"/>
                </a:lnTo>
                <a:cubicBezTo>
                  <a:pt x="8412" y="5772"/>
                  <a:pt x="8759" y="5457"/>
                  <a:pt x="9231" y="5457"/>
                </a:cubicBezTo>
                <a:close/>
                <a:moveTo>
                  <a:pt x="10932" y="6843"/>
                </a:moveTo>
                <a:lnTo>
                  <a:pt x="10932" y="7504"/>
                </a:lnTo>
                <a:lnTo>
                  <a:pt x="5262" y="7504"/>
                </a:lnTo>
                <a:lnTo>
                  <a:pt x="5262" y="6843"/>
                </a:lnTo>
                <a:close/>
                <a:moveTo>
                  <a:pt x="3403" y="4291"/>
                </a:moveTo>
                <a:cubicBezTo>
                  <a:pt x="4064" y="4322"/>
                  <a:pt x="4631" y="4921"/>
                  <a:pt x="4631" y="5583"/>
                </a:cubicBezTo>
                <a:lnTo>
                  <a:pt x="4631" y="7725"/>
                </a:lnTo>
                <a:cubicBezTo>
                  <a:pt x="4348" y="7567"/>
                  <a:pt x="4033" y="7441"/>
                  <a:pt x="3686" y="7441"/>
                </a:cubicBezTo>
                <a:lnTo>
                  <a:pt x="3340" y="7441"/>
                </a:lnTo>
                <a:lnTo>
                  <a:pt x="3340" y="6402"/>
                </a:lnTo>
                <a:cubicBezTo>
                  <a:pt x="3340" y="6213"/>
                  <a:pt x="3182" y="6055"/>
                  <a:pt x="2962" y="6055"/>
                </a:cubicBezTo>
                <a:cubicBezTo>
                  <a:pt x="2773" y="6055"/>
                  <a:pt x="2615" y="6213"/>
                  <a:pt x="2615" y="6402"/>
                </a:cubicBezTo>
                <a:lnTo>
                  <a:pt x="2615" y="7788"/>
                </a:lnTo>
                <a:cubicBezTo>
                  <a:pt x="2615" y="7977"/>
                  <a:pt x="2773" y="8134"/>
                  <a:pt x="2962" y="8134"/>
                </a:cubicBezTo>
                <a:lnTo>
                  <a:pt x="3655" y="8134"/>
                </a:lnTo>
                <a:cubicBezTo>
                  <a:pt x="4064" y="8134"/>
                  <a:pt x="4474" y="8418"/>
                  <a:pt x="4600" y="8828"/>
                </a:cubicBezTo>
                <a:lnTo>
                  <a:pt x="1985" y="8828"/>
                </a:lnTo>
                <a:lnTo>
                  <a:pt x="1985" y="5583"/>
                </a:lnTo>
                <a:lnTo>
                  <a:pt x="2080" y="5583"/>
                </a:lnTo>
                <a:cubicBezTo>
                  <a:pt x="2080" y="5236"/>
                  <a:pt x="2237" y="4858"/>
                  <a:pt x="2458" y="4637"/>
                </a:cubicBezTo>
                <a:cubicBezTo>
                  <a:pt x="2741" y="4385"/>
                  <a:pt x="3056" y="4291"/>
                  <a:pt x="3403" y="4291"/>
                </a:cubicBezTo>
                <a:close/>
                <a:moveTo>
                  <a:pt x="1040" y="4795"/>
                </a:moveTo>
                <a:cubicBezTo>
                  <a:pt x="1229" y="4795"/>
                  <a:pt x="1418" y="4952"/>
                  <a:pt x="1418" y="5141"/>
                </a:cubicBezTo>
                <a:lnTo>
                  <a:pt x="1418" y="9174"/>
                </a:lnTo>
                <a:lnTo>
                  <a:pt x="1418" y="9300"/>
                </a:lnTo>
                <a:cubicBezTo>
                  <a:pt x="1449" y="9458"/>
                  <a:pt x="1575" y="9521"/>
                  <a:pt x="1733" y="9521"/>
                </a:cubicBezTo>
                <a:lnTo>
                  <a:pt x="5860" y="9521"/>
                </a:lnTo>
                <a:cubicBezTo>
                  <a:pt x="6049" y="9521"/>
                  <a:pt x="6175" y="9678"/>
                  <a:pt x="6175" y="9836"/>
                </a:cubicBezTo>
                <a:lnTo>
                  <a:pt x="6175" y="10938"/>
                </a:lnTo>
                <a:lnTo>
                  <a:pt x="693" y="10938"/>
                </a:lnTo>
                <a:lnTo>
                  <a:pt x="693" y="5141"/>
                </a:lnTo>
                <a:cubicBezTo>
                  <a:pt x="693" y="4952"/>
                  <a:pt x="851" y="4795"/>
                  <a:pt x="1040" y="4795"/>
                </a:cubicBezTo>
                <a:close/>
                <a:moveTo>
                  <a:pt x="7656" y="8197"/>
                </a:moveTo>
                <a:cubicBezTo>
                  <a:pt x="7971" y="8260"/>
                  <a:pt x="8254" y="8576"/>
                  <a:pt x="8254" y="8922"/>
                </a:cubicBezTo>
                <a:lnTo>
                  <a:pt x="8254" y="10938"/>
                </a:lnTo>
                <a:lnTo>
                  <a:pt x="6868" y="10938"/>
                </a:lnTo>
                <a:lnTo>
                  <a:pt x="6868" y="9836"/>
                </a:lnTo>
                <a:cubicBezTo>
                  <a:pt x="6868" y="9269"/>
                  <a:pt x="6396" y="8796"/>
                  <a:pt x="5860" y="8796"/>
                </a:cubicBezTo>
                <a:lnTo>
                  <a:pt x="5388" y="8796"/>
                </a:lnTo>
                <a:cubicBezTo>
                  <a:pt x="5356" y="8576"/>
                  <a:pt x="5230" y="8386"/>
                  <a:pt x="5104" y="8197"/>
                </a:cubicBezTo>
                <a:close/>
                <a:moveTo>
                  <a:pt x="9185" y="1"/>
                </a:moveTo>
                <a:cubicBezTo>
                  <a:pt x="9049" y="1"/>
                  <a:pt x="8908" y="88"/>
                  <a:pt x="8885" y="227"/>
                </a:cubicBezTo>
                <a:lnTo>
                  <a:pt x="6837" y="5078"/>
                </a:lnTo>
                <a:cubicBezTo>
                  <a:pt x="6774" y="5236"/>
                  <a:pt x="6837" y="5457"/>
                  <a:pt x="7026" y="5520"/>
                </a:cubicBezTo>
                <a:cubicBezTo>
                  <a:pt x="7089" y="5520"/>
                  <a:pt x="7120" y="5551"/>
                  <a:pt x="7152" y="5551"/>
                </a:cubicBezTo>
                <a:cubicBezTo>
                  <a:pt x="7278" y="5551"/>
                  <a:pt x="7435" y="5457"/>
                  <a:pt x="7467" y="5362"/>
                </a:cubicBezTo>
                <a:lnTo>
                  <a:pt x="8034" y="4039"/>
                </a:lnTo>
                <a:cubicBezTo>
                  <a:pt x="8191" y="4133"/>
                  <a:pt x="8349" y="4165"/>
                  <a:pt x="8538" y="4165"/>
                </a:cubicBezTo>
                <a:cubicBezTo>
                  <a:pt x="8664" y="4165"/>
                  <a:pt x="8759" y="4133"/>
                  <a:pt x="8885" y="4133"/>
                </a:cubicBezTo>
                <a:lnTo>
                  <a:pt x="8885" y="4921"/>
                </a:lnTo>
                <a:cubicBezTo>
                  <a:pt x="8223" y="5047"/>
                  <a:pt x="7719" y="5583"/>
                  <a:pt x="7561" y="6244"/>
                </a:cubicBezTo>
                <a:lnTo>
                  <a:pt x="5293" y="6244"/>
                </a:lnTo>
                <a:lnTo>
                  <a:pt x="5293" y="5709"/>
                </a:lnTo>
                <a:cubicBezTo>
                  <a:pt x="5293" y="4984"/>
                  <a:pt x="4915" y="4354"/>
                  <a:pt x="4348" y="4007"/>
                </a:cubicBezTo>
                <a:cubicBezTo>
                  <a:pt x="4757" y="3692"/>
                  <a:pt x="4978" y="3220"/>
                  <a:pt x="4978" y="2653"/>
                </a:cubicBezTo>
                <a:cubicBezTo>
                  <a:pt x="4978" y="1707"/>
                  <a:pt x="4253" y="983"/>
                  <a:pt x="3308" y="983"/>
                </a:cubicBezTo>
                <a:cubicBezTo>
                  <a:pt x="2363" y="983"/>
                  <a:pt x="1607" y="1707"/>
                  <a:pt x="1607" y="2653"/>
                </a:cubicBezTo>
                <a:cubicBezTo>
                  <a:pt x="1607" y="3220"/>
                  <a:pt x="1890" y="3724"/>
                  <a:pt x="2269" y="4039"/>
                </a:cubicBezTo>
                <a:cubicBezTo>
                  <a:pt x="2143" y="4133"/>
                  <a:pt x="2080" y="4196"/>
                  <a:pt x="1985" y="4291"/>
                </a:cubicBezTo>
                <a:cubicBezTo>
                  <a:pt x="1922" y="4354"/>
                  <a:pt x="1827" y="4448"/>
                  <a:pt x="1764" y="4543"/>
                </a:cubicBezTo>
                <a:cubicBezTo>
                  <a:pt x="1575" y="4354"/>
                  <a:pt x="1323" y="4228"/>
                  <a:pt x="1008" y="4228"/>
                </a:cubicBezTo>
                <a:cubicBezTo>
                  <a:pt x="473" y="4228"/>
                  <a:pt x="0" y="4700"/>
                  <a:pt x="0" y="5268"/>
                </a:cubicBezTo>
                <a:lnTo>
                  <a:pt x="0" y="11411"/>
                </a:lnTo>
                <a:cubicBezTo>
                  <a:pt x="0" y="11600"/>
                  <a:pt x="158" y="11758"/>
                  <a:pt x="347" y="11758"/>
                </a:cubicBezTo>
                <a:lnTo>
                  <a:pt x="8570" y="11758"/>
                </a:lnTo>
                <a:cubicBezTo>
                  <a:pt x="8759" y="11758"/>
                  <a:pt x="8916" y="11600"/>
                  <a:pt x="8916" y="11411"/>
                </a:cubicBezTo>
                <a:lnTo>
                  <a:pt x="8916" y="9048"/>
                </a:lnTo>
                <a:cubicBezTo>
                  <a:pt x="8916" y="8765"/>
                  <a:pt x="8853" y="8544"/>
                  <a:pt x="8727" y="8292"/>
                </a:cubicBezTo>
                <a:lnTo>
                  <a:pt x="11342" y="8292"/>
                </a:lnTo>
                <a:cubicBezTo>
                  <a:pt x="11531" y="8292"/>
                  <a:pt x="11689" y="8134"/>
                  <a:pt x="11689" y="7945"/>
                </a:cubicBezTo>
                <a:lnTo>
                  <a:pt x="11689" y="6559"/>
                </a:lnTo>
                <a:cubicBezTo>
                  <a:pt x="11689" y="6339"/>
                  <a:pt x="11531" y="6181"/>
                  <a:pt x="11310" y="6181"/>
                </a:cubicBezTo>
                <a:lnTo>
                  <a:pt x="10901" y="6181"/>
                </a:lnTo>
                <a:cubicBezTo>
                  <a:pt x="10775" y="5520"/>
                  <a:pt x="10239" y="4984"/>
                  <a:pt x="9546" y="4826"/>
                </a:cubicBezTo>
                <a:lnTo>
                  <a:pt x="9546" y="3094"/>
                </a:lnTo>
                <a:cubicBezTo>
                  <a:pt x="9546" y="2621"/>
                  <a:pt x="9231" y="2243"/>
                  <a:pt x="8790" y="2117"/>
                </a:cubicBezTo>
                <a:lnTo>
                  <a:pt x="9515" y="447"/>
                </a:lnTo>
                <a:cubicBezTo>
                  <a:pt x="9578" y="290"/>
                  <a:pt x="9515" y="69"/>
                  <a:pt x="9326" y="38"/>
                </a:cubicBezTo>
                <a:cubicBezTo>
                  <a:pt x="9283" y="12"/>
                  <a:pt x="9234" y="1"/>
                  <a:pt x="918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Kép 19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FFDF9E3-8CCC-EDB5-C12D-F8EFEFDA7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2"/>
          <p:cNvSpPr txBox="1">
            <a:spLocks noGrp="1"/>
          </p:cNvSpPr>
          <p:nvPr>
            <p:ph type="title"/>
          </p:nvPr>
        </p:nvSpPr>
        <p:spPr>
          <a:xfrm>
            <a:off x="224677" y="170550"/>
            <a:ext cx="3993300" cy="5998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Megbízás:</a:t>
            </a:r>
            <a:endParaRPr dirty="0"/>
          </a:p>
        </p:txBody>
      </p:sp>
      <p:sp>
        <p:nvSpPr>
          <p:cNvPr id="287" name="Google Shape;287;p32"/>
          <p:cNvSpPr txBox="1">
            <a:spLocks noGrp="1"/>
          </p:cNvSpPr>
          <p:nvPr>
            <p:ph type="subTitle" idx="1"/>
          </p:nvPr>
        </p:nvSpPr>
        <p:spPr>
          <a:xfrm>
            <a:off x="224676" y="882374"/>
            <a:ext cx="4897451" cy="18682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SzPts val="1100"/>
              <a:buFont typeface="Arial" panose="020B0604020202020204" pitchFamily="34" charset="0"/>
              <a:buChar char="•"/>
            </a:pPr>
            <a:r>
              <a:rPr lang="hu-HU" sz="1600" dirty="0"/>
              <a:t>A Magyar Telekom budapesti központi irodájának és két közeli telephelyének teljes hálózati felújítása</a:t>
            </a:r>
          </a:p>
          <a:p>
            <a:pPr marL="285750" lvl="0" indent="-285750">
              <a:buSzPts val="1100"/>
              <a:buFont typeface="Arial" panose="020B0604020202020204" pitchFamily="34" charset="0"/>
              <a:buChar char="•"/>
            </a:pPr>
            <a:endParaRPr lang="hu-HU" sz="1600" dirty="0"/>
          </a:p>
          <a:p>
            <a:pPr marL="285750" lvl="0" indent="-285750">
              <a:buSzPts val="1100"/>
              <a:buFont typeface="Arial" panose="020B0604020202020204" pitchFamily="34" charset="0"/>
              <a:buChar char="•"/>
            </a:pPr>
            <a:endParaRPr lang="hu-HU" sz="1600" dirty="0"/>
          </a:p>
          <a:p>
            <a:pPr marL="285750" lvl="0" indent="-285750">
              <a:buSzPts val="1100"/>
              <a:buFont typeface="Arial" panose="020B0604020202020204" pitchFamily="34" charset="0"/>
              <a:buChar char="•"/>
            </a:pPr>
            <a:r>
              <a:rPr lang="hu-HU" sz="1600" dirty="0"/>
              <a:t>Gyorsabb, stabilabb és biztonságosabb adatkommunikáció a legmodernebb technológiákkal</a:t>
            </a:r>
          </a:p>
          <a:p>
            <a:pPr marL="285750" lvl="0" indent="-285750">
              <a:buSzPts val="1100"/>
              <a:buFont typeface="Arial" panose="020B0604020202020204" pitchFamily="34" charset="0"/>
              <a:buChar char="•"/>
            </a:pPr>
            <a:endParaRPr lang="hu-HU" sz="1400" dirty="0"/>
          </a:p>
        </p:txBody>
      </p:sp>
      <p:pic>
        <p:nvPicPr>
          <p:cNvPr id="7" name="Kép 6" descr="A képen szöveg, Betűtípus, Grafika, Grafikus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569672F-5088-37DF-3EB4-7AE69CCFB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064" y="670183"/>
            <a:ext cx="3564478" cy="2491740"/>
          </a:xfrm>
          <a:prstGeom prst="rect">
            <a:avLst/>
          </a:prstGeom>
        </p:spPr>
      </p:pic>
      <p:pic>
        <p:nvPicPr>
          <p:cNvPr id="8" name="Kép 7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35BA867A-51CF-F726-F8A4-94B6E4B801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10" name="Szövegdoboz 9">
            <a:extLst>
              <a:ext uri="{FF2B5EF4-FFF2-40B4-BE49-F238E27FC236}">
                <a16:creationId xmlns:a16="http://schemas.microsoft.com/office/drawing/2014/main" id="{F597FAB8-F241-F567-D761-9E06B8608165}"/>
              </a:ext>
            </a:extLst>
          </p:cNvPr>
          <p:cNvSpPr txBox="1"/>
          <p:nvPr/>
        </p:nvSpPr>
        <p:spPr>
          <a:xfrm>
            <a:off x="224676" y="3161923"/>
            <a:ext cx="78339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hu-HU" sz="1600" dirty="0">
                <a:solidFill>
                  <a:schemeClr val="dk1"/>
                </a:solidFill>
                <a:latin typeface="Cairo"/>
                <a:cs typeface="Cairo"/>
                <a:sym typeface="Cairo"/>
              </a:rPr>
              <a:t>Energiahatékonyság, jövőálló megoldások, folyamatos üzletmenet biztosítása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10" y="0"/>
            <a:ext cx="340519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3"/>
          <p:cNvSpPr txBox="1">
            <a:spLocks noGrp="1"/>
          </p:cNvSpPr>
          <p:nvPr>
            <p:ph type="title"/>
          </p:nvPr>
        </p:nvSpPr>
        <p:spPr>
          <a:xfrm>
            <a:off x="352410" y="86810"/>
            <a:ext cx="3874414" cy="13920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Topológia</a:t>
            </a:r>
            <a:endParaRPr sz="2800" dirty="0"/>
          </a:p>
        </p:txBody>
      </p:sp>
      <p:grpSp>
        <p:nvGrpSpPr>
          <p:cNvPr id="295" name="Google Shape;295;p33"/>
          <p:cNvGrpSpPr/>
          <p:nvPr/>
        </p:nvGrpSpPr>
        <p:grpSpPr>
          <a:xfrm rot="756538">
            <a:off x="5159567" y="-1610422"/>
            <a:ext cx="4574157" cy="3479412"/>
            <a:chOff x="1522650" y="1117750"/>
            <a:chExt cx="4574075" cy="3479350"/>
          </a:xfrm>
        </p:grpSpPr>
        <p:sp>
          <p:nvSpPr>
            <p:cNvPr id="296" name="Google Shape;296;p33"/>
            <p:cNvSpPr/>
            <p:nvPr/>
          </p:nvSpPr>
          <p:spPr>
            <a:xfrm>
              <a:off x="2305900" y="1117750"/>
              <a:ext cx="3790825" cy="3217100"/>
            </a:xfrm>
            <a:custGeom>
              <a:avLst/>
              <a:gdLst/>
              <a:ahLst/>
              <a:cxnLst/>
              <a:rect l="l" t="t" r="r" b="b"/>
              <a:pathLst>
                <a:path w="151633" h="128684" extrusionOk="0">
                  <a:moveTo>
                    <a:pt x="59573" y="1190"/>
                  </a:moveTo>
                  <a:lnTo>
                    <a:pt x="87345" y="18391"/>
                  </a:lnTo>
                  <a:cubicBezTo>
                    <a:pt x="87254" y="18737"/>
                    <a:pt x="87376" y="19117"/>
                    <a:pt x="87682" y="19337"/>
                  </a:cubicBezTo>
                  <a:cubicBezTo>
                    <a:pt x="87712" y="19358"/>
                    <a:pt x="87742" y="19374"/>
                    <a:pt x="87773" y="19391"/>
                  </a:cubicBezTo>
                  <a:lnTo>
                    <a:pt x="73089" y="35287"/>
                  </a:lnTo>
                  <a:cubicBezTo>
                    <a:pt x="73041" y="35228"/>
                    <a:pt x="72987" y="35173"/>
                    <a:pt x="72923" y="35127"/>
                  </a:cubicBezTo>
                  <a:cubicBezTo>
                    <a:pt x="72772" y="35017"/>
                    <a:pt x="72594" y="34961"/>
                    <a:pt x="72410" y="34961"/>
                  </a:cubicBezTo>
                  <a:cubicBezTo>
                    <a:pt x="72364" y="34961"/>
                    <a:pt x="72317" y="34964"/>
                    <a:pt x="72269" y="34972"/>
                  </a:cubicBezTo>
                  <a:lnTo>
                    <a:pt x="59361" y="1513"/>
                  </a:lnTo>
                  <a:cubicBezTo>
                    <a:pt x="59397" y="1478"/>
                    <a:pt x="59435" y="1443"/>
                    <a:pt x="59466" y="1400"/>
                  </a:cubicBezTo>
                  <a:cubicBezTo>
                    <a:pt x="59513" y="1335"/>
                    <a:pt x="59546" y="1262"/>
                    <a:pt x="59573" y="1190"/>
                  </a:cubicBezTo>
                  <a:close/>
                  <a:moveTo>
                    <a:pt x="57905" y="1155"/>
                  </a:moveTo>
                  <a:cubicBezTo>
                    <a:pt x="57962" y="1330"/>
                    <a:pt x="58069" y="1490"/>
                    <a:pt x="58229" y="1604"/>
                  </a:cubicBezTo>
                  <a:cubicBezTo>
                    <a:pt x="58385" y="1716"/>
                    <a:pt x="58564" y="1770"/>
                    <a:pt x="58744" y="1770"/>
                  </a:cubicBezTo>
                  <a:cubicBezTo>
                    <a:pt x="58890" y="1770"/>
                    <a:pt x="59035" y="1731"/>
                    <a:pt x="59165" y="1661"/>
                  </a:cubicBezTo>
                  <a:lnTo>
                    <a:pt x="72044" y="35042"/>
                  </a:lnTo>
                  <a:cubicBezTo>
                    <a:pt x="71907" y="35103"/>
                    <a:pt x="71787" y="35197"/>
                    <a:pt x="71696" y="35320"/>
                  </a:cubicBezTo>
                  <a:lnTo>
                    <a:pt x="34939" y="10633"/>
                  </a:lnTo>
                  <a:cubicBezTo>
                    <a:pt x="34967" y="10533"/>
                    <a:pt x="34978" y="10431"/>
                    <a:pt x="34971" y="10330"/>
                  </a:cubicBezTo>
                  <a:lnTo>
                    <a:pt x="57905" y="1155"/>
                  </a:lnTo>
                  <a:close/>
                  <a:moveTo>
                    <a:pt x="34896" y="10886"/>
                  </a:moveTo>
                  <a:lnTo>
                    <a:pt x="71585" y="35528"/>
                  </a:lnTo>
                  <a:cubicBezTo>
                    <a:pt x="71451" y="35873"/>
                    <a:pt x="71547" y="36273"/>
                    <a:pt x="71839" y="36520"/>
                  </a:cubicBezTo>
                  <a:lnTo>
                    <a:pt x="61150" y="46075"/>
                  </a:lnTo>
                  <a:cubicBezTo>
                    <a:pt x="61131" y="46059"/>
                    <a:pt x="61114" y="46040"/>
                    <a:pt x="61092" y="46024"/>
                  </a:cubicBezTo>
                  <a:cubicBezTo>
                    <a:pt x="60938" y="45913"/>
                    <a:pt x="60760" y="45860"/>
                    <a:pt x="60583" y="45860"/>
                  </a:cubicBezTo>
                  <a:cubicBezTo>
                    <a:pt x="60438" y="45860"/>
                    <a:pt x="60294" y="45896"/>
                    <a:pt x="60165" y="45964"/>
                  </a:cubicBezTo>
                  <a:lnTo>
                    <a:pt x="34896" y="10886"/>
                  </a:lnTo>
                  <a:close/>
                  <a:moveTo>
                    <a:pt x="88012" y="19481"/>
                  </a:moveTo>
                  <a:cubicBezTo>
                    <a:pt x="88073" y="19495"/>
                    <a:pt x="88135" y="19503"/>
                    <a:pt x="88199" y="19503"/>
                  </a:cubicBezTo>
                  <a:cubicBezTo>
                    <a:pt x="88236" y="19503"/>
                    <a:pt x="88270" y="19496"/>
                    <a:pt x="88308" y="19491"/>
                  </a:cubicBezTo>
                  <a:lnTo>
                    <a:pt x="90601" y="57808"/>
                  </a:lnTo>
                  <a:cubicBezTo>
                    <a:pt x="90477" y="57828"/>
                    <a:pt x="90359" y="57878"/>
                    <a:pt x="90253" y="57948"/>
                  </a:cubicBezTo>
                  <a:lnTo>
                    <a:pt x="73040" y="36456"/>
                  </a:lnTo>
                  <a:cubicBezTo>
                    <a:pt x="73069" y="36426"/>
                    <a:pt x="73102" y="36397"/>
                    <a:pt x="73126" y="36363"/>
                  </a:cubicBezTo>
                  <a:cubicBezTo>
                    <a:pt x="73264" y="36171"/>
                    <a:pt x="73319" y="35936"/>
                    <a:pt x="73280" y="35702"/>
                  </a:cubicBezTo>
                  <a:cubicBezTo>
                    <a:pt x="73268" y="35629"/>
                    <a:pt x="73244" y="35561"/>
                    <a:pt x="73216" y="35494"/>
                  </a:cubicBezTo>
                  <a:lnTo>
                    <a:pt x="88012" y="19481"/>
                  </a:lnTo>
                  <a:close/>
                  <a:moveTo>
                    <a:pt x="88769" y="19295"/>
                  </a:moveTo>
                  <a:lnTo>
                    <a:pt x="121569" y="41232"/>
                  </a:lnTo>
                  <a:cubicBezTo>
                    <a:pt x="121516" y="41429"/>
                    <a:pt x="121532" y="41636"/>
                    <a:pt x="121612" y="41820"/>
                  </a:cubicBezTo>
                  <a:lnTo>
                    <a:pt x="91516" y="58252"/>
                  </a:lnTo>
                  <a:cubicBezTo>
                    <a:pt x="91455" y="58141"/>
                    <a:pt x="91371" y="58040"/>
                    <a:pt x="91261" y="57962"/>
                  </a:cubicBezTo>
                  <a:cubicBezTo>
                    <a:pt x="91131" y="57868"/>
                    <a:pt x="90984" y="57820"/>
                    <a:pt x="90835" y="57804"/>
                  </a:cubicBezTo>
                  <a:lnTo>
                    <a:pt x="88539" y="19431"/>
                  </a:lnTo>
                  <a:cubicBezTo>
                    <a:pt x="88621" y="19396"/>
                    <a:pt x="88699" y="19354"/>
                    <a:pt x="88769" y="19295"/>
                  </a:cubicBezTo>
                  <a:close/>
                  <a:moveTo>
                    <a:pt x="72858" y="36603"/>
                  </a:moveTo>
                  <a:lnTo>
                    <a:pt x="90079" y="58104"/>
                  </a:lnTo>
                  <a:cubicBezTo>
                    <a:pt x="90062" y="58125"/>
                    <a:pt x="90041" y="58144"/>
                    <a:pt x="90025" y="58165"/>
                  </a:cubicBezTo>
                  <a:cubicBezTo>
                    <a:pt x="89989" y="58216"/>
                    <a:pt x="89960" y="58268"/>
                    <a:pt x="89936" y="58323"/>
                  </a:cubicBezTo>
                  <a:lnTo>
                    <a:pt x="61457" y="46818"/>
                  </a:lnTo>
                  <a:cubicBezTo>
                    <a:pt x="61473" y="46617"/>
                    <a:pt x="61422" y="46416"/>
                    <a:pt x="61307" y="46247"/>
                  </a:cubicBezTo>
                  <a:lnTo>
                    <a:pt x="72044" y="36651"/>
                  </a:lnTo>
                  <a:cubicBezTo>
                    <a:pt x="72160" y="36702"/>
                    <a:pt x="72283" y="36731"/>
                    <a:pt x="72406" y="36731"/>
                  </a:cubicBezTo>
                  <a:cubicBezTo>
                    <a:pt x="72565" y="36731"/>
                    <a:pt x="72719" y="36684"/>
                    <a:pt x="72858" y="36603"/>
                  </a:cubicBezTo>
                  <a:close/>
                  <a:moveTo>
                    <a:pt x="29406" y="22188"/>
                  </a:moveTo>
                  <a:lnTo>
                    <a:pt x="59857" y="46227"/>
                  </a:lnTo>
                  <a:cubicBezTo>
                    <a:pt x="59573" y="46625"/>
                    <a:pt x="59665" y="47178"/>
                    <a:pt x="60061" y="47462"/>
                  </a:cubicBezTo>
                  <a:cubicBezTo>
                    <a:pt x="60098" y="47488"/>
                    <a:pt x="60135" y="47509"/>
                    <a:pt x="60173" y="47529"/>
                  </a:cubicBezTo>
                  <a:lnTo>
                    <a:pt x="58655" y="58545"/>
                  </a:lnTo>
                  <a:cubicBezTo>
                    <a:pt x="58595" y="58532"/>
                    <a:pt x="58534" y="58525"/>
                    <a:pt x="58473" y="58525"/>
                  </a:cubicBezTo>
                  <a:cubicBezTo>
                    <a:pt x="58354" y="58525"/>
                    <a:pt x="58236" y="58550"/>
                    <a:pt x="58125" y="58596"/>
                  </a:cubicBezTo>
                  <a:lnTo>
                    <a:pt x="29406" y="22188"/>
                  </a:lnTo>
                  <a:close/>
                  <a:moveTo>
                    <a:pt x="16326" y="26247"/>
                  </a:moveTo>
                  <a:lnTo>
                    <a:pt x="57750" y="58893"/>
                  </a:lnTo>
                  <a:cubicBezTo>
                    <a:pt x="57750" y="58894"/>
                    <a:pt x="57749" y="58894"/>
                    <a:pt x="57748" y="58895"/>
                  </a:cubicBezTo>
                  <a:cubicBezTo>
                    <a:pt x="57632" y="59054"/>
                    <a:pt x="57582" y="59240"/>
                    <a:pt x="57584" y="59421"/>
                  </a:cubicBezTo>
                  <a:lnTo>
                    <a:pt x="33209" y="61477"/>
                  </a:lnTo>
                  <a:cubicBezTo>
                    <a:pt x="33171" y="61253"/>
                    <a:pt x="33049" y="61044"/>
                    <a:pt x="32851" y="60900"/>
                  </a:cubicBezTo>
                  <a:cubicBezTo>
                    <a:pt x="32696" y="60788"/>
                    <a:pt x="32515" y="60735"/>
                    <a:pt x="32336" y="60735"/>
                  </a:cubicBezTo>
                  <a:cubicBezTo>
                    <a:pt x="32231" y="60735"/>
                    <a:pt x="32126" y="60753"/>
                    <a:pt x="32028" y="60789"/>
                  </a:cubicBezTo>
                  <a:lnTo>
                    <a:pt x="16086" y="26436"/>
                  </a:lnTo>
                  <a:cubicBezTo>
                    <a:pt x="16176" y="26387"/>
                    <a:pt x="16257" y="26325"/>
                    <a:pt x="16326" y="26247"/>
                  </a:cubicBezTo>
                  <a:close/>
                  <a:moveTo>
                    <a:pt x="57622" y="59652"/>
                  </a:moveTo>
                  <a:cubicBezTo>
                    <a:pt x="57674" y="59839"/>
                    <a:pt x="57783" y="60008"/>
                    <a:pt x="57952" y="60129"/>
                  </a:cubicBezTo>
                  <a:cubicBezTo>
                    <a:pt x="58054" y="60201"/>
                    <a:pt x="58165" y="60247"/>
                    <a:pt x="58279" y="60272"/>
                  </a:cubicBezTo>
                  <a:lnTo>
                    <a:pt x="55785" y="68604"/>
                  </a:lnTo>
                  <a:cubicBezTo>
                    <a:pt x="55759" y="68602"/>
                    <a:pt x="55732" y="68601"/>
                    <a:pt x="55705" y="68601"/>
                  </a:cubicBezTo>
                  <a:cubicBezTo>
                    <a:pt x="55430" y="68601"/>
                    <a:pt x="55160" y="68726"/>
                    <a:pt x="54987" y="68966"/>
                  </a:cubicBezTo>
                  <a:cubicBezTo>
                    <a:pt x="54939" y="69034"/>
                    <a:pt x="54905" y="69108"/>
                    <a:pt x="54878" y="69182"/>
                  </a:cubicBezTo>
                  <a:lnTo>
                    <a:pt x="33192" y="61843"/>
                  </a:lnTo>
                  <a:cubicBezTo>
                    <a:pt x="33203" y="61799"/>
                    <a:pt x="33210" y="61755"/>
                    <a:pt x="33214" y="61709"/>
                  </a:cubicBezTo>
                  <a:lnTo>
                    <a:pt x="57622" y="59652"/>
                  </a:lnTo>
                  <a:close/>
                  <a:moveTo>
                    <a:pt x="61404" y="47049"/>
                  </a:moveTo>
                  <a:lnTo>
                    <a:pt x="89872" y="58550"/>
                  </a:lnTo>
                  <a:cubicBezTo>
                    <a:pt x="89825" y="58868"/>
                    <a:pt x="89949" y="59201"/>
                    <a:pt x="90228" y="59401"/>
                  </a:cubicBezTo>
                  <a:cubicBezTo>
                    <a:pt x="90327" y="59471"/>
                    <a:pt x="90435" y="59515"/>
                    <a:pt x="90546" y="59541"/>
                  </a:cubicBezTo>
                  <a:lnTo>
                    <a:pt x="88027" y="76730"/>
                  </a:lnTo>
                  <a:cubicBezTo>
                    <a:pt x="88011" y="76729"/>
                    <a:pt x="87994" y="76729"/>
                    <a:pt x="87977" y="76729"/>
                  </a:cubicBezTo>
                  <a:cubicBezTo>
                    <a:pt x="87931" y="76729"/>
                    <a:pt x="87884" y="76732"/>
                    <a:pt x="87837" y="76740"/>
                  </a:cubicBezTo>
                  <a:cubicBezTo>
                    <a:pt x="87715" y="76760"/>
                    <a:pt x="87603" y="76805"/>
                    <a:pt x="87501" y="76869"/>
                  </a:cubicBezTo>
                  <a:lnTo>
                    <a:pt x="61265" y="47294"/>
                  </a:lnTo>
                  <a:cubicBezTo>
                    <a:pt x="61275" y="47282"/>
                    <a:pt x="61288" y="47273"/>
                    <a:pt x="61297" y="47259"/>
                  </a:cubicBezTo>
                  <a:cubicBezTo>
                    <a:pt x="61344" y="47194"/>
                    <a:pt x="61377" y="47123"/>
                    <a:pt x="61404" y="47049"/>
                  </a:cubicBezTo>
                  <a:close/>
                  <a:moveTo>
                    <a:pt x="61096" y="47455"/>
                  </a:moveTo>
                  <a:lnTo>
                    <a:pt x="87328" y="77024"/>
                  </a:lnTo>
                  <a:cubicBezTo>
                    <a:pt x="87322" y="77033"/>
                    <a:pt x="87314" y="77039"/>
                    <a:pt x="87308" y="77047"/>
                  </a:cubicBezTo>
                  <a:lnTo>
                    <a:pt x="59297" y="59712"/>
                  </a:lnTo>
                  <a:cubicBezTo>
                    <a:pt x="59429" y="59348"/>
                    <a:pt x="59315" y="58926"/>
                    <a:pt x="58985" y="58689"/>
                  </a:cubicBezTo>
                  <a:cubicBezTo>
                    <a:pt x="58952" y="58665"/>
                    <a:pt x="58916" y="58648"/>
                    <a:pt x="58882" y="58628"/>
                  </a:cubicBezTo>
                  <a:lnTo>
                    <a:pt x="60400" y="47607"/>
                  </a:lnTo>
                  <a:cubicBezTo>
                    <a:pt x="60459" y="47619"/>
                    <a:pt x="60519" y="47627"/>
                    <a:pt x="60578" y="47627"/>
                  </a:cubicBezTo>
                  <a:cubicBezTo>
                    <a:pt x="60762" y="47627"/>
                    <a:pt x="60943" y="47564"/>
                    <a:pt x="61096" y="47455"/>
                  </a:cubicBezTo>
                  <a:close/>
                  <a:moveTo>
                    <a:pt x="59189" y="59922"/>
                  </a:moveTo>
                  <a:lnTo>
                    <a:pt x="87178" y="77244"/>
                  </a:lnTo>
                  <a:cubicBezTo>
                    <a:pt x="87172" y="77259"/>
                    <a:pt x="87166" y="77275"/>
                    <a:pt x="87161" y="77291"/>
                  </a:cubicBezTo>
                  <a:lnTo>
                    <a:pt x="56571" y="69673"/>
                  </a:lnTo>
                  <a:cubicBezTo>
                    <a:pt x="56646" y="69338"/>
                    <a:pt x="56520" y="68976"/>
                    <a:pt x="56224" y="68763"/>
                  </a:cubicBezTo>
                  <a:cubicBezTo>
                    <a:pt x="56157" y="68717"/>
                    <a:pt x="56087" y="68682"/>
                    <a:pt x="56015" y="68656"/>
                  </a:cubicBezTo>
                  <a:lnTo>
                    <a:pt x="58519" y="60290"/>
                  </a:lnTo>
                  <a:cubicBezTo>
                    <a:pt x="58777" y="60275"/>
                    <a:pt x="59025" y="60152"/>
                    <a:pt x="59188" y="59926"/>
                  </a:cubicBezTo>
                  <a:cubicBezTo>
                    <a:pt x="59189" y="59924"/>
                    <a:pt x="59189" y="59923"/>
                    <a:pt x="59189" y="59922"/>
                  </a:cubicBezTo>
                  <a:close/>
                  <a:moveTo>
                    <a:pt x="6382" y="54567"/>
                  </a:moveTo>
                  <a:lnTo>
                    <a:pt x="31456" y="61554"/>
                  </a:lnTo>
                  <a:cubicBezTo>
                    <a:pt x="31440" y="61772"/>
                    <a:pt x="31506" y="61990"/>
                    <a:pt x="31643" y="62166"/>
                  </a:cubicBezTo>
                  <a:lnTo>
                    <a:pt x="15546" y="78173"/>
                  </a:lnTo>
                  <a:cubicBezTo>
                    <a:pt x="15506" y="78130"/>
                    <a:pt x="15461" y="78092"/>
                    <a:pt x="15414" y="78055"/>
                  </a:cubicBezTo>
                  <a:cubicBezTo>
                    <a:pt x="15260" y="77944"/>
                    <a:pt x="15081" y="77892"/>
                    <a:pt x="14905" y="77892"/>
                  </a:cubicBezTo>
                  <a:cubicBezTo>
                    <a:pt x="14826" y="77892"/>
                    <a:pt x="14747" y="77902"/>
                    <a:pt x="14671" y="77923"/>
                  </a:cubicBezTo>
                  <a:lnTo>
                    <a:pt x="6061" y="55104"/>
                  </a:lnTo>
                  <a:cubicBezTo>
                    <a:pt x="6125" y="55054"/>
                    <a:pt x="6183" y="54997"/>
                    <a:pt x="6233" y="54928"/>
                  </a:cubicBezTo>
                  <a:cubicBezTo>
                    <a:pt x="6313" y="54818"/>
                    <a:pt x="6360" y="54692"/>
                    <a:pt x="6382" y="54567"/>
                  </a:cubicBezTo>
                  <a:close/>
                  <a:moveTo>
                    <a:pt x="91099" y="59489"/>
                  </a:moveTo>
                  <a:lnTo>
                    <a:pt x="104457" y="79682"/>
                  </a:lnTo>
                  <a:cubicBezTo>
                    <a:pt x="104363" y="79741"/>
                    <a:pt x="104277" y="79819"/>
                    <a:pt x="104210" y="79913"/>
                  </a:cubicBezTo>
                  <a:cubicBezTo>
                    <a:pt x="104146" y="80003"/>
                    <a:pt x="104103" y="80102"/>
                    <a:pt x="104076" y="80204"/>
                  </a:cubicBezTo>
                  <a:lnTo>
                    <a:pt x="88866" y="77650"/>
                  </a:lnTo>
                  <a:cubicBezTo>
                    <a:pt x="88877" y="77362"/>
                    <a:pt x="88749" y="77075"/>
                    <a:pt x="88499" y="76896"/>
                  </a:cubicBezTo>
                  <a:cubicBezTo>
                    <a:pt x="88425" y="76842"/>
                    <a:pt x="88344" y="76806"/>
                    <a:pt x="88260" y="76778"/>
                  </a:cubicBezTo>
                  <a:lnTo>
                    <a:pt x="90783" y="59563"/>
                  </a:lnTo>
                  <a:cubicBezTo>
                    <a:pt x="90892" y="59558"/>
                    <a:pt x="90999" y="59534"/>
                    <a:pt x="91099" y="59489"/>
                  </a:cubicBezTo>
                  <a:close/>
                  <a:moveTo>
                    <a:pt x="33100" y="62061"/>
                  </a:moveTo>
                  <a:lnTo>
                    <a:pt x="54828" y="69413"/>
                  </a:lnTo>
                  <a:cubicBezTo>
                    <a:pt x="54804" y="69712"/>
                    <a:pt x="54931" y="70016"/>
                    <a:pt x="55192" y="70201"/>
                  </a:cubicBezTo>
                  <a:cubicBezTo>
                    <a:pt x="55275" y="70262"/>
                    <a:pt x="55369" y="70305"/>
                    <a:pt x="55466" y="70333"/>
                  </a:cubicBezTo>
                  <a:lnTo>
                    <a:pt x="54144" y="97291"/>
                  </a:lnTo>
                  <a:cubicBezTo>
                    <a:pt x="54112" y="97293"/>
                    <a:pt x="54080" y="97293"/>
                    <a:pt x="54049" y="97298"/>
                  </a:cubicBezTo>
                  <a:cubicBezTo>
                    <a:pt x="53964" y="97313"/>
                    <a:pt x="53885" y="97342"/>
                    <a:pt x="53809" y="97378"/>
                  </a:cubicBezTo>
                  <a:lnTo>
                    <a:pt x="32845" y="62338"/>
                  </a:lnTo>
                  <a:cubicBezTo>
                    <a:pt x="32924" y="62281"/>
                    <a:pt x="32998" y="62217"/>
                    <a:pt x="33057" y="62136"/>
                  </a:cubicBezTo>
                  <a:cubicBezTo>
                    <a:pt x="33074" y="62112"/>
                    <a:pt x="33085" y="62086"/>
                    <a:pt x="33100" y="62061"/>
                  </a:cubicBezTo>
                  <a:close/>
                  <a:moveTo>
                    <a:pt x="56487" y="69893"/>
                  </a:moveTo>
                  <a:lnTo>
                    <a:pt x="87105" y="77517"/>
                  </a:lnTo>
                  <a:cubicBezTo>
                    <a:pt x="87088" y="77681"/>
                    <a:pt x="87116" y="77843"/>
                    <a:pt x="87186" y="77992"/>
                  </a:cubicBezTo>
                  <a:lnTo>
                    <a:pt x="54942" y="97700"/>
                  </a:lnTo>
                  <a:cubicBezTo>
                    <a:pt x="54883" y="97604"/>
                    <a:pt x="54803" y="97519"/>
                    <a:pt x="54708" y="97452"/>
                  </a:cubicBezTo>
                  <a:cubicBezTo>
                    <a:pt x="54609" y="97379"/>
                    <a:pt x="54496" y="97331"/>
                    <a:pt x="54379" y="97305"/>
                  </a:cubicBezTo>
                  <a:lnTo>
                    <a:pt x="55700" y="70367"/>
                  </a:lnTo>
                  <a:lnTo>
                    <a:pt x="55705" y="70367"/>
                  </a:lnTo>
                  <a:cubicBezTo>
                    <a:pt x="55753" y="70367"/>
                    <a:pt x="55802" y="70364"/>
                    <a:pt x="55850" y="70355"/>
                  </a:cubicBezTo>
                  <a:cubicBezTo>
                    <a:pt x="56084" y="70317"/>
                    <a:pt x="56287" y="70190"/>
                    <a:pt x="56427" y="69997"/>
                  </a:cubicBezTo>
                  <a:cubicBezTo>
                    <a:pt x="56450" y="69964"/>
                    <a:pt x="56468" y="69927"/>
                    <a:pt x="56487" y="69893"/>
                  </a:cubicBezTo>
                  <a:close/>
                  <a:moveTo>
                    <a:pt x="31811" y="62331"/>
                  </a:moveTo>
                  <a:cubicBezTo>
                    <a:pt x="31814" y="62333"/>
                    <a:pt x="31817" y="62338"/>
                    <a:pt x="31821" y="62340"/>
                  </a:cubicBezTo>
                  <a:cubicBezTo>
                    <a:pt x="31978" y="62452"/>
                    <a:pt x="32156" y="62506"/>
                    <a:pt x="32336" y="62506"/>
                  </a:cubicBezTo>
                  <a:cubicBezTo>
                    <a:pt x="32439" y="62506"/>
                    <a:pt x="32539" y="62482"/>
                    <a:pt x="32636" y="62447"/>
                  </a:cubicBezTo>
                  <a:lnTo>
                    <a:pt x="53611" y="97508"/>
                  </a:lnTo>
                  <a:cubicBezTo>
                    <a:pt x="53561" y="97551"/>
                    <a:pt x="53513" y="97602"/>
                    <a:pt x="53473" y="97657"/>
                  </a:cubicBezTo>
                  <a:cubicBezTo>
                    <a:pt x="53449" y="97691"/>
                    <a:pt x="53432" y="97726"/>
                    <a:pt x="53414" y="97761"/>
                  </a:cubicBezTo>
                  <a:lnTo>
                    <a:pt x="15678" y="79186"/>
                  </a:lnTo>
                  <a:cubicBezTo>
                    <a:pt x="15816" y="78926"/>
                    <a:pt x="15811" y="78622"/>
                    <a:pt x="15682" y="78371"/>
                  </a:cubicBezTo>
                  <a:lnTo>
                    <a:pt x="31811" y="62331"/>
                  </a:lnTo>
                  <a:close/>
                  <a:moveTo>
                    <a:pt x="1615" y="71499"/>
                  </a:moveTo>
                  <a:lnTo>
                    <a:pt x="14037" y="78573"/>
                  </a:lnTo>
                  <a:cubicBezTo>
                    <a:pt x="13958" y="78911"/>
                    <a:pt x="14084" y="79279"/>
                    <a:pt x="14383" y="79494"/>
                  </a:cubicBezTo>
                  <a:cubicBezTo>
                    <a:pt x="14539" y="79606"/>
                    <a:pt x="14719" y="79660"/>
                    <a:pt x="14898" y="79660"/>
                  </a:cubicBezTo>
                  <a:cubicBezTo>
                    <a:pt x="15136" y="79660"/>
                    <a:pt x="15368" y="79558"/>
                    <a:pt x="15538" y="79377"/>
                  </a:cubicBezTo>
                  <a:lnTo>
                    <a:pt x="53328" y="97978"/>
                  </a:lnTo>
                  <a:cubicBezTo>
                    <a:pt x="53297" y="98118"/>
                    <a:pt x="53305" y="98265"/>
                    <a:pt x="53342" y="98402"/>
                  </a:cubicBezTo>
                  <a:lnTo>
                    <a:pt x="44172" y="100939"/>
                  </a:lnTo>
                  <a:cubicBezTo>
                    <a:pt x="44109" y="100823"/>
                    <a:pt x="44023" y="100722"/>
                    <a:pt x="43914" y="100644"/>
                  </a:cubicBezTo>
                  <a:cubicBezTo>
                    <a:pt x="43762" y="100534"/>
                    <a:pt x="43583" y="100477"/>
                    <a:pt x="43400" y="100477"/>
                  </a:cubicBezTo>
                  <a:cubicBezTo>
                    <a:pt x="43351" y="100477"/>
                    <a:pt x="43302" y="100481"/>
                    <a:pt x="43253" y="100489"/>
                  </a:cubicBezTo>
                  <a:cubicBezTo>
                    <a:pt x="43020" y="100528"/>
                    <a:pt x="42817" y="100655"/>
                    <a:pt x="42677" y="100848"/>
                  </a:cubicBezTo>
                  <a:cubicBezTo>
                    <a:pt x="42516" y="101072"/>
                    <a:pt x="42479" y="101346"/>
                    <a:pt x="42546" y="101594"/>
                  </a:cubicBezTo>
                  <a:lnTo>
                    <a:pt x="31935" y="108097"/>
                  </a:lnTo>
                  <a:cubicBezTo>
                    <a:pt x="31872" y="107978"/>
                    <a:pt x="31783" y="107872"/>
                    <a:pt x="31671" y="107790"/>
                  </a:cubicBezTo>
                  <a:cubicBezTo>
                    <a:pt x="31516" y="107679"/>
                    <a:pt x="31337" y="107626"/>
                    <a:pt x="31160" y="107626"/>
                  </a:cubicBezTo>
                  <a:cubicBezTo>
                    <a:pt x="30986" y="107626"/>
                    <a:pt x="30812" y="107678"/>
                    <a:pt x="30664" y="107776"/>
                  </a:cubicBezTo>
                  <a:lnTo>
                    <a:pt x="1598" y="71519"/>
                  </a:lnTo>
                  <a:cubicBezTo>
                    <a:pt x="1603" y="71511"/>
                    <a:pt x="1609" y="71506"/>
                    <a:pt x="1615" y="71499"/>
                  </a:cubicBezTo>
                  <a:close/>
                  <a:moveTo>
                    <a:pt x="87314" y="78191"/>
                  </a:moveTo>
                  <a:cubicBezTo>
                    <a:pt x="87360" y="78243"/>
                    <a:pt x="87409" y="78293"/>
                    <a:pt x="87467" y="78334"/>
                  </a:cubicBezTo>
                  <a:cubicBezTo>
                    <a:pt x="87623" y="78447"/>
                    <a:pt x="87803" y="78500"/>
                    <a:pt x="87981" y="78500"/>
                  </a:cubicBezTo>
                  <a:cubicBezTo>
                    <a:pt x="88023" y="78500"/>
                    <a:pt x="88063" y="78493"/>
                    <a:pt x="88103" y="78485"/>
                  </a:cubicBezTo>
                  <a:lnTo>
                    <a:pt x="95457" y="108915"/>
                  </a:lnTo>
                  <a:cubicBezTo>
                    <a:pt x="95228" y="108955"/>
                    <a:pt x="95026" y="109080"/>
                    <a:pt x="94890" y="109271"/>
                  </a:cubicBezTo>
                  <a:cubicBezTo>
                    <a:pt x="94886" y="109276"/>
                    <a:pt x="94884" y="109281"/>
                    <a:pt x="94880" y="109287"/>
                  </a:cubicBezTo>
                  <a:lnTo>
                    <a:pt x="55049" y="98390"/>
                  </a:lnTo>
                  <a:cubicBezTo>
                    <a:pt x="55079" y="98272"/>
                    <a:pt x="55087" y="98149"/>
                    <a:pt x="55066" y="98026"/>
                  </a:cubicBezTo>
                  <a:cubicBezTo>
                    <a:pt x="55060" y="97989"/>
                    <a:pt x="55048" y="97954"/>
                    <a:pt x="55038" y="97917"/>
                  </a:cubicBezTo>
                  <a:lnTo>
                    <a:pt x="87314" y="78191"/>
                  </a:lnTo>
                  <a:close/>
                  <a:moveTo>
                    <a:pt x="42637" y="101815"/>
                  </a:moveTo>
                  <a:cubicBezTo>
                    <a:pt x="42697" y="101917"/>
                    <a:pt x="42779" y="102009"/>
                    <a:pt x="42882" y="102083"/>
                  </a:cubicBezTo>
                  <a:cubicBezTo>
                    <a:pt x="43034" y="102192"/>
                    <a:pt x="43212" y="102249"/>
                    <a:pt x="43395" y="102249"/>
                  </a:cubicBezTo>
                  <a:cubicBezTo>
                    <a:pt x="43443" y="102249"/>
                    <a:pt x="43493" y="102245"/>
                    <a:pt x="43541" y="102237"/>
                  </a:cubicBezTo>
                  <a:cubicBezTo>
                    <a:pt x="43588" y="102229"/>
                    <a:pt x="43633" y="102216"/>
                    <a:pt x="43679" y="102201"/>
                  </a:cubicBezTo>
                  <a:lnTo>
                    <a:pt x="55444" y="118817"/>
                  </a:lnTo>
                  <a:cubicBezTo>
                    <a:pt x="55361" y="118874"/>
                    <a:pt x="55285" y="118944"/>
                    <a:pt x="55225" y="119027"/>
                  </a:cubicBezTo>
                  <a:cubicBezTo>
                    <a:pt x="55134" y="119155"/>
                    <a:pt x="55081" y="119302"/>
                    <a:pt x="55066" y="119454"/>
                  </a:cubicBezTo>
                  <a:lnTo>
                    <a:pt x="38399" y="118443"/>
                  </a:lnTo>
                  <a:lnTo>
                    <a:pt x="31738" y="109173"/>
                  </a:lnTo>
                  <a:cubicBezTo>
                    <a:pt x="31789" y="109128"/>
                    <a:pt x="31835" y="109080"/>
                    <a:pt x="31876" y="109025"/>
                  </a:cubicBezTo>
                  <a:cubicBezTo>
                    <a:pt x="32014" y="108832"/>
                    <a:pt x="32069" y="108598"/>
                    <a:pt x="32030" y="108364"/>
                  </a:cubicBezTo>
                  <a:cubicBezTo>
                    <a:pt x="32027" y="108350"/>
                    <a:pt x="32021" y="108336"/>
                    <a:pt x="32017" y="108321"/>
                  </a:cubicBezTo>
                  <a:lnTo>
                    <a:pt x="42637" y="101815"/>
                  </a:lnTo>
                  <a:close/>
                  <a:moveTo>
                    <a:pt x="54958" y="98612"/>
                  </a:moveTo>
                  <a:lnTo>
                    <a:pt x="94775" y="109505"/>
                  </a:lnTo>
                  <a:cubicBezTo>
                    <a:pt x="94674" y="109802"/>
                    <a:pt x="94737" y="110137"/>
                    <a:pt x="94949" y="110374"/>
                  </a:cubicBezTo>
                  <a:lnTo>
                    <a:pt x="79975" y="127087"/>
                  </a:lnTo>
                  <a:cubicBezTo>
                    <a:pt x="79970" y="127084"/>
                    <a:pt x="79968" y="127081"/>
                    <a:pt x="79965" y="127079"/>
                  </a:cubicBezTo>
                  <a:cubicBezTo>
                    <a:pt x="79813" y="126970"/>
                    <a:pt x="79634" y="126913"/>
                    <a:pt x="79451" y="126913"/>
                  </a:cubicBezTo>
                  <a:cubicBezTo>
                    <a:pt x="79403" y="126913"/>
                    <a:pt x="79354" y="126917"/>
                    <a:pt x="79305" y="126925"/>
                  </a:cubicBezTo>
                  <a:cubicBezTo>
                    <a:pt x="79089" y="126960"/>
                    <a:pt x="78902" y="127074"/>
                    <a:pt x="78766" y="127242"/>
                  </a:cubicBezTo>
                  <a:lnTo>
                    <a:pt x="44129" y="101861"/>
                  </a:lnTo>
                  <a:cubicBezTo>
                    <a:pt x="44257" y="101672"/>
                    <a:pt x="44310" y="101447"/>
                    <a:pt x="44272" y="101221"/>
                  </a:cubicBezTo>
                  <a:cubicBezTo>
                    <a:pt x="44268" y="101201"/>
                    <a:pt x="44262" y="101182"/>
                    <a:pt x="44256" y="101162"/>
                  </a:cubicBezTo>
                  <a:lnTo>
                    <a:pt x="53432" y="98624"/>
                  </a:lnTo>
                  <a:cubicBezTo>
                    <a:pt x="53492" y="98727"/>
                    <a:pt x="53573" y="98820"/>
                    <a:pt x="53678" y="98895"/>
                  </a:cubicBezTo>
                  <a:cubicBezTo>
                    <a:pt x="53834" y="99007"/>
                    <a:pt x="54013" y="99061"/>
                    <a:pt x="54193" y="99061"/>
                  </a:cubicBezTo>
                  <a:cubicBezTo>
                    <a:pt x="54468" y="99061"/>
                    <a:pt x="54740" y="98932"/>
                    <a:pt x="54914" y="98692"/>
                  </a:cubicBezTo>
                  <a:cubicBezTo>
                    <a:pt x="54931" y="98666"/>
                    <a:pt x="54943" y="98639"/>
                    <a:pt x="54958" y="98612"/>
                  </a:cubicBezTo>
                  <a:close/>
                  <a:moveTo>
                    <a:pt x="58749" y="0"/>
                  </a:moveTo>
                  <a:cubicBezTo>
                    <a:pt x="58700" y="0"/>
                    <a:pt x="58651" y="4"/>
                    <a:pt x="58601" y="13"/>
                  </a:cubicBezTo>
                  <a:cubicBezTo>
                    <a:pt x="58368" y="51"/>
                    <a:pt x="58165" y="178"/>
                    <a:pt x="58026" y="371"/>
                  </a:cubicBezTo>
                  <a:cubicBezTo>
                    <a:pt x="57906" y="537"/>
                    <a:pt x="57857" y="730"/>
                    <a:pt x="57863" y="922"/>
                  </a:cubicBezTo>
                  <a:lnTo>
                    <a:pt x="34925" y="10097"/>
                  </a:lnTo>
                  <a:cubicBezTo>
                    <a:pt x="34868" y="9931"/>
                    <a:pt x="34761" y="9780"/>
                    <a:pt x="34608" y="9669"/>
                  </a:cubicBezTo>
                  <a:cubicBezTo>
                    <a:pt x="34451" y="9557"/>
                    <a:pt x="34271" y="9503"/>
                    <a:pt x="34092" y="9503"/>
                  </a:cubicBezTo>
                  <a:cubicBezTo>
                    <a:pt x="33816" y="9503"/>
                    <a:pt x="33545" y="9631"/>
                    <a:pt x="33372" y="9872"/>
                  </a:cubicBezTo>
                  <a:cubicBezTo>
                    <a:pt x="33234" y="10064"/>
                    <a:pt x="33180" y="10299"/>
                    <a:pt x="33218" y="10533"/>
                  </a:cubicBezTo>
                  <a:cubicBezTo>
                    <a:pt x="33257" y="10766"/>
                    <a:pt x="33384" y="10969"/>
                    <a:pt x="33577" y="11108"/>
                  </a:cubicBezTo>
                  <a:cubicBezTo>
                    <a:pt x="33733" y="11221"/>
                    <a:pt x="33912" y="11274"/>
                    <a:pt x="34091" y="11274"/>
                  </a:cubicBezTo>
                  <a:cubicBezTo>
                    <a:pt x="34316" y="11274"/>
                    <a:pt x="34535" y="11185"/>
                    <a:pt x="34704" y="11023"/>
                  </a:cubicBezTo>
                  <a:lnTo>
                    <a:pt x="59844" y="45919"/>
                  </a:lnTo>
                  <a:lnTo>
                    <a:pt x="59844" y="45919"/>
                  </a:lnTo>
                  <a:lnTo>
                    <a:pt x="29110" y="21654"/>
                  </a:lnTo>
                  <a:cubicBezTo>
                    <a:pt x="29111" y="21652"/>
                    <a:pt x="29113" y="21651"/>
                    <a:pt x="29117" y="21648"/>
                  </a:cubicBezTo>
                  <a:cubicBezTo>
                    <a:pt x="29401" y="21251"/>
                    <a:pt x="29309" y="20697"/>
                    <a:pt x="28913" y="20413"/>
                  </a:cubicBezTo>
                  <a:cubicBezTo>
                    <a:pt x="28757" y="20301"/>
                    <a:pt x="28577" y="20247"/>
                    <a:pt x="28399" y="20247"/>
                  </a:cubicBezTo>
                  <a:cubicBezTo>
                    <a:pt x="28122" y="20247"/>
                    <a:pt x="27850" y="20375"/>
                    <a:pt x="27678" y="20616"/>
                  </a:cubicBezTo>
                  <a:cubicBezTo>
                    <a:pt x="27393" y="21013"/>
                    <a:pt x="27485" y="21567"/>
                    <a:pt x="27881" y="21851"/>
                  </a:cubicBezTo>
                  <a:cubicBezTo>
                    <a:pt x="28037" y="21963"/>
                    <a:pt x="28217" y="22017"/>
                    <a:pt x="28396" y="22017"/>
                  </a:cubicBezTo>
                  <a:cubicBezTo>
                    <a:pt x="28561" y="22017"/>
                    <a:pt x="28722" y="21967"/>
                    <a:pt x="28864" y="21877"/>
                  </a:cubicBezTo>
                  <a:lnTo>
                    <a:pt x="57922" y="58717"/>
                  </a:lnTo>
                  <a:cubicBezTo>
                    <a:pt x="57920" y="58718"/>
                    <a:pt x="57919" y="58719"/>
                    <a:pt x="57916" y="58723"/>
                  </a:cubicBezTo>
                  <a:lnTo>
                    <a:pt x="16459" y="26054"/>
                  </a:lnTo>
                  <a:cubicBezTo>
                    <a:pt x="16652" y="25671"/>
                    <a:pt x="16546" y="25194"/>
                    <a:pt x="16188" y="24937"/>
                  </a:cubicBezTo>
                  <a:cubicBezTo>
                    <a:pt x="16032" y="24825"/>
                    <a:pt x="15851" y="24771"/>
                    <a:pt x="15672" y="24771"/>
                  </a:cubicBezTo>
                  <a:cubicBezTo>
                    <a:pt x="15397" y="24771"/>
                    <a:pt x="15125" y="24899"/>
                    <a:pt x="14952" y="25140"/>
                  </a:cubicBezTo>
                  <a:cubicBezTo>
                    <a:pt x="14668" y="25537"/>
                    <a:pt x="14760" y="26091"/>
                    <a:pt x="15155" y="26375"/>
                  </a:cubicBezTo>
                  <a:cubicBezTo>
                    <a:pt x="15308" y="26486"/>
                    <a:pt x="15486" y="26541"/>
                    <a:pt x="15671" y="26541"/>
                  </a:cubicBezTo>
                  <a:cubicBezTo>
                    <a:pt x="15719" y="26541"/>
                    <a:pt x="15768" y="26537"/>
                    <a:pt x="15816" y="26529"/>
                  </a:cubicBezTo>
                  <a:cubicBezTo>
                    <a:pt x="15834" y="26526"/>
                    <a:pt x="15850" y="26520"/>
                    <a:pt x="15866" y="26516"/>
                  </a:cubicBezTo>
                  <a:lnTo>
                    <a:pt x="31824" y="60903"/>
                  </a:lnTo>
                  <a:cubicBezTo>
                    <a:pt x="31748" y="60958"/>
                    <a:pt x="31675" y="61023"/>
                    <a:pt x="31618" y="61103"/>
                  </a:cubicBezTo>
                  <a:cubicBezTo>
                    <a:pt x="31568" y="61173"/>
                    <a:pt x="31534" y="61248"/>
                    <a:pt x="31507" y="61324"/>
                  </a:cubicBezTo>
                  <a:lnTo>
                    <a:pt x="6390" y="54326"/>
                  </a:lnTo>
                  <a:cubicBezTo>
                    <a:pt x="6367" y="54081"/>
                    <a:pt x="6245" y="53846"/>
                    <a:pt x="6030" y="53692"/>
                  </a:cubicBezTo>
                  <a:cubicBezTo>
                    <a:pt x="5874" y="53581"/>
                    <a:pt x="5694" y="53527"/>
                    <a:pt x="5515" y="53527"/>
                  </a:cubicBezTo>
                  <a:cubicBezTo>
                    <a:pt x="5239" y="53527"/>
                    <a:pt x="4967" y="53655"/>
                    <a:pt x="4794" y="53896"/>
                  </a:cubicBezTo>
                  <a:cubicBezTo>
                    <a:pt x="4510" y="54293"/>
                    <a:pt x="4602" y="54846"/>
                    <a:pt x="4998" y="55131"/>
                  </a:cubicBezTo>
                  <a:cubicBezTo>
                    <a:pt x="5154" y="55243"/>
                    <a:pt x="5334" y="55297"/>
                    <a:pt x="5512" y="55297"/>
                  </a:cubicBezTo>
                  <a:cubicBezTo>
                    <a:pt x="5630" y="55297"/>
                    <a:pt x="5746" y="55269"/>
                    <a:pt x="5854" y="55223"/>
                  </a:cubicBezTo>
                  <a:lnTo>
                    <a:pt x="14454" y="78011"/>
                  </a:lnTo>
                  <a:cubicBezTo>
                    <a:pt x="14348" y="78072"/>
                    <a:pt x="14255" y="78154"/>
                    <a:pt x="14180" y="78258"/>
                  </a:cubicBezTo>
                  <a:cubicBezTo>
                    <a:pt x="14159" y="78289"/>
                    <a:pt x="14143" y="78321"/>
                    <a:pt x="14124" y="78354"/>
                  </a:cubicBezTo>
                  <a:lnTo>
                    <a:pt x="1732" y="71295"/>
                  </a:lnTo>
                  <a:cubicBezTo>
                    <a:pt x="1882" y="70925"/>
                    <a:pt x="1769" y="70488"/>
                    <a:pt x="1431" y="70244"/>
                  </a:cubicBezTo>
                  <a:cubicBezTo>
                    <a:pt x="1279" y="70136"/>
                    <a:pt x="1101" y="70079"/>
                    <a:pt x="918" y="70079"/>
                  </a:cubicBezTo>
                  <a:cubicBezTo>
                    <a:pt x="869" y="70079"/>
                    <a:pt x="819" y="70083"/>
                    <a:pt x="770" y="70091"/>
                  </a:cubicBezTo>
                  <a:cubicBezTo>
                    <a:pt x="535" y="70130"/>
                    <a:pt x="333" y="70257"/>
                    <a:pt x="193" y="70449"/>
                  </a:cubicBezTo>
                  <a:cubicBezTo>
                    <a:pt x="56" y="70642"/>
                    <a:pt x="1" y="70875"/>
                    <a:pt x="40" y="71109"/>
                  </a:cubicBezTo>
                  <a:cubicBezTo>
                    <a:pt x="79" y="71343"/>
                    <a:pt x="206" y="71547"/>
                    <a:pt x="399" y="71685"/>
                  </a:cubicBezTo>
                  <a:cubicBezTo>
                    <a:pt x="555" y="71797"/>
                    <a:pt x="734" y="71851"/>
                    <a:pt x="913" y="71851"/>
                  </a:cubicBezTo>
                  <a:cubicBezTo>
                    <a:pt x="1096" y="71851"/>
                    <a:pt x="1276" y="71789"/>
                    <a:pt x="1426" y="71680"/>
                  </a:cubicBezTo>
                  <a:lnTo>
                    <a:pt x="30491" y="107933"/>
                  </a:lnTo>
                  <a:cubicBezTo>
                    <a:pt x="30474" y="107952"/>
                    <a:pt x="30454" y="107971"/>
                    <a:pt x="30437" y="107994"/>
                  </a:cubicBezTo>
                  <a:cubicBezTo>
                    <a:pt x="30426" y="108010"/>
                    <a:pt x="30418" y="108029"/>
                    <a:pt x="30408" y="108045"/>
                  </a:cubicBezTo>
                  <a:lnTo>
                    <a:pt x="5131" y="93125"/>
                  </a:lnTo>
                  <a:cubicBezTo>
                    <a:pt x="5273" y="92758"/>
                    <a:pt x="5159" y="92325"/>
                    <a:pt x="4826" y="92087"/>
                  </a:cubicBezTo>
                  <a:cubicBezTo>
                    <a:pt x="4669" y="91975"/>
                    <a:pt x="4489" y="91921"/>
                    <a:pt x="4311" y="91921"/>
                  </a:cubicBezTo>
                  <a:cubicBezTo>
                    <a:pt x="4035" y="91921"/>
                    <a:pt x="3763" y="92050"/>
                    <a:pt x="3589" y="92291"/>
                  </a:cubicBezTo>
                  <a:cubicBezTo>
                    <a:pt x="3305" y="92688"/>
                    <a:pt x="3397" y="93241"/>
                    <a:pt x="3792" y="93527"/>
                  </a:cubicBezTo>
                  <a:cubicBezTo>
                    <a:pt x="3950" y="93639"/>
                    <a:pt x="4128" y="93692"/>
                    <a:pt x="4308" y="93692"/>
                  </a:cubicBezTo>
                  <a:cubicBezTo>
                    <a:pt x="4578" y="93692"/>
                    <a:pt x="4846" y="93566"/>
                    <a:pt x="5020" y="93332"/>
                  </a:cubicBezTo>
                  <a:lnTo>
                    <a:pt x="30310" y="108260"/>
                  </a:lnTo>
                  <a:cubicBezTo>
                    <a:pt x="30273" y="108387"/>
                    <a:pt x="30261" y="108519"/>
                    <a:pt x="30283" y="108652"/>
                  </a:cubicBezTo>
                  <a:cubicBezTo>
                    <a:pt x="30322" y="108886"/>
                    <a:pt x="30449" y="109090"/>
                    <a:pt x="30642" y="109228"/>
                  </a:cubicBezTo>
                  <a:cubicBezTo>
                    <a:pt x="30795" y="109337"/>
                    <a:pt x="30972" y="109394"/>
                    <a:pt x="31155" y="109394"/>
                  </a:cubicBezTo>
                  <a:cubicBezTo>
                    <a:pt x="31203" y="109394"/>
                    <a:pt x="31252" y="109389"/>
                    <a:pt x="31301" y="109382"/>
                  </a:cubicBezTo>
                  <a:cubicBezTo>
                    <a:pt x="31386" y="109367"/>
                    <a:pt x="31466" y="109337"/>
                    <a:pt x="31543" y="109302"/>
                  </a:cubicBezTo>
                  <a:lnTo>
                    <a:pt x="38242" y="118625"/>
                  </a:lnTo>
                  <a:lnTo>
                    <a:pt x="38274" y="118671"/>
                  </a:lnTo>
                  <a:lnTo>
                    <a:pt x="55072" y="119689"/>
                  </a:lnTo>
                  <a:cubicBezTo>
                    <a:pt x="55111" y="119923"/>
                    <a:pt x="55238" y="120126"/>
                    <a:pt x="55429" y="120263"/>
                  </a:cubicBezTo>
                  <a:cubicBezTo>
                    <a:pt x="55585" y="120375"/>
                    <a:pt x="55765" y="120428"/>
                    <a:pt x="55944" y="120428"/>
                  </a:cubicBezTo>
                  <a:cubicBezTo>
                    <a:pt x="56219" y="120428"/>
                    <a:pt x="56492" y="120300"/>
                    <a:pt x="56664" y="120059"/>
                  </a:cubicBezTo>
                  <a:cubicBezTo>
                    <a:pt x="56949" y="119663"/>
                    <a:pt x="56857" y="119109"/>
                    <a:pt x="56461" y="118824"/>
                  </a:cubicBezTo>
                  <a:cubicBezTo>
                    <a:pt x="56309" y="118716"/>
                    <a:pt x="56131" y="118659"/>
                    <a:pt x="55949" y="118659"/>
                  </a:cubicBezTo>
                  <a:cubicBezTo>
                    <a:pt x="55900" y="118659"/>
                    <a:pt x="55850" y="118663"/>
                    <a:pt x="55801" y="118671"/>
                  </a:cubicBezTo>
                  <a:cubicBezTo>
                    <a:pt x="55750" y="118679"/>
                    <a:pt x="55702" y="118694"/>
                    <a:pt x="55655" y="118710"/>
                  </a:cubicBezTo>
                  <a:lnTo>
                    <a:pt x="43893" y="102095"/>
                  </a:lnTo>
                  <a:cubicBezTo>
                    <a:pt x="43920" y="102077"/>
                    <a:pt x="43946" y="102056"/>
                    <a:pt x="43971" y="102035"/>
                  </a:cubicBezTo>
                  <a:lnTo>
                    <a:pt x="78639" y="127440"/>
                  </a:lnTo>
                  <a:cubicBezTo>
                    <a:pt x="78569" y="127597"/>
                    <a:pt x="78545" y="127770"/>
                    <a:pt x="78575" y="127942"/>
                  </a:cubicBezTo>
                  <a:cubicBezTo>
                    <a:pt x="78613" y="128175"/>
                    <a:pt x="78740" y="128380"/>
                    <a:pt x="78933" y="128518"/>
                  </a:cubicBezTo>
                  <a:cubicBezTo>
                    <a:pt x="79089" y="128630"/>
                    <a:pt x="79269" y="128683"/>
                    <a:pt x="79447" y="128683"/>
                  </a:cubicBezTo>
                  <a:cubicBezTo>
                    <a:pt x="79723" y="128683"/>
                    <a:pt x="79996" y="128555"/>
                    <a:pt x="80168" y="128314"/>
                  </a:cubicBezTo>
                  <a:cubicBezTo>
                    <a:pt x="80402" y="127987"/>
                    <a:pt x="80378" y="127555"/>
                    <a:pt x="80140" y="127252"/>
                  </a:cubicBezTo>
                  <a:lnTo>
                    <a:pt x="95125" y="110526"/>
                  </a:lnTo>
                  <a:cubicBezTo>
                    <a:pt x="95273" y="110624"/>
                    <a:pt x="95441" y="110672"/>
                    <a:pt x="95607" y="110672"/>
                  </a:cubicBezTo>
                  <a:cubicBezTo>
                    <a:pt x="95788" y="110672"/>
                    <a:pt x="95963" y="110612"/>
                    <a:pt x="96112" y="110507"/>
                  </a:cubicBezTo>
                  <a:lnTo>
                    <a:pt x="102491" y="121570"/>
                  </a:lnTo>
                  <a:cubicBezTo>
                    <a:pt x="102377" y="121631"/>
                    <a:pt x="102271" y="121716"/>
                    <a:pt x="102190" y="121830"/>
                  </a:cubicBezTo>
                  <a:cubicBezTo>
                    <a:pt x="101904" y="122228"/>
                    <a:pt x="101997" y="122780"/>
                    <a:pt x="102393" y="123065"/>
                  </a:cubicBezTo>
                  <a:cubicBezTo>
                    <a:pt x="102545" y="123175"/>
                    <a:pt x="102723" y="123231"/>
                    <a:pt x="102906" y="123231"/>
                  </a:cubicBezTo>
                  <a:cubicBezTo>
                    <a:pt x="102954" y="123231"/>
                    <a:pt x="103004" y="123228"/>
                    <a:pt x="103052" y="123219"/>
                  </a:cubicBezTo>
                  <a:cubicBezTo>
                    <a:pt x="103284" y="123181"/>
                    <a:pt x="103489" y="123053"/>
                    <a:pt x="103626" y="122861"/>
                  </a:cubicBezTo>
                  <a:cubicBezTo>
                    <a:pt x="103912" y="122464"/>
                    <a:pt x="103819" y="121910"/>
                    <a:pt x="103423" y="121625"/>
                  </a:cubicBezTo>
                  <a:cubicBezTo>
                    <a:pt x="103268" y="121514"/>
                    <a:pt x="103091" y="121463"/>
                    <a:pt x="102915" y="121463"/>
                  </a:cubicBezTo>
                  <a:cubicBezTo>
                    <a:pt x="102846" y="121463"/>
                    <a:pt x="102778" y="121470"/>
                    <a:pt x="102712" y="121485"/>
                  </a:cubicBezTo>
                  <a:lnTo>
                    <a:pt x="96287" y="110342"/>
                  </a:lnTo>
                  <a:cubicBezTo>
                    <a:pt x="96298" y="110329"/>
                    <a:pt x="96313" y="110318"/>
                    <a:pt x="96325" y="110302"/>
                  </a:cubicBezTo>
                  <a:cubicBezTo>
                    <a:pt x="96610" y="109904"/>
                    <a:pt x="96518" y="109351"/>
                    <a:pt x="96121" y="109066"/>
                  </a:cubicBezTo>
                  <a:cubicBezTo>
                    <a:pt x="95993" y="108973"/>
                    <a:pt x="95844" y="108923"/>
                    <a:pt x="95692" y="108908"/>
                  </a:cubicBezTo>
                  <a:lnTo>
                    <a:pt x="88325" y="78424"/>
                  </a:lnTo>
                  <a:cubicBezTo>
                    <a:pt x="88400" y="78392"/>
                    <a:pt x="88472" y="78351"/>
                    <a:pt x="88538" y="78298"/>
                  </a:cubicBezTo>
                  <a:lnTo>
                    <a:pt x="112640" y="101661"/>
                  </a:lnTo>
                  <a:cubicBezTo>
                    <a:pt x="112415" y="102050"/>
                    <a:pt x="112513" y="102555"/>
                    <a:pt x="112886" y="102822"/>
                  </a:cubicBezTo>
                  <a:cubicBezTo>
                    <a:pt x="113043" y="102935"/>
                    <a:pt x="113222" y="102988"/>
                    <a:pt x="113401" y="102988"/>
                  </a:cubicBezTo>
                  <a:cubicBezTo>
                    <a:pt x="113421" y="102988"/>
                    <a:pt x="113442" y="102983"/>
                    <a:pt x="113461" y="102982"/>
                  </a:cubicBezTo>
                  <a:lnTo>
                    <a:pt x="118567" y="120230"/>
                  </a:lnTo>
                  <a:cubicBezTo>
                    <a:pt x="118456" y="120292"/>
                    <a:pt x="118356" y="120375"/>
                    <a:pt x="118277" y="120485"/>
                  </a:cubicBezTo>
                  <a:cubicBezTo>
                    <a:pt x="117993" y="120882"/>
                    <a:pt x="118085" y="121436"/>
                    <a:pt x="118480" y="121721"/>
                  </a:cubicBezTo>
                  <a:cubicBezTo>
                    <a:pt x="118632" y="121830"/>
                    <a:pt x="118811" y="121886"/>
                    <a:pt x="118994" y="121886"/>
                  </a:cubicBezTo>
                  <a:cubicBezTo>
                    <a:pt x="119042" y="121886"/>
                    <a:pt x="119091" y="121882"/>
                    <a:pt x="119139" y="121875"/>
                  </a:cubicBezTo>
                  <a:cubicBezTo>
                    <a:pt x="119372" y="121835"/>
                    <a:pt x="119577" y="121709"/>
                    <a:pt x="119715" y="121516"/>
                  </a:cubicBezTo>
                  <a:cubicBezTo>
                    <a:pt x="119999" y="121118"/>
                    <a:pt x="119907" y="120565"/>
                    <a:pt x="119511" y="120281"/>
                  </a:cubicBezTo>
                  <a:cubicBezTo>
                    <a:pt x="119357" y="120170"/>
                    <a:pt x="119179" y="120118"/>
                    <a:pt x="119002" y="120118"/>
                  </a:cubicBezTo>
                  <a:cubicBezTo>
                    <a:pt x="118929" y="120118"/>
                    <a:pt x="118856" y="120127"/>
                    <a:pt x="118785" y="120144"/>
                  </a:cubicBezTo>
                  <a:lnTo>
                    <a:pt x="113690" y="102933"/>
                  </a:lnTo>
                  <a:cubicBezTo>
                    <a:pt x="113856" y="102876"/>
                    <a:pt x="114009" y="102773"/>
                    <a:pt x="114121" y="102619"/>
                  </a:cubicBezTo>
                  <a:cubicBezTo>
                    <a:pt x="114405" y="102222"/>
                    <a:pt x="114313" y="101668"/>
                    <a:pt x="113917" y="101384"/>
                  </a:cubicBezTo>
                  <a:cubicBezTo>
                    <a:pt x="113762" y="101272"/>
                    <a:pt x="113582" y="101219"/>
                    <a:pt x="113404" y="101219"/>
                  </a:cubicBezTo>
                  <a:cubicBezTo>
                    <a:pt x="113177" y="101219"/>
                    <a:pt x="112951" y="101307"/>
                    <a:pt x="112782" y="101473"/>
                  </a:cubicBezTo>
                  <a:lnTo>
                    <a:pt x="88698" y="78130"/>
                  </a:lnTo>
                  <a:cubicBezTo>
                    <a:pt x="88756" y="78050"/>
                    <a:pt x="88793" y="77963"/>
                    <a:pt x="88820" y="77873"/>
                  </a:cubicBezTo>
                  <a:lnTo>
                    <a:pt x="104040" y="80436"/>
                  </a:lnTo>
                  <a:cubicBezTo>
                    <a:pt x="104042" y="80710"/>
                    <a:pt x="104168" y="80979"/>
                    <a:pt x="104406" y="81151"/>
                  </a:cubicBezTo>
                  <a:cubicBezTo>
                    <a:pt x="104559" y="81260"/>
                    <a:pt x="104736" y="81316"/>
                    <a:pt x="104920" y="81316"/>
                  </a:cubicBezTo>
                  <a:cubicBezTo>
                    <a:pt x="104968" y="81316"/>
                    <a:pt x="105019" y="81312"/>
                    <a:pt x="105067" y="81303"/>
                  </a:cubicBezTo>
                  <a:cubicBezTo>
                    <a:pt x="105299" y="81265"/>
                    <a:pt x="105503" y="81138"/>
                    <a:pt x="105641" y="80945"/>
                  </a:cubicBezTo>
                  <a:cubicBezTo>
                    <a:pt x="105673" y="80901"/>
                    <a:pt x="105700" y="80853"/>
                    <a:pt x="105722" y="80805"/>
                  </a:cubicBezTo>
                  <a:lnTo>
                    <a:pt x="125340" y="86830"/>
                  </a:lnTo>
                  <a:cubicBezTo>
                    <a:pt x="125298" y="87143"/>
                    <a:pt x="125422" y="87472"/>
                    <a:pt x="125697" y="87670"/>
                  </a:cubicBezTo>
                  <a:cubicBezTo>
                    <a:pt x="125850" y="87779"/>
                    <a:pt x="126027" y="87835"/>
                    <a:pt x="126212" y="87835"/>
                  </a:cubicBezTo>
                  <a:cubicBezTo>
                    <a:pt x="126260" y="87835"/>
                    <a:pt x="126310" y="87831"/>
                    <a:pt x="126358" y="87823"/>
                  </a:cubicBezTo>
                  <a:cubicBezTo>
                    <a:pt x="126590" y="87784"/>
                    <a:pt x="126795" y="87657"/>
                    <a:pt x="126932" y="87464"/>
                  </a:cubicBezTo>
                  <a:cubicBezTo>
                    <a:pt x="127070" y="87272"/>
                    <a:pt x="127125" y="87039"/>
                    <a:pt x="127086" y="86804"/>
                  </a:cubicBezTo>
                  <a:cubicBezTo>
                    <a:pt x="127048" y="86571"/>
                    <a:pt x="126920" y="86367"/>
                    <a:pt x="126728" y="86229"/>
                  </a:cubicBezTo>
                  <a:cubicBezTo>
                    <a:pt x="126572" y="86117"/>
                    <a:pt x="126392" y="86063"/>
                    <a:pt x="126213" y="86063"/>
                  </a:cubicBezTo>
                  <a:cubicBezTo>
                    <a:pt x="125937" y="86063"/>
                    <a:pt x="125665" y="86191"/>
                    <a:pt x="125492" y="86432"/>
                  </a:cubicBezTo>
                  <a:cubicBezTo>
                    <a:pt x="125454" y="86486"/>
                    <a:pt x="125423" y="86543"/>
                    <a:pt x="125399" y="86602"/>
                  </a:cubicBezTo>
                  <a:lnTo>
                    <a:pt x="105791" y="80580"/>
                  </a:lnTo>
                  <a:cubicBezTo>
                    <a:pt x="105808" y="80484"/>
                    <a:pt x="105812" y="80386"/>
                    <a:pt x="105795" y="80285"/>
                  </a:cubicBezTo>
                  <a:cubicBezTo>
                    <a:pt x="105757" y="80052"/>
                    <a:pt x="105629" y="79848"/>
                    <a:pt x="105437" y="79710"/>
                  </a:cubicBezTo>
                  <a:cubicBezTo>
                    <a:pt x="105283" y="79599"/>
                    <a:pt x="105105" y="79547"/>
                    <a:pt x="104928" y="79547"/>
                  </a:cubicBezTo>
                  <a:cubicBezTo>
                    <a:pt x="104839" y="79547"/>
                    <a:pt x="104751" y="79560"/>
                    <a:pt x="104666" y="79586"/>
                  </a:cubicBezTo>
                  <a:lnTo>
                    <a:pt x="91291" y="59370"/>
                  </a:lnTo>
                  <a:cubicBezTo>
                    <a:pt x="91351" y="59320"/>
                    <a:pt x="91408" y="59265"/>
                    <a:pt x="91454" y="59199"/>
                  </a:cubicBezTo>
                  <a:cubicBezTo>
                    <a:pt x="91612" y="58980"/>
                    <a:pt x="91650" y="58716"/>
                    <a:pt x="91591" y="58473"/>
                  </a:cubicBezTo>
                  <a:lnTo>
                    <a:pt x="121723" y="42022"/>
                  </a:lnTo>
                  <a:cubicBezTo>
                    <a:pt x="121773" y="42082"/>
                    <a:pt x="121827" y="42140"/>
                    <a:pt x="121893" y="42188"/>
                  </a:cubicBezTo>
                  <a:cubicBezTo>
                    <a:pt x="122049" y="42300"/>
                    <a:pt x="122229" y="42354"/>
                    <a:pt x="122408" y="42354"/>
                  </a:cubicBezTo>
                  <a:cubicBezTo>
                    <a:pt x="122508" y="42354"/>
                    <a:pt x="122608" y="42331"/>
                    <a:pt x="122702" y="42298"/>
                  </a:cubicBezTo>
                  <a:lnTo>
                    <a:pt x="143453" y="68738"/>
                  </a:lnTo>
                  <a:cubicBezTo>
                    <a:pt x="143438" y="68755"/>
                    <a:pt x="143422" y="68770"/>
                    <a:pt x="143408" y="68787"/>
                  </a:cubicBezTo>
                  <a:cubicBezTo>
                    <a:pt x="143123" y="69184"/>
                    <a:pt x="143215" y="69738"/>
                    <a:pt x="143613" y="70023"/>
                  </a:cubicBezTo>
                  <a:cubicBezTo>
                    <a:pt x="143769" y="70135"/>
                    <a:pt x="143948" y="70188"/>
                    <a:pt x="144127" y="70188"/>
                  </a:cubicBezTo>
                  <a:cubicBezTo>
                    <a:pt x="144155" y="70188"/>
                    <a:pt x="144182" y="70181"/>
                    <a:pt x="144210" y="70179"/>
                  </a:cubicBezTo>
                  <a:lnTo>
                    <a:pt x="150276" y="95191"/>
                  </a:lnTo>
                  <a:cubicBezTo>
                    <a:pt x="150132" y="95254"/>
                    <a:pt x="150005" y="95352"/>
                    <a:pt x="149911" y="95484"/>
                  </a:cubicBezTo>
                  <a:cubicBezTo>
                    <a:pt x="149774" y="95676"/>
                    <a:pt x="149718" y="95910"/>
                    <a:pt x="149758" y="96144"/>
                  </a:cubicBezTo>
                  <a:cubicBezTo>
                    <a:pt x="149796" y="96377"/>
                    <a:pt x="149923" y="96581"/>
                    <a:pt x="150116" y="96719"/>
                  </a:cubicBezTo>
                  <a:cubicBezTo>
                    <a:pt x="150272" y="96832"/>
                    <a:pt x="150451" y="96885"/>
                    <a:pt x="150630" y="96885"/>
                  </a:cubicBezTo>
                  <a:cubicBezTo>
                    <a:pt x="150905" y="96885"/>
                    <a:pt x="151178" y="96757"/>
                    <a:pt x="151351" y="96516"/>
                  </a:cubicBezTo>
                  <a:cubicBezTo>
                    <a:pt x="151633" y="96119"/>
                    <a:pt x="151542" y="95564"/>
                    <a:pt x="151145" y="95281"/>
                  </a:cubicBezTo>
                  <a:cubicBezTo>
                    <a:pt x="150994" y="95171"/>
                    <a:pt x="150817" y="95116"/>
                    <a:pt x="150635" y="95116"/>
                  </a:cubicBezTo>
                  <a:cubicBezTo>
                    <a:pt x="150591" y="95116"/>
                    <a:pt x="150546" y="95119"/>
                    <a:pt x="150501" y="95126"/>
                  </a:cubicBezTo>
                  <a:lnTo>
                    <a:pt x="144439" y="70126"/>
                  </a:lnTo>
                  <a:cubicBezTo>
                    <a:pt x="144598" y="70068"/>
                    <a:pt x="144742" y="69967"/>
                    <a:pt x="144848" y="69819"/>
                  </a:cubicBezTo>
                  <a:cubicBezTo>
                    <a:pt x="145133" y="69422"/>
                    <a:pt x="145041" y="68869"/>
                    <a:pt x="144643" y="68584"/>
                  </a:cubicBezTo>
                  <a:cubicBezTo>
                    <a:pt x="144489" y="68473"/>
                    <a:pt x="144310" y="68419"/>
                    <a:pt x="144133" y="68419"/>
                  </a:cubicBezTo>
                  <a:cubicBezTo>
                    <a:pt x="143954" y="68419"/>
                    <a:pt x="143776" y="68474"/>
                    <a:pt x="143625" y="68579"/>
                  </a:cubicBezTo>
                  <a:lnTo>
                    <a:pt x="122923" y="42187"/>
                  </a:lnTo>
                  <a:cubicBezTo>
                    <a:pt x="123003" y="42130"/>
                    <a:pt x="123078" y="42066"/>
                    <a:pt x="123137" y="41982"/>
                  </a:cubicBezTo>
                  <a:cubicBezTo>
                    <a:pt x="123422" y="41585"/>
                    <a:pt x="123330" y="41031"/>
                    <a:pt x="122934" y="40747"/>
                  </a:cubicBezTo>
                  <a:cubicBezTo>
                    <a:pt x="122782" y="40638"/>
                    <a:pt x="122603" y="40581"/>
                    <a:pt x="122419" y="40581"/>
                  </a:cubicBezTo>
                  <a:cubicBezTo>
                    <a:pt x="122371" y="40581"/>
                    <a:pt x="122322" y="40585"/>
                    <a:pt x="122273" y="40593"/>
                  </a:cubicBezTo>
                  <a:cubicBezTo>
                    <a:pt x="122040" y="40632"/>
                    <a:pt x="121837" y="40759"/>
                    <a:pt x="121699" y="40952"/>
                  </a:cubicBezTo>
                  <a:cubicBezTo>
                    <a:pt x="121684" y="40972"/>
                    <a:pt x="121674" y="40993"/>
                    <a:pt x="121662" y="41015"/>
                  </a:cubicBezTo>
                  <a:lnTo>
                    <a:pt x="88927" y="19118"/>
                  </a:lnTo>
                  <a:cubicBezTo>
                    <a:pt x="89200" y="18723"/>
                    <a:pt x="89106" y="18178"/>
                    <a:pt x="88714" y="17898"/>
                  </a:cubicBezTo>
                  <a:cubicBezTo>
                    <a:pt x="88558" y="17786"/>
                    <a:pt x="88378" y="17733"/>
                    <a:pt x="88200" y="17733"/>
                  </a:cubicBezTo>
                  <a:cubicBezTo>
                    <a:pt x="87924" y="17733"/>
                    <a:pt x="87652" y="17861"/>
                    <a:pt x="87479" y="18101"/>
                  </a:cubicBezTo>
                  <a:cubicBezTo>
                    <a:pt x="87463" y="18124"/>
                    <a:pt x="87452" y="18149"/>
                    <a:pt x="87437" y="18172"/>
                  </a:cubicBezTo>
                  <a:lnTo>
                    <a:pt x="59626" y="948"/>
                  </a:lnTo>
                  <a:cubicBezTo>
                    <a:pt x="59646" y="651"/>
                    <a:pt x="59520" y="351"/>
                    <a:pt x="59262" y="166"/>
                  </a:cubicBezTo>
                  <a:cubicBezTo>
                    <a:pt x="59111" y="58"/>
                    <a:pt x="58932" y="0"/>
                    <a:pt x="58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3"/>
            <p:cNvSpPr/>
            <p:nvPr/>
          </p:nvSpPr>
          <p:spPr>
            <a:xfrm>
              <a:off x="1522650" y="3538750"/>
              <a:ext cx="2417375" cy="1058350"/>
            </a:xfrm>
            <a:custGeom>
              <a:avLst/>
              <a:gdLst/>
              <a:ahLst/>
              <a:cxnLst/>
              <a:rect l="l" t="t" r="r" b="b"/>
              <a:pathLst>
                <a:path w="96695" h="42334" extrusionOk="0">
                  <a:moveTo>
                    <a:pt x="1008" y="1"/>
                  </a:moveTo>
                  <a:cubicBezTo>
                    <a:pt x="960" y="1"/>
                    <a:pt x="911" y="5"/>
                    <a:pt x="862" y="13"/>
                  </a:cubicBezTo>
                  <a:cubicBezTo>
                    <a:pt x="628" y="51"/>
                    <a:pt x="424" y="179"/>
                    <a:pt x="285" y="371"/>
                  </a:cubicBezTo>
                  <a:cubicBezTo>
                    <a:pt x="1" y="768"/>
                    <a:pt x="93" y="1321"/>
                    <a:pt x="489" y="1607"/>
                  </a:cubicBezTo>
                  <a:cubicBezTo>
                    <a:pt x="641" y="1716"/>
                    <a:pt x="819" y="1772"/>
                    <a:pt x="1002" y="1772"/>
                  </a:cubicBezTo>
                  <a:cubicBezTo>
                    <a:pt x="1050" y="1772"/>
                    <a:pt x="1100" y="1768"/>
                    <a:pt x="1148" y="1760"/>
                  </a:cubicBezTo>
                  <a:cubicBezTo>
                    <a:pt x="1382" y="1721"/>
                    <a:pt x="1585" y="1594"/>
                    <a:pt x="1724" y="1401"/>
                  </a:cubicBezTo>
                  <a:cubicBezTo>
                    <a:pt x="1775" y="1331"/>
                    <a:pt x="1812" y="1251"/>
                    <a:pt x="1839" y="1170"/>
                  </a:cubicBezTo>
                  <a:lnTo>
                    <a:pt x="49478" y="20273"/>
                  </a:lnTo>
                  <a:cubicBezTo>
                    <a:pt x="49259" y="20661"/>
                    <a:pt x="49358" y="21161"/>
                    <a:pt x="49729" y="21426"/>
                  </a:cubicBezTo>
                  <a:cubicBezTo>
                    <a:pt x="49886" y="21538"/>
                    <a:pt x="50065" y="21592"/>
                    <a:pt x="50244" y="21592"/>
                  </a:cubicBezTo>
                  <a:cubicBezTo>
                    <a:pt x="50520" y="21592"/>
                    <a:pt x="50792" y="21463"/>
                    <a:pt x="50965" y="21223"/>
                  </a:cubicBezTo>
                  <a:cubicBezTo>
                    <a:pt x="50983" y="21196"/>
                    <a:pt x="50997" y="21168"/>
                    <a:pt x="51011" y="21141"/>
                  </a:cubicBezTo>
                  <a:lnTo>
                    <a:pt x="70453" y="38632"/>
                  </a:lnTo>
                  <a:cubicBezTo>
                    <a:pt x="70320" y="38824"/>
                    <a:pt x="70266" y="39053"/>
                    <a:pt x="70304" y="39285"/>
                  </a:cubicBezTo>
                  <a:cubicBezTo>
                    <a:pt x="70342" y="39518"/>
                    <a:pt x="70469" y="39722"/>
                    <a:pt x="70662" y="39860"/>
                  </a:cubicBezTo>
                  <a:cubicBezTo>
                    <a:pt x="70818" y="39972"/>
                    <a:pt x="70998" y="40026"/>
                    <a:pt x="71176" y="40026"/>
                  </a:cubicBezTo>
                  <a:cubicBezTo>
                    <a:pt x="71452" y="40026"/>
                    <a:pt x="71725" y="39897"/>
                    <a:pt x="71897" y="39657"/>
                  </a:cubicBezTo>
                  <a:cubicBezTo>
                    <a:pt x="71957" y="39572"/>
                    <a:pt x="71998" y="39480"/>
                    <a:pt x="72025" y="39385"/>
                  </a:cubicBezTo>
                  <a:lnTo>
                    <a:pt x="94903" y="41502"/>
                  </a:lnTo>
                  <a:cubicBezTo>
                    <a:pt x="94919" y="41758"/>
                    <a:pt x="95040" y="42007"/>
                    <a:pt x="95266" y="42168"/>
                  </a:cubicBezTo>
                  <a:cubicBezTo>
                    <a:pt x="95423" y="42280"/>
                    <a:pt x="95601" y="42334"/>
                    <a:pt x="95781" y="42334"/>
                  </a:cubicBezTo>
                  <a:cubicBezTo>
                    <a:pt x="96056" y="42334"/>
                    <a:pt x="96329" y="42206"/>
                    <a:pt x="96502" y="41965"/>
                  </a:cubicBezTo>
                  <a:cubicBezTo>
                    <a:pt x="96639" y="41772"/>
                    <a:pt x="96694" y="41539"/>
                    <a:pt x="96655" y="41305"/>
                  </a:cubicBezTo>
                  <a:cubicBezTo>
                    <a:pt x="96620" y="41070"/>
                    <a:pt x="96493" y="40865"/>
                    <a:pt x="96301" y="40727"/>
                  </a:cubicBezTo>
                  <a:cubicBezTo>
                    <a:pt x="96148" y="40618"/>
                    <a:pt x="95971" y="40561"/>
                    <a:pt x="95788" y="40561"/>
                  </a:cubicBezTo>
                  <a:cubicBezTo>
                    <a:pt x="95739" y="40561"/>
                    <a:pt x="95690" y="40565"/>
                    <a:pt x="95641" y="40573"/>
                  </a:cubicBezTo>
                  <a:cubicBezTo>
                    <a:pt x="95408" y="40613"/>
                    <a:pt x="95203" y="40739"/>
                    <a:pt x="95065" y="40932"/>
                  </a:cubicBezTo>
                  <a:cubicBezTo>
                    <a:pt x="94993" y="41035"/>
                    <a:pt x="94944" y="41149"/>
                    <a:pt x="94920" y="41266"/>
                  </a:cubicBezTo>
                  <a:lnTo>
                    <a:pt x="72064" y="39153"/>
                  </a:lnTo>
                  <a:cubicBezTo>
                    <a:pt x="72068" y="38873"/>
                    <a:pt x="71940" y="38595"/>
                    <a:pt x="71697" y="38420"/>
                  </a:cubicBezTo>
                  <a:cubicBezTo>
                    <a:pt x="71545" y="38311"/>
                    <a:pt x="71367" y="38254"/>
                    <a:pt x="71183" y="38254"/>
                  </a:cubicBezTo>
                  <a:cubicBezTo>
                    <a:pt x="71134" y="38254"/>
                    <a:pt x="71085" y="38258"/>
                    <a:pt x="71036" y="38266"/>
                  </a:cubicBezTo>
                  <a:cubicBezTo>
                    <a:pt x="70879" y="38292"/>
                    <a:pt x="70737" y="38361"/>
                    <a:pt x="70617" y="38461"/>
                  </a:cubicBezTo>
                  <a:lnTo>
                    <a:pt x="51109" y="20911"/>
                  </a:lnTo>
                  <a:cubicBezTo>
                    <a:pt x="51188" y="20572"/>
                    <a:pt x="51063" y="20203"/>
                    <a:pt x="50764" y="19988"/>
                  </a:cubicBezTo>
                  <a:cubicBezTo>
                    <a:pt x="50609" y="19877"/>
                    <a:pt x="50430" y="19824"/>
                    <a:pt x="50253" y="19824"/>
                  </a:cubicBezTo>
                  <a:cubicBezTo>
                    <a:pt x="50023" y="19824"/>
                    <a:pt x="49796" y="19913"/>
                    <a:pt x="49627" y="20080"/>
                  </a:cubicBezTo>
                  <a:lnTo>
                    <a:pt x="1890" y="937"/>
                  </a:lnTo>
                  <a:cubicBezTo>
                    <a:pt x="1894" y="873"/>
                    <a:pt x="1893" y="807"/>
                    <a:pt x="1881" y="741"/>
                  </a:cubicBezTo>
                  <a:cubicBezTo>
                    <a:pt x="1842" y="507"/>
                    <a:pt x="1715" y="304"/>
                    <a:pt x="1523" y="167"/>
                  </a:cubicBezTo>
                  <a:cubicBezTo>
                    <a:pt x="1371" y="58"/>
                    <a:pt x="1192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" name="Kép 3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5EC8028-225B-EF10-B778-20C3A7E8FB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65171C2-70BC-6DE7-1E8F-392DC4016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884" y="615495"/>
            <a:ext cx="6215880" cy="42402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81A9A587-AC66-86F2-D6BA-98DF04F4D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zövegdoboz 28">
            <a:extLst>
              <a:ext uri="{FF2B5EF4-FFF2-40B4-BE49-F238E27FC236}">
                <a16:creationId xmlns:a16="http://schemas.microsoft.com/office/drawing/2014/main" id="{8A3785DE-BD15-9D3E-8BE1-17296FC98072}"/>
              </a:ext>
            </a:extLst>
          </p:cNvPr>
          <p:cNvSpPr txBox="1"/>
          <p:nvPr/>
        </p:nvSpPr>
        <p:spPr>
          <a:xfrm>
            <a:off x="0" y="109002"/>
            <a:ext cx="73990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dk1"/>
              </a:buClr>
              <a:buSzPts val="3600"/>
            </a:pPr>
            <a:r>
              <a:rPr lang="hu-HU" sz="2800" dirty="0" err="1">
                <a:solidFill>
                  <a:schemeClr val="dk1"/>
                </a:solidFill>
                <a:latin typeface="Space Grotesk"/>
                <a:cs typeface="Space Grotesk"/>
                <a:sym typeface="Space Grotesk"/>
              </a:rPr>
              <a:t>Budapest_technologiai_telephely</a:t>
            </a:r>
            <a:r>
              <a:rPr lang="hu-HU" sz="2800" dirty="0">
                <a:solidFill>
                  <a:schemeClr val="dk1"/>
                </a:solidFill>
                <a:latin typeface="Space Grotesk"/>
                <a:cs typeface="Space Grotesk"/>
                <a:sym typeface="Space Grotesk"/>
              </a:rPr>
              <a:t> </a:t>
            </a:r>
          </a:p>
        </p:txBody>
      </p:sp>
      <p:pic>
        <p:nvPicPr>
          <p:cNvPr id="31" name="Kép 30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C8CFE3E-2277-95CD-A96A-E74CB68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FAF8ECBE-EC9A-E946-C793-1F5785C8F7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0634" y="643552"/>
            <a:ext cx="5982731" cy="4162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018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750AA6F1-A64E-E344-9451-8FFC7A151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zövegdoboz 28">
            <a:extLst>
              <a:ext uri="{FF2B5EF4-FFF2-40B4-BE49-F238E27FC236}">
                <a16:creationId xmlns:a16="http://schemas.microsoft.com/office/drawing/2014/main" id="{A9F19CFF-DA34-A990-CC67-3307313BC49A}"/>
              </a:ext>
            </a:extLst>
          </p:cNvPr>
          <p:cNvSpPr txBox="1"/>
          <p:nvPr/>
        </p:nvSpPr>
        <p:spPr>
          <a:xfrm>
            <a:off x="0" y="109002"/>
            <a:ext cx="73990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dk1"/>
              </a:buClr>
              <a:buSzPts val="3600"/>
            </a:pPr>
            <a:r>
              <a:rPr lang="hu-HU" sz="2800" dirty="0" err="1">
                <a:solidFill>
                  <a:schemeClr val="dk1"/>
                </a:solidFill>
                <a:latin typeface="Space Grotesk"/>
                <a:cs typeface="Space Grotesk"/>
              </a:rPr>
              <a:t>Titkárság_budapest</a:t>
            </a:r>
            <a:r>
              <a:rPr lang="hu-HU" sz="2800" dirty="0">
                <a:solidFill>
                  <a:schemeClr val="dk1"/>
                </a:solidFill>
                <a:latin typeface="Space Grotesk"/>
                <a:cs typeface="Space Grotesk"/>
              </a:rPr>
              <a:t> </a:t>
            </a:r>
            <a:endParaRPr lang="hu-HU" sz="2800" dirty="0">
              <a:solidFill>
                <a:schemeClr val="dk1"/>
              </a:solidFill>
              <a:latin typeface="Space Grotesk"/>
              <a:cs typeface="Space Grotesk"/>
              <a:sym typeface="Space Grotesk"/>
            </a:endParaRPr>
          </a:p>
        </p:txBody>
      </p:sp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4A24811-9DF8-27F4-38B7-392C0E1A62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8693CEE-2BF1-6585-C3E7-9C5DA8819D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2710" y="632222"/>
            <a:ext cx="6438579" cy="427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792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62E624-2E14-E491-0D1E-1624D0965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Debrecen</a:t>
            </a:r>
          </a:p>
        </p:txBody>
      </p:sp>
      <p:sp>
        <p:nvSpPr>
          <p:cNvPr id="20" name="AutoShape 2" descr="Hsrp01">
            <a:extLst>
              <a:ext uri="{FF2B5EF4-FFF2-40B4-BE49-F238E27FC236}">
                <a16:creationId xmlns:a16="http://schemas.microsoft.com/office/drawing/2014/main" id="{FA1EA6B2-0F04-5AA0-A3B2-7AC4ABB78F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21" name="AutoShape 4" descr="Hsrp01">
            <a:extLst>
              <a:ext uri="{FF2B5EF4-FFF2-40B4-BE49-F238E27FC236}">
                <a16:creationId xmlns:a16="http://schemas.microsoft.com/office/drawing/2014/main" id="{CDC06657-D55F-56B0-DB82-763AF99EE15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1271830" cy="1271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30BDA52F-CC02-1CC0-09D9-7B00B5E18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774" y="1149084"/>
            <a:ext cx="7356451" cy="3322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757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24F08D-C10B-F4A3-714E-0BE859295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79401"/>
            <a:ext cx="7704000" cy="572700"/>
          </a:xfrm>
        </p:spPr>
        <p:txBody>
          <a:bodyPr/>
          <a:lstStyle/>
          <a:p>
            <a:r>
              <a:rPr lang="hu-HU" dirty="0" err="1"/>
              <a:t>Szeged_tehcnologiai_telephely</a:t>
            </a:r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D3FF00D-6027-A3D4-FB18-895C469BC1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711" y="1222455"/>
            <a:ext cx="5362578" cy="3721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457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B831FC-FAF5-515B-F648-619C65DD1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Szeged Titkárság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92D54EC-50EE-2B43-EF38-AD74CEAC3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648" y="1286909"/>
            <a:ext cx="7452704" cy="3092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576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E35948DF-BCFB-616E-0398-60BF0321D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91BAE27-5123-936B-B04A-4A78C9C86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F86F872-FAB8-D242-89AC-0325671BA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Home Office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49837AA3-4ABD-FA96-B958-BF166D0ED9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9422" y="1120040"/>
            <a:ext cx="6005156" cy="363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006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4CE5E02E-86F5-256E-4189-1876630AE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3E683FF-03FA-BC0F-2E13-3426A4705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642720A-C98F-FFA1-4FF6-E2D4FECB2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STP</a:t>
            </a:r>
          </a:p>
        </p:txBody>
      </p:sp>
      <p:sp>
        <p:nvSpPr>
          <p:cNvPr id="3" name="Cím 1">
            <a:extLst>
              <a:ext uri="{FF2B5EF4-FFF2-40B4-BE49-F238E27FC236}">
                <a16:creationId xmlns:a16="http://schemas.microsoft.com/office/drawing/2014/main" id="{A4FE8641-6C57-E1B3-93BA-CC31E0E5ED43}"/>
              </a:ext>
            </a:extLst>
          </p:cNvPr>
          <p:cNvSpPr txBox="1">
            <a:spLocks/>
          </p:cNvSpPr>
          <p:nvPr/>
        </p:nvSpPr>
        <p:spPr>
          <a:xfrm>
            <a:off x="720000" y="1345906"/>
            <a:ext cx="7895756" cy="2139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BPDU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Designated</a:t>
            </a:r>
            <a:r>
              <a:rPr lang="hu-HU" dirty="0"/>
              <a:t> port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redundancia</a:t>
            </a:r>
          </a:p>
        </p:txBody>
      </p:sp>
    </p:spTree>
    <p:extLst>
      <p:ext uri="{BB962C8B-B14F-4D97-AF65-F5344CB8AC3E}">
        <p14:creationId xmlns:p14="http://schemas.microsoft.com/office/powerpoint/2010/main" val="12941770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47AF9CFF-F626-CF45-B06E-40E4A224D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zövegdoboz 28">
            <a:extLst>
              <a:ext uri="{FF2B5EF4-FFF2-40B4-BE49-F238E27FC236}">
                <a16:creationId xmlns:a16="http://schemas.microsoft.com/office/drawing/2014/main" id="{500CCCF5-A0E5-3D41-2692-1990938FF497}"/>
              </a:ext>
            </a:extLst>
          </p:cNvPr>
          <p:cNvSpPr txBox="1"/>
          <p:nvPr/>
        </p:nvSpPr>
        <p:spPr>
          <a:xfrm>
            <a:off x="0" y="109002"/>
            <a:ext cx="73990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dk1"/>
              </a:buClr>
              <a:buSzPts val="3600"/>
            </a:pPr>
            <a:endParaRPr lang="hu-HU" sz="2800" dirty="0" err="1">
              <a:solidFill>
                <a:schemeClr val="dk1"/>
              </a:solidFill>
              <a:latin typeface="Space Grotesk"/>
              <a:cs typeface="Space Grotesk"/>
            </a:endParaRPr>
          </a:p>
        </p:txBody>
      </p:sp>
      <p:pic>
        <p:nvPicPr>
          <p:cNvPr id="4" name="Kép 3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B9E335B-B969-02C5-B2BB-76B55DE6D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717A0ED-37F7-9931-E958-77CFDC882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 err="1"/>
              <a:t>Etherchannel</a:t>
            </a:r>
            <a:endParaRPr lang="hu-HU" dirty="0"/>
          </a:p>
        </p:txBody>
      </p:sp>
      <p:sp>
        <p:nvSpPr>
          <p:cNvPr id="3" name="Cím 1">
            <a:extLst>
              <a:ext uri="{FF2B5EF4-FFF2-40B4-BE49-F238E27FC236}">
                <a16:creationId xmlns:a16="http://schemas.microsoft.com/office/drawing/2014/main" id="{C28CEB96-B61D-9136-0B8A-7F9E860BF18A}"/>
              </a:ext>
            </a:extLst>
          </p:cNvPr>
          <p:cNvSpPr txBox="1">
            <a:spLocks/>
          </p:cNvSpPr>
          <p:nvPr/>
        </p:nvSpPr>
        <p:spPr>
          <a:xfrm>
            <a:off x="719999" y="1353747"/>
            <a:ext cx="7825859" cy="2478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Aktív mód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Load</a:t>
            </a:r>
            <a:r>
              <a:rPr lang="hu-HU" dirty="0"/>
              <a:t> </a:t>
            </a:r>
            <a:r>
              <a:rPr lang="hu-HU" dirty="0" err="1"/>
              <a:t>balancing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Port-</a:t>
            </a:r>
            <a:r>
              <a:rPr lang="hu-HU" dirty="0" err="1"/>
              <a:t>channelek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LACP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451464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38A17352-94FD-12F4-6700-C01EBC0C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C7ED316-444C-DEE0-5390-1A92C83E6B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EF7F8AB-060D-955D-E31A-4C835C987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VLAN</a:t>
            </a:r>
          </a:p>
        </p:txBody>
      </p:sp>
      <p:sp>
        <p:nvSpPr>
          <p:cNvPr id="5" name="Cím 1">
            <a:extLst>
              <a:ext uri="{FF2B5EF4-FFF2-40B4-BE49-F238E27FC236}">
                <a16:creationId xmlns:a16="http://schemas.microsoft.com/office/drawing/2014/main" id="{9DB66D20-BFA2-0415-4BFD-BA631FDB8779}"/>
              </a:ext>
            </a:extLst>
          </p:cNvPr>
          <p:cNvSpPr txBox="1">
            <a:spLocks/>
          </p:cNvSpPr>
          <p:nvPr/>
        </p:nvSpPr>
        <p:spPr>
          <a:xfrm>
            <a:off x="720000" y="1353695"/>
            <a:ext cx="7832734" cy="3073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Logikai alhálózatok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Virtual</a:t>
            </a:r>
            <a:r>
              <a:rPr lang="hu-HU" dirty="0"/>
              <a:t> Local </a:t>
            </a:r>
            <a:r>
              <a:rPr lang="hu-HU" dirty="0" err="1"/>
              <a:t>Area</a:t>
            </a:r>
            <a:r>
              <a:rPr lang="hu-HU" dirty="0"/>
              <a:t> Network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Biztonságos elkülönítés </a:t>
            </a:r>
          </a:p>
        </p:txBody>
      </p:sp>
    </p:spTree>
    <p:extLst>
      <p:ext uri="{BB962C8B-B14F-4D97-AF65-F5344CB8AC3E}">
        <p14:creationId xmlns:p14="http://schemas.microsoft.com/office/powerpoint/2010/main" val="33511538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C89C28A5-2A82-8020-EA08-3F3F7147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F174183-9E48-B530-797A-B934A91E4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CEEAFD1-47BF-2D85-D3A2-79BED8687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Multi-</a:t>
            </a:r>
            <a:r>
              <a:rPr lang="hu-HU" dirty="0" err="1"/>
              <a:t>Area</a:t>
            </a:r>
            <a:r>
              <a:rPr lang="hu-HU" dirty="0"/>
              <a:t> OSPF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F6FE7362-9CB9-1CBB-6454-12B0AB185212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Link-</a:t>
            </a:r>
            <a:r>
              <a:rPr lang="hu-HU" dirty="0" err="1"/>
              <a:t>state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IGP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SPF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ABR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LSDB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DR/BDR – Router ID</a:t>
            </a:r>
          </a:p>
        </p:txBody>
      </p:sp>
    </p:spTree>
    <p:extLst>
      <p:ext uri="{BB962C8B-B14F-4D97-AF65-F5344CB8AC3E}">
        <p14:creationId xmlns:p14="http://schemas.microsoft.com/office/powerpoint/2010/main" val="34108043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A700829A-DEB6-DB0E-1B24-78C271389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054D565-7EDA-FAC7-5440-F3CD319D1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6A7DC5C-D704-BCC8-1589-38D149470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SSH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8699472-C614-99A3-6211-6FACF5AA3E8F}"/>
              </a:ext>
            </a:extLst>
          </p:cNvPr>
          <p:cNvSpPr txBox="1">
            <a:spLocks/>
          </p:cNvSpPr>
          <p:nvPr/>
        </p:nvSpPr>
        <p:spPr>
          <a:xfrm>
            <a:off x="720000" y="133994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Jelszó/kulcspár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Titkosított kommunikáció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Távoli elérés</a:t>
            </a:r>
          </a:p>
        </p:txBody>
      </p:sp>
    </p:spTree>
    <p:extLst>
      <p:ext uri="{BB962C8B-B14F-4D97-AF65-F5344CB8AC3E}">
        <p14:creationId xmlns:p14="http://schemas.microsoft.com/office/powerpoint/2010/main" val="24965552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AC4E0C68-1911-371E-092B-72A7EB599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EE79DD62-EC13-3618-10FF-5EEBF9DA3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D248469-9ADD-23D3-7A26-D7657AD88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 err="1"/>
              <a:t>Multilayer</a:t>
            </a:r>
            <a:r>
              <a:rPr lang="hu-HU" dirty="0"/>
              <a:t> </a:t>
            </a:r>
            <a:r>
              <a:rPr lang="hu-HU" dirty="0" err="1"/>
              <a:t>Switch</a:t>
            </a:r>
            <a:r>
              <a:rPr lang="hu-HU" dirty="0"/>
              <a:t> 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23F863E5-16A5-05D3-DE6E-3FCB6F367F9E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Inter</a:t>
            </a:r>
            <a:r>
              <a:rPr lang="hu-HU" dirty="0"/>
              <a:t>-VLAN </a:t>
            </a:r>
            <a:r>
              <a:rPr lang="hu-HU" dirty="0" err="1"/>
              <a:t>Routing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SVI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MAC-címek</a:t>
            </a:r>
          </a:p>
        </p:txBody>
      </p:sp>
    </p:spTree>
    <p:extLst>
      <p:ext uri="{BB962C8B-B14F-4D97-AF65-F5344CB8AC3E}">
        <p14:creationId xmlns:p14="http://schemas.microsoft.com/office/powerpoint/2010/main" val="22405982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48408DF8-E231-6FD4-9691-89BD6257C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A240F8F-42F8-908E-2430-61C024052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4E6B660-DC1F-4132-7035-1740F7814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RADIUS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E2A95896-8D9A-7B9C-33B9-8A869F6FAB55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Remote</a:t>
            </a:r>
            <a:r>
              <a:rPr lang="hu-HU" dirty="0"/>
              <a:t> </a:t>
            </a:r>
            <a:r>
              <a:rPr lang="hu-HU" dirty="0" err="1"/>
              <a:t>Authentication</a:t>
            </a:r>
            <a:r>
              <a:rPr lang="hu-HU" dirty="0"/>
              <a:t> </a:t>
            </a:r>
            <a:r>
              <a:rPr lang="hu-HU" dirty="0" err="1"/>
              <a:t>Dial</a:t>
            </a:r>
            <a:r>
              <a:rPr lang="hu-HU" dirty="0"/>
              <a:t>-In </a:t>
            </a:r>
            <a:r>
              <a:rPr lang="hu-HU" dirty="0" err="1"/>
              <a:t>User</a:t>
            </a:r>
            <a:r>
              <a:rPr lang="hu-HU" dirty="0"/>
              <a:t> Service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AAA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Központi hitelesítés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VTY vonalak </a:t>
            </a:r>
          </a:p>
        </p:txBody>
      </p:sp>
    </p:spTree>
    <p:extLst>
      <p:ext uri="{BB962C8B-B14F-4D97-AF65-F5344CB8AC3E}">
        <p14:creationId xmlns:p14="http://schemas.microsoft.com/office/powerpoint/2010/main" val="37370511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5E9D7185-3E94-69AD-7DC6-D8AC04DF3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ADC8C22-D1DE-C6D4-D288-80799159C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F4030CA-EE59-0081-3F00-60B63964B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NTP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11129EF-1B33-F617-183D-7328C7034A7D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Időszinkronizálás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Időbélyegek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Ismétlődő folyamat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Hitelesítési kulcs</a:t>
            </a:r>
          </a:p>
        </p:txBody>
      </p:sp>
    </p:spTree>
    <p:extLst>
      <p:ext uri="{BB962C8B-B14F-4D97-AF65-F5344CB8AC3E}">
        <p14:creationId xmlns:p14="http://schemas.microsoft.com/office/powerpoint/2010/main" val="14409024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68CD524E-2B52-A79D-BE17-5BC3A6342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8892D9C-709C-6FBC-3AED-4ADF321524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9323817-72BE-F1A4-9C9C-907D89F08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SYSLOG 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2E08F066-4FBC-20C6-E39C-BD83CD4CD33F}"/>
              </a:ext>
            </a:extLst>
          </p:cNvPr>
          <p:cNvSpPr txBox="1">
            <a:spLocks/>
          </p:cNvSpPr>
          <p:nvPr/>
        </p:nvSpPr>
        <p:spPr>
          <a:xfrm>
            <a:off x="720000" y="1333069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Naplógyüjtő</a:t>
            </a:r>
            <a:r>
              <a:rPr lang="hu-HU" dirty="0"/>
              <a:t> rendszer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Risztások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Log információk</a:t>
            </a:r>
          </a:p>
        </p:txBody>
      </p:sp>
    </p:spTree>
    <p:extLst>
      <p:ext uri="{BB962C8B-B14F-4D97-AF65-F5344CB8AC3E}">
        <p14:creationId xmlns:p14="http://schemas.microsoft.com/office/powerpoint/2010/main" val="24708197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89BCC4AF-9F94-F029-4F10-ACF7F283D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6E4E10A-54CB-F5AD-13E1-0BCE59D68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57A811B-BC4D-8FE9-16F6-C0EE3CC0E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WRT300N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5320598E-F6ED-66C8-2044-E6023F072857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Wireless</a:t>
            </a:r>
            <a:r>
              <a:rPr lang="hu-HU" dirty="0"/>
              <a:t> Router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Router és </a:t>
            </a:r>
            <a:r>
              <a:rPr lang="hu-HU" dirty="0" err="1"/>
              <a:t>Switch</a:t>
            </a:r>
            <a:r>
              <a:rPr lang="hu-HU" dirty="0"/>
              <a:t> egyben</a:t>
            </a:r>
          </a:p>
        </p:txBody>
      </p:sp>
    </p:spTree>
    <p:extLst>
      <p:ext uri="{BB962C8B-B14F-4D97-AF65-F5344CB8AC3E}">
        <p14:creationId xmlns:p14="http://schemas.microsoft.com/office/powerpoint/2010/main" val="29104003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82CE50F6-5EA6-8343-2FBB-508CCD770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B61AC2E-70DA-D14F-4E8A-F9FCDFE9EA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21699BAE-4FA4-453F-3795-E2BBC40F7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ASA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D3A40C8-ECF2-9FFA-A054-250BC484ACF0}"/>
              </a:ext>
            </a:extLst>
          </p:cNvPr>
          <p:cNvSpPr txBox="1">
            <a:spLocks/>
          </p:cNvSpPr>
          <p:nvPr/>
        </p:nvSpPr>
        <p:spPr>
          <a:xfrm>
            <a:off x="720000" y="1346818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Tűzfal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Security</a:t>
            </a:r>
            <a:r>
              <a:rPr lang="hu-HU" dirty="0"/>
              <a:t> levelek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Csomagvizsgálat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Zónák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328868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CD381235-9D7F-A42E-4591-FB4362C95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E1A9D1F-D32B-A9A1-2500-15CF75E9B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E23C8-B58B-B042-B8A7-A7338E20D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ACL 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D7F3486A-3ED6-65B9-7421-9C6041E23994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Access </a:t>
            </a:r>
            <a:r>
              <a:rPr lang="hu-HU" dirty="0" err="1"/>
              <a:t>Control</a:t>
            </a:r>
            <a:r>
              <a:rPr lang="hu-HU" dirty="0"/>
              <a:t> List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Forrás-célcímek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Forgalomszűrés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Standard/</a:t>
            </a:r>
            <a:r>
              <a:rPr lang="hu-HU" dirty="0" err="1"/>
              <a:t>extended</a:t>
            </a:r>
            <a:r>
              <a:rPr lang="hu-H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30113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91E260D0-1D5A-66B1-DC98-222E0F760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A2303B5-0A9A-BFEF-594F-873C05982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2526F53-54A0-6A46-5512-567263C1A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HSRP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D0DB49B-AA50-041F-274E-5BCCB51D99F7}"/>
              </a:ext>
            </a:extLst>
          </p:cNvPr>
          <p:cNvSpPr txBox="1">
            <a:spLocks/>
          </p:cNvSpPr>
          <p:nvPr/>
        </p:nvSpPr>
        <p:spPr>
          <a:xfrm>
            <a:off x="720000" y="1346819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Redundancia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Virtuális </a:t>
            </a:r>
            <a:r>
              <a:rPr lang="hu-HU" dirty="0" err="1"/>
              <a:t>gateway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Aktív router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Standby</a:t>
            </a:r>
            <a:r>
              <a:rPr lang="hu-HU" dirty="0"/>
              <a:t> router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Priorítás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Preempt</a:t>
            </a:r>
            <a:r>
              <a:rPr lang="hu-H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528861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FB8883CA-572F-5A56-3957-A9CD0654A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84AA279-968D-4EA9-87F5-D13F255334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A248C82-047A-C0DE-7AC1-ED7BC5FD9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PAT 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D337729-6BFE-8837-CFDA-1C4D8C1BCC90}"/>
              </a:ext>
            </a:extLst>
          </p:cNvPr>
          <p:cNvSpPr txBox="1">
            <a:spLocks/>
          </p:cNvSpPr>
          <p:nvPr/>
        </p:nvSpPr>
        <p:spPr>
          <a:xfrm>
            <a:off x="720000" y="1367444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Inside</a:t>
            </a:r>
            <a:r>
              <a:rPr lang="hu-HU" dirty="0"/>
              <a:t> </a:t>
            </a:r>
            <a:r>
              <a:rPr lang="hu-HU" dirty="0" err="1"/>
              <a:t>global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Inside</a:t>
            </a:r>
            <a:r>
              <a:rPr lang="hu-HU" dirty="0"/>
              <a:t> local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Egy </a:t>
            </a:r>
            <a:r>
              <a:rPr lang="hu-HU" dirty="0" err="1"/>
              <a:t>publik</a:t>
            </a:r>
            <a:r>
              <a:rPr lang="hu-HU" dirty="0"/>
              <a:t> cím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Portszám</a:t>
            </a:r>
            <a:r>
              <a:rPr lang="hu-HU" dirty="0"/>
              <a:t> azonosítás </a:t>
            </a:r>
          </a:p>
        </p:txBody>
      </p:sp>
    </p:spTree>
    <p:extLst>
      <p:ext uri="{BB962C8B-B14F-4D97-AF65-F5344CB8AC3E}">
        <p14:creationId xmlns:p14="http://schemas.microsoft.com/office/powerpoint/2010/main" val="32747159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537CAD44-7450-659A-BF7F-EDC8566F4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F2B19E8-3F6B-51A3-3617-6481D90F82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D7F0A91C-BE6D-C1D9-CBDD-B968DA4FB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Port-</a:t>
            </a:r>
            <a:r>
              <a:rPr lang="hu-HU" dirty="0" err="1"/>
              <a:t>Security</a:t>
            </a:r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174D8B19-541B-0501-D7AA-11B07298D652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MAC-címek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Jogosulatlanok korlátozása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Violation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Sticky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Manuális helyreállítás</a:t>
            </a:r>
          </a:p>
        </p:txBody>
      </p:sp>
    </p:spTree>
    <p:extLst>
      <p:ext uri="{BB962C8B-B14F-4D97-AF65-F5344CB8AC3E}">
        <p14:creationId xmlns:p14="http://schemas.microsoft.com/office/powerpoint/2010/main" val="1729100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FD40F4FD-3DDA-8555-7818-9D6856CA7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3C8FD9DE-4C71-70B7-9561-6B52FD6EF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E4E20E9-3A4F-A0F5-D236-7C7C0EF60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VTP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A51EB1AA-42C4-790C-1296-6690C60F2449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VTP </a:t>
            </a:r>
            <a:r>
              <a:rPr lang="hu-HU" dirty="0" err="1"/>
              <a:t>domain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Server, </a:t>
            </a:r>
            <a:r>
              <a:rPr lang="hu-HU" dirty="0" err="1"/>
              <a:t>Client</a:t>
            </a:r>
            <a:r>
              <a:rPr lang="hu-HU" dirty="0"/>
              <a:t>, </a:t>
            </a:r>
            <a:r>
              <a:rPr lang="hu-HU" dirty="0" err="1"/>
              <a:t>Transparent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VLAN-ok központi kezelése </a:t>
            </a:r>
          </a:p>
        </p:txBody>
      </p:sp>
    </p:spTree>
    <p:extLst>
      <p:ext uri="{BB962C8B-B14F-4D97-AF65-F5344CB8AC3E}">
        <p14:creationId xmlns:p14="http://schemas.microsoft.com/office/powerpoint/2010/main" val="22777822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F0F95AA4-BD90-17AF-7ED6-5D48BF8E0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5DE6542-8088-0460-752B-680A40562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33EB658-6693-7834-004D-F947B30CD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DHCP </a:t>
            </a:r>
            <a:r>
              <a:rPr lang="hu-HU" dirty="0" err="1"/>
              <a:t>Snooping</a:t>
            </a:r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35296068-37B4-F60B-B268-035A68B8612A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Rouge DHCP szerverek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Trusted</a:t>
            </a:r>
            <a:r>
              <a:rPr lang="hu-HU" dirty="0"/>
              <a:t>/</a:t>
            </a:r>
            <a:r>
              <a:rPr lang="hu-HU" dirty="0" err="1"/>
              <a:t>untrusted</a:t>
            </a:r>
            <a:r>
              <a:rPr lang="hu-HU" dirty="0"/>
              <a:t> portok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Rate</a:t>
            </a:r>
            <a:r>
              <a:rPr lang="hu-HU" dirty="0"/>
              <a:t> limit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430018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39B5DDE3-5F10-A02D-8408-047AB86FB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9A90351-ED6A-4103-20AB-610B23B5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02736F5-5B4A-46E6-49DF-4E0FB4047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GRE 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D3761A9B-2252-4F17-1669-918FF2B0206E}"/>
              </a:ext>
            </a:extLst>
          </p:cNvPr>
          <p:cNvSpPr txBox="1">
            <a:spLocks/>
          </p:cNvSpPr>
          <p:nvPr/>
        </p:nvSpPr>
        <p:spPr>
          <a:xfrm>
            <a:off x="720000" y="1360568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Pont-pont kapcsolat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kapszulázásból</a:t>
            </a:r>
            <a:r>
              <a:rPr lang="hu-HU" dirty="0"/>
              <a:t> és </a:t>
            </a:r>
            <a:r>
              <a:rPr lang="hu-HU" dirty="0" err="1"/>
              <a:t>dekapszulázás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GRE-fejléc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Tunnel</a:t>
            </a:r>
            <a:r>
              <a:rPr lang="hu-HU" dirty="0"/>
              <a:t> cím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903552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75B9AEB4-96CC-7693-F29D-C171BBE76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2D0AC82-863B-BB1E-1345-1B6F99503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0A6D1E5-F1D1-2991-1318-CBCACA24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DHCP </a:t>
            </a:r>
            <a:r>
              <a:rPr lang="hu-HU" dirty="0" err="1"/>
              <a:t>Relay-Agent</a:t>
            </a:r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A93DCEC7-767C-E31B-CB67-49B903B3E581}"/>
              </a:ext>
            </a:extLst>
          </p:cNvPr>
          <p:cNvSpPr txBox="1">
            <a:spLocks/>
          </p:cNvSpPr>
          <p:nvPr/>
        </p:nvSpPr>
        <p:spPr>
          <a:xfrm>
            <a:off x="664998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Más hálózat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Broadcast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Unicast</a:t>
            </a:r>
            <a:r>
              <a:rPr lang="hu-HU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Ip</a:t>
            </a:r>
            <a:r>
              <a:rPr lang="hu-HU" dirty="0"/>
              <a:t>-fejléc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6245501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35456805-F5C2-4F86-E98A-DB8F7B6BB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19F9A24-0DF2-D588-192F-685157D66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D4288B3B-7FFC-1E81-4633-154D29006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 err="1"/>
              <a:t>AccessPoint</a:t>
            </a:r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16A0760B-CF8E-4AC2-1DA6-9A3F3D6707F6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Vezeték nélküli hozzáférési pont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Wifi szabályok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Vezetékesen vezeték nélkül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Híd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371839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429250A3-F81C-9A16-992F-B28AD4BD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A79EC304-75B7-DA28-F25E-D5D80EF6B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991681B-1A11-AD09-BBB7-3E13CD741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OSPFv2 OSPFv3 és IPv6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1236CFC7-1361-BFBC-DF46-18CAE2AB903D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interfészen külön engedélyezni kell a protokollt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Link-lokál cím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Area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Dual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 – gyors konvergencia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Zökkenőmentes átállás</a:t>
            </a:r>
          </a:p>
        </p:txBody>
      </p:sp>
    </p:spTree>
    <p:extLst>
      <p:ext uri="{BB962C8B-B14F-4D97-AF65-F5344CB8AC3E}">
        <p14:creationId xmlns:p14="http://schemas.microsoft.com/office/powerpoint/2010/main" val="14752262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0DCEB55D-ABC7-4B0C-FA3C-B5531AEA8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3A62780-01AE-2459-3BC9-173A60C7B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19E06BE-D0F6-2BBD-7D93-AF83A5CE3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 err="1"/>
              <a:t>VoIP</a:t>
            </a:r>
            <a:endParaRPr lang="hu-HU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65D9C107-3998-E63A-4137-BE027C692AEE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Hang és adatforgalom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Hang digitális csomagjai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Belső hívások teljesen ingyenesek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Bővéthető rendszer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TFTP szerver</a:t>
            </a:r>
          </a:p>
        </p:txBody>
      </p:sp>
    </p:spTree>
    <p:extLst>
      <p:ext uri="{BB962C8B-B14F-4D97-AF65-F5344CB8AC3E}">
        <p14:creationId xmlns:p14="http://schemas.microsoft.com/office/powerpoint/2010/main" val="19773007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6D4C97BE-194F-AF0D-E56C-349896F64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7977A64-244C-00F2-D00A-18CBDFED6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BC229DF-DC53-416D-E40E-AA9BC8951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TFTP szerver 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F505DDD4-D904-BB2D-EEE2-DFA79BAC5DC0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UDP – fájlátvitel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Központi </a:t>
            </a:r>
            <a:r>
              <a:rPr lang="hu-HU" dirty="0" err="1"/>
              <a:t>konfigok</a:t>
            </a:r>
            <a:r>
              <a:rPr lang="hu-HU" dirty="0"/>
              <a:t> mentése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PNETLab</a:t>
            </a:r>
            <a:endParaRPr lang="hu-H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Ubuntu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707946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FE960091-EB00-7214-478F-E5DF6FF6D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F199CEC-C12B-90CA-BCE2-2A780C9D9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92A394E-36C7-A7BE-14B4-83ADC8FF0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OSPF cost érték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375E5635-F61E-14BE-3D00-0E3E9B941E0D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Kisebb = jobb útvonal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Terheléselosztás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Redundancia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0057349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7481F452-81D0-4424-7557-8910A4943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156C7E7-ACB3-2DCE-C6EA-A723AE33F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3019FB7-C449-D543-B7D5-5175945FF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CHAP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0FFA6D9C-F095-1DEC-8EF3-919DFC7FF506}"/>
              </a:ext>
            </a:extLst>
          </p:cNvPr>
          <p:cNvSpPr txBox="1">
            <a:spLocks/>
          </p:cNvSpPr>
          <p:nvPr/>
        </p:nvSpPr>
        <p:spPr>
          <a:xfrm>
            <a:off x="720000" y="1346819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PPP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Kétirányú hitelesítés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Háromlépcsős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Hashelt</a:t>
            </a:r>
            <a:r>
              <a:rPr lang="hu-HU" dirty="0"/>
              <a:t> jelszó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OSPF kommunikáció biztosítása </a:t>
            </a:r>
          </a:p>
        </p:txBody>
      </p:sp>
    </p:spTree>
    <p:extLst>
      <p:ext uri="{BB962C8B-B14F-4D97-AF65-F5344CB8AC3E}">
        <p14:creationId xmlns:p14="http://schemas.microsoft.com/office/powerpoint/2010/main" val="6108653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>
          <a:extLst>
            <a:ext uri="{FF2B5EF4-FFF2-40B4-BE49-F238E27FC236}">
              <a16:creationId xmlns:a16="http://schemas.microsoft.com/office/drawing/2014/main" id="{67C73F7A-7DF7-7BA6-93B5-2B0DF9E70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képernyőkép, Grafika, Betűtípus, emblém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A6780D2A-89AC-5037-4296-05C41A414A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614" y="4218208"/>
            <a:ext cx="1174947" cy="117494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289E52F2-D170-96C3-EB6F-F2DAA8CD1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</p:spPr>
        <p:txBody>
          <a:bodyPr/>
          <a:lstStyle/>
          <a:p>
            <a:r>
              <a:rPr lang="hu-HU" dirty="0"/>
              <a:t>VLAN1 hatástalanítás</a:t>
            </a:r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80A3FC1B-96FC-0E59-20F2-7327477C1603}"/>
              </a:ext>
            </a:extLst>
          </p:cNvPr>
          <p:cNvSpPr txBox="1">
            <a:spLocks/>
          </p:cNvSpPr>
          <p:nvPr/>
        </p:nvSpPr>
        <p:spPr>
          <a:xfrm>
            <a:off x="720000" y="1326193"/>
            <a:ext cx="7495850" cy="325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Grotesk"/>
              <a:buNone/>
              <a:defRPr sz="300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Biztonsági kockázat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 err="1"/>
              <a:t>Native</a:t>
            </a:r>
            <a:r>
              <a:rPr lang="hu-HU" dirty="0"/>
              <a:t> VLAN támadások elleni védelem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Hálózati szegmentáció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u-HU" dirty="0"/>
              <a:t>Best </a:t>
            </a:r>
            <a:r>
              <a:rPr lang="hu-HU" dirty="0" err="1"/>
              <a:t>practice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80564163"/>
      </p:ext>
    </p:extLst>
  </p:cSld>
  <p:clrMapOvr>
    <a:masterClrMapping/>
  </p:clrMapOvr>
</p:sld>
</file>

<file path=ppt/theme/theme1.xml><?xml version="1.0" encoding="utf-8"?>
<a:theme xmlns:a="http://schemas.openxmlformats.org/drawingml/2006/main" name="Data Migration Project Proposal by Slidesgo">
  <a:themeElements>
    <a:clrScheme name="Simple Light">
      <a:dk1>
        <a:srgbClr val="241160"/>
      </a:dk1>
      <a:lt1>
        <a:srgbClr val="FFFFFF"/>
      </a:lt1>
      <a:dk2>
        <a:srgbClr val="E2E4FC"/>
      </a:dk2>
      <a:lt2>
        <a:srgbClr val="8861F1"/>
      </a:lt2>
      <a:accent1>
        <a:srgbClr val="545EEA"/>
      </a:accent1>
      <a:accent2>
        <a:srgbClr val="0B9CDC"/>
      </a:accent2>
      <a:accent3>
        <a:srgbClr val="01CFE6"/>
      </a:accent3>
      <a:accent4>
        <a:srgbClr val="FFFFFF"/>
      </a:accent4>
      <a:accent5>
        <a:srgbClr val="FFFFFF"/>
      </a:accent5>
      <a:accent6>
        <a:srgbClr val="FFFFFF"/>
      </a:accent6>
      <a:hlink>
        <a:srgbClr val="24116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</TotalTime>
  <Words>457</Words>
  <Application>Microsoft Office PowerPoint</Application>
  <PresentationFormat>Diavetítés a képernyőre (16:9 oldalarány)</PresentationFormat>
  <Paragraphs>184</Paragraphs>
  <Slides>40</Slides>
  <Notes>37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8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40</vt:i4>
      </vt:variant>
    </vt:vector>
  </HeadingPairs>
  <TitlesOfParts>
    <vt:vector size="49" baseType="lpstr">
      <vt:lpstr>Arial</vt:lpstr>
      <vt:lpstr>Open Sans</vt:lpstr>
      <vt:lpstr>Cairo</vt:lpstr>
      <vt:lpstr>Space Grotesk</vt:lpstr>
      <vt:lpstr>Anaheim</vt:lpstr>
      <vt:lpstr>Nunito Light</vt:lpstr>
      <vt:lpstr>Space Grotesk Medium</vt:lpstr>
      <vt:lpstr>Raleway</vt:lpstr>
      <vt:lpstr>Data Migration Project Proposal by Slidesgo</vt:lpstr>
      <vt:lpstr>Telekom hálózata</vt:lpstr>
      <vt:lpstr>A csapat tagjai :</vt:lpstr>
      <vt:lpstr>Horváth Márk</vt:lpstr>
      <vt:lpstr>Braun Dénes</vt:lpstr>
      <vt:lpstr>Tőzsér Barnabás</vt:lpstr>
      <vt:lpstr>Szolgáltatásaink:</vt:lpstr>
      <vt:lpstr>Megbízás:</vt:lpstr>
      <vt:lpstr>Topológia</vt:lpstr>
      <vt:lpstr>PowerPoint-bemutató</vt:lpstr>
      <vt:lpstr>PowerPoint-bemutató</vt:lpstr>
      <vt:lpstr>Debrecen</vt:lpstr>
      <vt:lpstr>Szeged_tehcnologiai_telephely</vt:lpstr>
      <vt:lpstr>Szeged Titkárság</vt:lpstr>
      <vt:lpstr>Home Office</vt:lpstr>
      <vt:lpstr>STP</vt:lpstr>
      <vt:lpstr>Etherchannel</vt:lpstr>
      <vt:lpstr>VLAN</vt:lpstr>
      <vt:lpstr>Multi-Area OSPF</vt:lpstr>
      <vt:lpstr>SSH</vt:lpstr>
      <vt:lpstr>Multilayer Switch </vt:lpstr>
      <vt:lpstr>RADIUS</vt:lpstr>
      <vt:lpstr>NTP</vt:lpstr>
      <vt:lpstr>SYSLOG </vt:lpstr>
      <vt:lpstr>WRT300N</vt:lpstr>
      <vt:lpstr>ASA</vt:lpstr>
      <vt:lpstr>ACL </vt:lpstr>
      <vt:lpstr>HSRP</vt:lpstr>
      <vt:lpstr>PAT </vt:lpstr>
      <vt:lpstr>Port-Security</vt:lpstr>
      <vt:lpstr>VTP</vt:lpstr>
      <vt:lpstr>DHCP Snooping</vt:lpstr>
      <vt:lpstr>GRE </vt:lpstr>
      <vt:lpstr>DHCP Relay-Agent</vt:lpstr>
      <vt:lpstr>AccessPoint</vt:lpstr>
      <vt:lpstr>OSPFv2 OSPFv3 és IPv6</vt:lpstr>
      <vt:lpstr>VoIP</vt:lpstr>
      <vt:lpstr>TFTP szerver </vt:lpstr>
      <vt:lpstr>OSPF cost érték</vt:lpstr>
      <vt:lpstr>CHAP</vt:lpstr>
      <vt:lpstr>VLAN1 hatástalanítás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Barnabás</dc:creator>
  <cp:lastModifiedBy>Marco Horvath</cp:lastModifiedBy>
  <cp:revision>28</cp:revision>
  <dcterms:modified xsi:type="dcterms:W3CDTF">2026-05-01T10:32:31Z</dcterms:modified>
</cp:coreProperties>
</file>