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 id="2147483675" r:id="rId2"/>
  </p:sldMasterIdLst>
  <p:notesMasterIdLst>
    <p:notesMasterId r:id="rId55"/>
  </p:notesMasterIdLst>
  <p:sldIdLst>
    <p:sldId id="256" r:id="rId3"/>
    <p:sldId id="258" r:id="rId4"/>
    <p:sldId id="297" r:id="rId5"/>
    <p:sldId id="298" r:id="rId6"/>
    <p:sldId id="299" r:id="rId7"/>
    <p:sldId id="264" r:id="rId8"/>
    <p:sldId id="259" r:id="rId9"/>
    <p:sldId id="260" r:id="rId10"/>
    <p:sldId id="296" r:id="rId11"/>
    <p:sldId id="300" r:id="rId12"/>
    <p:sldId id="306" r:id="rId13"/>
    <p:sldId id="307" r:id="rId14"/>
    <p:sldId id="308" r:id="rId15"/>
    <p:sldId id="301" r:id="rId16"/>
    <p:sldId id="302" r:id="rId17"/>
    <p:sldId id="303" r:id="rId18"/>
    <p:sldId id="305" r:id="rId19"/>
    <p:sldId id="304" r:id="rId20"/>
    <p:sldId id="262" r:id="rId21"/>
    <p:sldId id="261" r:id="rId22"/>
    <p:sldId id="263"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 id="294" r:id="rId53"/>
    <p:sldId id="295" r:id="rId54"/>
  </p:sldIdLst>
  <p:sldSz cx="9144000" cy="5143500" type="screen16x9"/>
  <p:notesSz cx="6858000" cy="9144000"/>
  <p:embeddedFontLst>
    <p:embeddedFont>
      <p:font typeface="Amatic SC" panose="00000500000000000000" pitchFamily="2" charset="-79"/>
      <p:regular r:id="rId56"/>
      <p:bold r:id="rId57"/>
    </p:embeddedFont>
    <p:embeddedFont>
      <p:font typeface="Anaheim" panose="020B0604020202020204" charset="-18"/>
      <p:regular r:id="rId58"/>
      <p:bold r:id="rId59"/>
    </p:embeddedFont>
    <p:embeddedFont>
      <p:font typeface="Cairo" panose="020B0604020202020204" charset="-78"/>
      <p:regular r:id="rId60"/>
      <p:bold r:id="rId61"/>
    </p:embeddedFont>
    <p:embeddedFont>
      <p:font typeface="Nunito Light" pitchFamily="2" charset="-18"/>
      <p:regular r:id="rId62"/>
      <p:italic r:id="rId63"/>
    </p:embeddedFont>
    <p:embeddedFont>
      <p:font typeface="Open Sans" panose="020B0606030504020204" pitchFamily="34" charset="0"/>
      <p:regular r:id="rId64"/>
      <p:bold r:id="rId65"/>
      <p:italic r:id="rId66"/>
      <p:boldItalic r:id="rId67"/>
    </p:embeddedFont>
    <p:embeddedFont>
      <p:font typeface="Proxima Nova" panose="020B0604020202020204" charset="0"/>
      <p:regular r:id="rId68"/>
      <p:bold r:id="rId69"/>
      <p:italic r:id="rId70"/>
      <p:boldItalic r:id="rId71"/>
    </p:embeddedFont>
    <p:embeddedFont>
      <p:font typeface="PT Sans" panose="020B0503020203020204" pitchFamily="34" charset="-18"/>
      <p:regular r:id="rId72"/>
      <p:bold r:id="rId73"/>
      <p:italic r:id="rId74"/>
      <p:boldItalic r:id="rId75"/>
    </p:embeddedFont>
    <p:embeddedFont>
      <p:font typeface="Raleway" pitchFamily="2" charset="-18"/>
      <p:regular r:id="rId76"/>
      <p:bold r:id="rId77"/>
      <p:italic r:id="rId78"/>
      <p:boldItalic r:id="rId79"/>
    </p:embeddedFont>
    <p:embeddedFont>
      <p:font typeface="Roboto Medium" panose="02000000000000000000" pitchFamily="2" charset="0"/>
      <p:regular r:id="rId80"/>
      <p:bold r:id="rId81"/>
      <p:italic r:id="rId82"/>
      <p:boldItalic r:id="rId83"/>
    </p:embeddedFont>
    <p:embeddedFont>
      <p:font typeface="Space Grotesk" panose="020B0604020202020204" charset="-18"/>
      <p:regular r:id="rId84"/>
      <p:bold r:id="rId85"/>
    </p:embeddedFont>
    <p:embeddedFont>
      <p:font typeface="Space Grotesk Medium" panose="020B0604020202020204" charset="-18"/>
      <p:regular r:id="rId86"/>
      <p:bold r:id="rId8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C5D0E2D-1C28-470B-8DD2-6166CC42CB1D}" v="19" dt="2026-03-27T08:08:18.204"/>
  </p1510:revLst>
</p1510:revInfo>
</file>

<file path=ppt/tableStyles.xml><?xml version="1.0" encoding="utf-8"?>
<a:tblStyleLst xmlns:a="http://schemas.openxmlformats.org/drawingml/2006/main" def="{EA2DB825-3765-4119-8AAE-AA9EF05FCD05}">
  <a:tblStyle styleId="{EA2DB825-3765-4119-8AAE-AA9EF05FCD0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DEA0FF39-183A-48A0-943C-5F7EB11CAE00}"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2" d="100"/>
          <a:sy n="82" d="100"/>
        </p:scale>
        <p:origin x="780" y="-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8.fntdata"/><Relationship Id="rId68" Type="http://schemas.openxmlformats.org/officeDocument/2006/relationships/font" Target="fonts/font13.fntdata"/><Relationship Id="rId84" Type="http://schemas.openxmlformats.org/officeDocument/2006/relationships/font" Target="fonts/font29.fntdata"/><Relationship Id="rId89"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font" Target="fonts/font3.fntdata"/><Relationship Id="rId74" Type="http://schemas.openxmlformats.org/officeDocument/2006/relationships/font" Target="fonts/font19.fntdata"/><Relationship Id="rId79" Type="http://schemas.openxmlformats.org/officeDocument/2006/relationships/font" Target="fonts/font24.fntdata"/><Relationship Id="rId5" Type="http://schemas.openxmlformats.org/officeDocument/2006/relationships/slide" Target="slides/slide3.xml"/><Relationship Id="rId90" Type="http://schemas.openxmlformats.org/officeDocument/2006/relationships/theme" Target="theme/theme1.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font" Target="fonts/font9.fntdata"/><Relationship Id="rId69" Type="http://schemas.openxmlformats.org/officeDocument/2006/relationships/font" Target="fonts/font14.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7.fntdata"/><Relationship Id="rId80" Type="http://schemas.openxmlformats.org/officeDocument/2006/relationships/font" Target="fonts/font25.fntdata"/><Relationship Id="rId85" Type="http://schemas.openxmlformats.org/officeDocument/2006/relationships/font" Target="fonts/font30.fntdata"/><Relationship Id="rId93" Type="http://schemas.microsoft.com/office/2015/10/relationships/revisionInfo" Target="revisionInfo.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4.fntdata"/><Relationship Id="rId67" Type="http://schemas.openxmlformats.org/officeDocument/2006/relationships/font" Target="fonts/font12.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7.fntdata"/><Relationship Id="rId70" Type="http://schemas.openxmlformats.org/officeDocument/2006/relationships/font" Target="fonts/font15.fntdata"/><Relationship Id="rId75" Type="http://schemas.openxmlformats.org/officeDocument/2006/relationships/font" Target="fonts/font20.fntdata"/><Relationship Id="rId83" Type="http://schemas.openxmlformats.org/officeDocument/2006/relationships/font" Target="fonts/font28.fntdata"/><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2.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5.fntdata"/><Relationship Id="rId65" Type="http://schemas.openxmlformats.org/officeDocument/2006/relationships/font" Target="fonts/font10.fntdata"/><Relationship Id="rId73" Type="http://schemas.openxmlformats.org/officeDocument/2006/relationships/font" Target="fonts/font18.fntdata"/><Relationship Id="rId78" Type="http://schemas.openxmlformats.org/officeDocument/2006/relationships/font" Target="fonts/font23.fntdata"/><Relationship Id="rId81" Type="http://schemas.openxmlformats.org/officeDocument/2006/relationships/font" Target="fonts/font26.fntdata"/><Relationship Id="rId86" Type="http://schemas.openxmlformats.org/officeDocument/2006/relationships/font" Target="fonts/font31.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notesMaster" Target="notesMasters/notesMaster1.xml"/><Relationship Id="rId76" Type="http://schemas.openxmlformats.org/officeDocument/2006/relationships/font" Target="fonts/font21.fntdata"/><Relationship Id="rId7" Type="http://schemas.openxmlformats.org/officeDocument/2006/relationships/slide" Target="slides/slide5.xml"/><Relationship Id="rId71" Type="http://schemas.openxmlformats.org/officeDocument/2006/relationships/font" Target="fonts/font16.fntdata"/><Relationship Id="rId92" Type="http://schemas.microsoft.com/office/2016/11/relationships/changesInfo" Target="changesInfos/changesInfo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1.fntdata"/><Relationship Id="rId87" Type="http://schemas.openxmlformats.org/officeDocument/2006/relationships/font" Target="fonts/font32.fntdata"/><Relationship Id="rId61" Type="http://schemas.openxmlformats.org/officeDocument/2006/relationships/font" Target="fonts/font6.fntdata"/><Relationship Id="rId82" Type="http://schemas.openxmlformats.org/officeDocument/2006/relationships/font" Target="fonts/font27.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font" Target="fonts/font1.fntdata"/><Relationship Id="rId77" Type="http://schemas.openxmlformats.org/officeDocument/2006/relationships/font" Target="fonts/font2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o Horvath" userId="c8f733021e31105b" providerId="LiveId" clId="{57863267-AD90-4972-9D96-ACBEE38F12D9}"/>
    <pc:docChg chg="undo custSel addSld delSld modSld">
      <pc:chgData name="Marco Horvath" userId="c8f733021e31105b" providerId="LiveId" clId="{57863267-AD90-4972-9D96-ACBEE38F12D9}" dt="2026-03-27T08:09:22.398" v="527" actId="1076"/>
      <pc:docMkLst>
        <pc:docMk/>
      </pc:docMkLst>
      <pc:sldChg chg="addSp delSp modSp mod">
        <pc:chgData name="Marco Horvath" userId="c8f733021e31105b" providerId="LiveId" clId="{57863267-AD90-4972-9D96-ACBEE38F12D9}" dt="2026-03-27T07:55:58.828" v="147" actId="1076"/>
        <pc:sldMkLst>
          <pc:docMk/>
          <pc:sldMk cId="3576792341" sldId="300"/>
        </pc:sldMkLst>
        <pc:picChg chg="add mod">
          <ac:chgData name="Marco Horvath" userId="c8f733021e31105b" providerId="LiveId" clId="{57863267-AD90-4972-9D96-ACBEE38F12D9}" dt="2026-03-27T07:55:58.828" v="147" actId="1076"/>
          <ac:picMkLst>
            <pc:docMk/>
            <pc:sldMk cId="3576792341" sldId="300"/>
            <ac:picMk id="4" creationId="{12A36271-748A-BC7D-3B24-781FE43496C5}"/>
          </ac:picMkLst>
        </pc:picChg>
        <pc:picChg chg="add del mod">
          <ac:chgData name="Marco Horvath" userId="c8f733021e31105b" providerId="LiveId" clId="{57863267-AD90-4972-9D96-ACBEE38F12D9}" dt="2026-03-27T07:54:12.923" v="129" actId="478"/>
          <ac:picMkLst>
            <pc:docMk/>
            <pc:sldMk cId="3576792341" sldId="300"/>
            <ac:picMk id="5" creationId="{1D73C88B-8AE7-6AF1-28AD-21122D432A74}"/>
          </ac:picMkLst>
        </pc:picChg>
      </pc:sldChg>
      <pc:sldChg chg="addSp delSp modSp new mod">
        <pc:chgData name="Marco Horvath" userId="c8f733021e31105b" providerId="LiveId" clId="{57863267-AD90-4972-9D96-ACBEE38F12D9}" dt="2026-03-27T08:02:06.509" v="219" actId="20577"/>
        <pc:sldMkLst>
          <pc:docMk/>
          <pc:sldMk cId="727757589" sldId="306"/>
        </pc:sldMkLst>
        <pc:spChg chg="mod">
          <ac:chgData name="Marco Horvath" userId="c8f733021e31105b" providerId="LiveId" clId="{57863267-AD90-4972-9D96-ACBEE38F12D9}" dt="2026-03-27T07:58:29.620" v="184" actId="20577"/>
          <ac:spMkLst>
            <pc:docMk/>
            <pc:sldMk cId="727757589" sldId="306"/>
            <ac:spMk id="2" creationId="{5062E624-2E14-E491-0D1E-1624D0965541}"/>
          </ac:spMkLst>
        </pc:spChg>
        <pc:spChg chg="del">
          <ac:chgData name="Marco Horvath" userId="c8f733021e31105b" providerId="LiveId" clId="{57863267-AD90-4972-9D96-ACBEE38F12D9}" dt="2026-03-27T07:54:43.768" v="136" actId="478"/>
          <ac:spMkLst>
            <pc:docMk/>
            <pc:sldMk cId="727757589" sldId="306"/>
            <ac:spMk id="3" creationId="{6E4826D3-ED5A-9C91-4333-9F1A1D709C5D}"/>
          </ac:spMkLst>
        </pc:spChg>
        <pc:spChg chg="del">
          <ac:chgData name="Marco Horvath" userId="c8f733021e31105b" providerId="LiveId" clId="{57863267-AD90-4972-9D96-ACBEE38F12D9}" dt="2026-03-27T07:54:43.768" v="136" actId="478"/>
          <ac:spMkLst>
            <pc:docMk/>
            <pc:sldMk cId="727757589" sldId="306"/>
            <ac:spMk id="4" creationId="{9FEC61FF-EDA0-B58D-46A7-40DB76F061F0}"/>
          </ac:spMkLst>
        </pc:spChg>
        <pc:spChg chg="del">
          <ac:chgData name="Marco Horvath" userId="c8f733021e31105b" providerId="LiveId" clId="{57863267-AD90-4972-9D96-ACBEE38F12D9}" dt="2026-03-27T07:54:43.768" v="136" actId="478"/>
          <ac:spMkLst>
            <pc:docMk/>
            <pc:sldMk cId="727757589" sldId="306"/>
            <ac:spMk id="5" creationId="{63C4AEE1-5B9B-DD6A-144C-DCC58A8A2612}"/>
          </ac:spMkLst>
        </pc:spChg>
        <pc:spChg chg="del">
          <ac:chgData name="Marco Horvath" userId="c8f733021e31105b" providerId="LiveId" clId="{57863267-AD90-4972-9D96-ACBEE38F12D9}" dt="2026-03-27T07:54:43.768" v="136" actId="478"/>
          <ac:spMkLst>
            <pc:docMk/>
            <pc:sldMk cId="727757589" sldId="306"/>
            <ac:spMk id="6" creationId="{FCBF4FE5-34BD-21C8-9B2C-01405088CF88}"/>
          </ac:spMkLst>
        </pc:spChg>
        <pc:spChg chg="del">
          <ac:chgData name="Marco Horvath" userId="c8f733021e31105b" providerId="LiveId" clId="{57863267-AD90-4972-9D96-ACBEE38F12D9}" dt="2026-03-27T07:54:43.768" v="136" actId="478"/>
          <ac:spMkLst>
            <pc:docMk/>
            <pc:sldMk cId="727757589" sldId="306"/>
            <ac:spMk id="7" creationId="{40851BD0-314D-2997-DAE5-BE300C23E1F3}"/>
          </ac:spMkLst>
        </pc:spChg>
        <pc:spChg chg="del">
          <ac:chgData name="Marco Horvath" userId="c8f733021e31105b" providerId="LiveId" clId="{57863267-AD90-4972-9D96-ACBEE38F12D9}" dt="2026-03-27T07:54:43.768" v="136" actId="478"/>
          <ac:spMkLst>
            <pc:docMk/>
            <pc:sldMk cId="727757589" sldId="306"/>
            <ac:spMk id="8" creationId="{BD8753DC-BBD1-18C0-51C3-47A05B3E4568}"/>
          </ac:spMkLst>
        </pc:spChg>
        <pc:spChg chg="del">
          <ac:chgData name="Marco Horvath" userId="c8f733021e31105b" providerId="LiveId" clId="{57863267-AD90-4972-9D96-ACBEE38F12D9}" dt="2026-03-27T07:54:43.768" v="136" actId="478"/>
          <ac:spMkLst>
            <pc:docMk/>
            <pc:sldMk cId="727757589" sldId="306"/>
            <ac:spMk id="9" creationId="{535F99D8-28FA-24B7-B090-46426013A603}"/>
          </ac:spMkLst>
        </pc:spChg>
        <pc:spChg chg="del">
          <ac:chgData name="Marco Horvath" userId="c8f733021e31105b" providerId="LiveId" clId="{57863267-AD90-4972-9D96-ACBEE38F12D9}" dt="2026-03-27T07:54:43.768" v="136" actId="478"/>
          <ac:spMkLst>
            <pc:docMk/>
            <pc:sldMk cId="727757589" sldId="306"/>
            <ac:spMk id="10" creationId="{D145CA6C-4691-CEFE-3B35-867D17959F57}"/>
          </ac:spMkLst>
        </pc:spChg>
        <pc:spChg chg="del">
          <ac:chgData name="Marco Horvath" userId="c8f733021e31105b" providerId="LiveId" clId="{57863267-AD90-4972-9D96-ACBEE38F12D9}" dt="2026-03-27T07:54:48.395" v="137" actId="478"/>
          <ac:spMkLst>
            <pc:docMk/>
            <pc:sldMk cId="727757589" sldId="306"/>
            <ac:spMk id="11" creationId="{1163C368-230F-30C3-28A3-75313011A0F0}"/>
          </ac:spMkLst>
        </pc:spChg>
        <pc:spChg chg="del">
          <ac:chgData name="Marco Horvath" userId="c8f733021e31105b" providerId="LiveId" clId="{57863267-AD90-4972-9D96-ACBEE38F12D9}" dt="2026-03-27T07:54:48.395" v="137" actId="478"/>
          <ac:spMkLst>
            <pc:docMk/>
            <pc:sldMk cId="727757589" sldId="306"/>
            <ac:spMk id="12" creationId="{6647EBE0-15AB-372A-257E-F24E3803710E}"/>
          </ac:spMkLst>
        </pc:spChg>
        <pc:spChg chg="del">
          <ac:chgData name="Marco Horvath" userId="c8f733021e31105b" providerId="LiveId" clId="{57863267-AD90-4972-9D96-ACBEE38F12D9}" dt="2026-03-27T07:54:48.395" v="137" actId="478"/>
          <ac:spMkLst>
            <pc:docMk/>
            <pc:sldMk cId="727757589" sldId="306"/>
            <ac:spMk id="13" creationId="{9D828726-A5A6-4A32-1EFB-7936DFE1972C}"/>
          </ac:spMkLst>
        </pc:spChg>
        <pc:spChg chg="del">
          <ac:chgData name="Marco Horvath" userId="c8f733021e31105b" providerId="LiveId" clId="{57863267-AD90-4972-9D96-ACBEE38F12D9}" dt="2026-03-27T07:54:48.395" v="137" actId="478"/>
          <ac:spMkLst>
            <pc:docMk/>
            <pc:sldMk cId="727757589" sldId="306"/>
            <ac:spMk id="14" creationId="{B74DD61E-9650-C10D-BA4E-D657256FB8DC}"/>
          </ac:spMkLst>
        </pc:spChg>
        <pc:spChg chg="add del mod">
          <ac:chgData name="Marco Horvath" userId="c8f733021e31105b" providerId="LiveId" clId="{57863267-AD90-4972-9D96-ACBEE38F12D9}" dt="2026-03-27T07:55:47.691" v="143"/>
          <ac:spMkLst>
            <pc:docMk/>
            <pc:sldMk cId="727757589" sldId="306"/>
            <ac:spMk id="15" creationId="{65107C8C-8019-3A8C-44DF-3A4294D94147}"/>
          </ac:spMkLst>
        </pc:spChg>
        <pc:spChg chg="add mod">
          <ac:chgData name="Marco Horvath" userId="c8f733021e31105b" providerId="LiveId" clId="{57863267-AD90-4972-9D96-ACBEE38F12D9}" dt="2026-03-27T08:02:06.509" v="219" actId="20577"/>
          <ac:spMkLst>
            <pc:docMk/>
            <pc:sldMk cId="727757589" sldId="306"/>
            <ac:spMk id="17" creationId="{33D703BE-4852-F48D-41AF-52AC10CDD1A4}"/>
          </ac:spMkLst>
        </pc:spChg>
        <pc:spChg chg="add">
          <ac:chgData name="Marco Horvath" userId="c8f733021e31105b" providerId="LiveId" clId="{57863267-AD90-4972-9D96-ACBEE38F12D9}" dt="2026-03-27T08:01:20.123" v="207"/>
          <ac:spMkLst>
            <pc:docMk/>
            <pc:sldMk cId="727757589" sldId="306"/>
            <ac:spMk id="20" creationId="{FA1EA6B2-0F04-5AA0-A3B2-7AC4ABB78F65}"/>
          </ac:spMkLst>
        </pc:spChg>
        <pc:spChg chg="add mod">
          <ac:chgData name="Marco Horvath" userId="c8f733021e31105b" providerId="LiveId" clId="{57863267-AD90-4972-9D96-ACBEE38F12D9}" dt="2026-03-27T08:01:32.151" v="209" actId="14100"/>
          <ac:spMkLst>
            <pc:docMk/>
            <pc:sldMk cId="727757589" sldId="306"/>
            <ac:spMk id="21" creationId="{CDC06657-D55F-56B0-DB82-763AF99EE157}"/>
          </ac:spMkLst>
        </pc:spChg>
        <pc:picChg chg="add del mod">
          <ac:chgData name="Marco Horvath" userId="c8f733021e31105b" providerId="LiveId" clId="{57863267-AD90-4972-9D96-ACBEE38F12D9}" dt="2026-03-27T08:00:24.284" v="204" actId="21"/>
          <ac:picMkLst>
            <pc:docMk/>
            <pc:sldMk cId="727757589" sldId="306"/>
            <ac:picMk id="19" creationId="{9D48E92B-E2BB-09E8-7AE1-E062B792B680}"/>
          </ac:picMkLst>
        </pc:picChg>
        <pc:picChg chg="add del">
          <ac:chgData name="Marco Horvath" userId="c8f733021e31105b" providerId="LiveId" clId="{57863267-AD90-4972-9D96-ACBEE38F12D9}" dt="2026-03-27T08:01:55.902" v="215" actId="478"/>
          <ac:picMkLst>
            <pc:docMk/>
            <pc:sldMk cId="727757589" sldId="306"/>
            <ac:picMk id="23" creationId="{22132BFF-AF18-C876-94F1-FB930AFA49A9}"/>
          </ac:picMkLst>
        </pc:picChg>
        <pc:picChg chg="add del">
          <ac:chgData name="Marco Horvath" userId="c8f733021e31105b" providerId="LiveId" clId="{57863267-AD90-4972-9D96-ACBEE38F12D9}" dt="2026-03-27T08:01:54.193" v="214" actId="478"/>
          <ac:picMkLst>
            <pc:docMk/>
            <pc:sldMk cId="727757589" sldId="306"/>
            <ac:picMk id="25" creationId="{8B900D0C-47BA-26F1-1ACA-19C74FF9B24D}"/>
          </ac:picMkLst>
        </pc:picChg>
        <pc:picChg chg="add mod">
          <ac:chgData name="Marco Horvath" userId="c8f733021e31105b" providerId="LiveId" clId="{57863267-AD90-4972-9D96-ACBEE38F12D9}" dt="2026-03-27T08:02:04.560" v="218" actId="1076"/>
          <ac:picMkLst>
            <pc:docMk/>
            <pc:sldMk cId="727757589" sldId="306"/>
            <ac:picMk id="27" creationId="{33F3E5AE-676F-838A-1087-3A10EDCB1757}"/>
          </ac:picMkLst>
        </pc:picChg>
      </pc:sldChg>
      <pc:sldChg chg="addSp delSp modSp new mod">
        <pc:chgData name="Marco Horvath" userId="c8f733021e31105b" providerId="LiveId" clId="{57863267-AD90-4972-9D96-ACBEE38F12D9}" dt="2026-03-27T08:08:26.388" v="467" actId="1076"/>
        <pc:sldMkLst>
          <pc:docMk/>
          <pc:sldMk cId="1554457944" sldId="307"/>
        </pc:sldMkLst>
        <pc:spChg chg="mod">
          <ac:chgData name="Marco Horvath" userId="c8f733021e31105b" providerId="LiveId" clId="{57863267-AD90-4972-9D96-ACBEE38F12D9}" dt="2026-03-27T08:03:01.722" v="253" actId="20577"/>
          <ac:spMkLst>
            <pc:docMk/>
            <pc:sldMk cId="1554457944" sldId="307"/>
            <ac:spMk id="2" creationId="{5524F08D-C10B-F4A3-714E-0BE8592955F0}"/>
          </ac:spMkLst>
        </pc:spChg>
        <pc:spChg chg="del">
          <ac:chgData name="Marco Horvath" userId="c8f733021e31105b" providerId="LiveId" clId="{57863267-AD90-4972-9D96-ACBEE38F12D9}" dt="2026-03-27T08:02:26.239" v="222" actId="478"/>
          <ac:spMkLst>
            <pc:docMk/>
            <pc:sldMk cId="1554457944" sldId="307"/>
            <ac:spMk id="3" creationId="{5A741B6A-C18F-4953-F127-56C9E2484738}"/>
          </ac:spMkLst>
        </pc:spChg>
        <pc:spChg chg="del">
          <ac:chgData name="Marco Horvath" userId="c8f733021e31105b" providerId="LiveId" clId="{57863267-AD90-4972-9D96-ACBEE38F12D9}" dt="2026-03-27T08:02:26.239" v="222" actId="478"/>
          <ac:spMkLst>
            <pc:docMk/>
            <pc:sldMk cId="1554457944" sldId="307"/>
            <ac:spMk id="4" creationId="{95C2C91A-C7D1-A303-9176-B68BBDEB0F62}"/>
          </ac:spMkLst>
        </pc:spChg>
        <pc:spChg chg="del">
          <ac:chgData name="Marco Horvath" userId="c8f733021e31105b" providerId="LiveId" clId="{57863267-AD90-4972-9D96-ACBEE38F12D9}" dt="2026-03-27T08:02:17.703" v="221" actId="478"/>
          <ac:spMkLst>
            <pc:docMk/>
            <pc:sldMk cId="1554457944" sldId="307"/>
            <ac:spMk id="5" creationId="{85622225-6FE1-59C7-3A22-015916489CAE}"/>
          </ac:spMkLst>
        </pc:spChg>
        <pc:spChg chg="del">
          <ac:chgData name="Marco Horvath" userId="c8f733021e31105b" providerId="LiveId" clId="{57863267-AD90-4972-9D96-ACBEE38F12D9}" dt="2026-03-27T08:02:17.703" v="221" actId="478"/>
          <ac:spMkLst>
            <pc:docMk/>
            <pc:sldMk cId="1554457944" sldId="307"/>
            <ac:spMk id="6" creationId="{AA234704-6573-7AA0-8F8E-55A5DA3B9363}"/>
          </ac:spMkLst>
        </pc:spChg>
        <pc:spChg chg="del">
          <ac:chgData name="Marco Horvath" userId="c8f733021e31105b" providerId="LiveId" clId="{57863267-AD90-4972-9D96-ACBEE38F12D9}" dt="2026-03-27T08:02:17.703" v="221" actId="478"/>
          <ac:spMkLst>
            <pc:docMk/>
            <pc:sldMk cId="1554457944" sldId="307"/>
            <ac:spMk id="7" creationId="{F7186FC9-A9CF-32CF-AF14-5A8597787682}"/>
          </ac:spMkLst>
        </pc:spChg>
        <pc:spChg chg="del">
          <ac:chgData name="Marco Horvath" userId="c8f733021e31105b" providerId="LiveId" clId="{57863267-AD90-4972-9D96-ACBEE38F12D9}" dt="2026-03-27T08:02:17.703" v="221" actId="478"/>
          <ac:spMkLst>
            <pc:docMk/>
            <pc:sldMk cId="1554457944" sldId="307"/>
            <ac:spMk id="8" creationId="{6F6A181D-B148-8E69-0EDE-B7C5DD4C0E12}"/>
          </ac:spMkLst>
        </pc:spChg>
        <pc:spChg chg="del">
          <ac:chgData name="Marco Horvath" userId="c8f733021e31105b" providerId="LiveId" clId="{57863267-AD90-4972-9D96-ACBEE38F12D9}" dt="2026-03-27T08:02:26.239" v="222" actId="478"/>
          <ac:spMkLst>
            <pc:docMk/>
            <pc:sldMk cId="1554457944" sldId="307"/>
            <ac:spMk id="9" creationId="{11F16A0C-67FE-37C6-3BB7-7E534452B40B}"/>
          </ac:spMkLst>
        </pc:spChg>
        <pc:spChg chg="del">
          <ac:chgData name="Marco Horvath" userId="c8f733021e31105b" providerId="LiveId" clId="{57863267-AD90-4972-9D96-ACBEE38F12D9}" dt="2026-03-27T08:02:17.703" v="221" actId="478"/>
          <ac:spMkLst>
            <pc:docMk/>
            <pc:sldMk cId="1554457944" sldId="307"/>
            <ac:spMk id="10" creationId="{E5392AD5-A249-B52E-E31C-FC11DB99AFFD}"/>
          </ac:spMkLst>
        </pc:spChg>
        <pc:spChg chg="del">
          <ac:chgData name="Marco Horvath" userId="c8f733021e31105b" providerId="LiveId" clId="{57863267-AD90-4972-9D96-ACBEE38F12D9}" dt="2026-03-27T08:02:34.686" v="224" actId="478"/>
          <ac:spMkLst>
            <pc:docMk/>
            <pc:sldMk cId="1554457944" sldId="307"/>
            <ac:spMk id="11" creationId="{466B52D6-E627-AEB6-84B1-9C7D4D875C7C}"/>
          </ac:spMkLst>
        </pc:spChg>
        <pc:spChg chg="del">
          <ac:chgData name="Marco Horvath" userId="c8f733021e31105b" providerId="LiveId" clId="{57863267-AD90-4972-9D96-ACBEE38F12D9}" dt="2026-03-27T08:02:26.239" v="222" actId="478"/>
          <ac:spMkLst>
            <pc:docMk/>
            <pc:sldMk cId="1554457944" sldId="307"/>
            <ac:spMk id="12" creationId="{5268AA9B-4F45-7276-EFE5-DD154E28247D}"/>
          </ac:spMkLst>
        </pc:spChg>
        <pc:spChg chg="del">
          <ac:chgData name="Marco Horvath" userId="c8f733021e31105b" providerId="LiveId" clId="{57863267-AD90-4972-9D96-ACBEE38F12D9}" dt="2026-03-27T08:02:17.703" v="221" actId="478"/>
          <ac:spMkLst>
            <pc:docMk/>
            <pc:sldMk cId="1554457944" sldId="307"/>
            <ac:spMk id="13" creationId="{3EDB2B02-F5CF-C3F1-DEBE-AB3463B3F08F}"/>
          </ac:spMkLst>
        </pc:spChg>
        <pc:spChg chg="del">
          <ac:chgData name="Marco Horvath" userId="c8f733021e31105b" providerId="LiveId" clId="{57863267-AD90-4972-9D96-ACBEE38F12D9}" dt="2026-03-27T08:02:32.623" v="223" actId="478"/>
          <ac:spMkLst>
            <pc:docMk/>
            <pc:sldMk cId="1554457944" sldId="307"/>
            <ac:spMk id="14" creationId="{507D5A55-96DF-FF94-8DA0-5BA417EC0913}"/>
          </ac:spMkLst>
        </pc:spChg>
        <pc:spChg chg="add mod">
          <ac:chgData name="Marco Horvath" userId="c8f733021e31105b" providerId="LiveId" clId="{57863267-AD90-4972-9D96-ACBEE38F12D9}" dt="2026-03-27T08:08:26.388" v="467" actId="1076"/>
          <ac:spMkLst>
            <pc:docMk/>
            <pc:sldMk cId="1554457944" sldId="307"/>
            <ac:spMk id="15" creationId="{92DAA728-346B-B59D-04AE-3D18B59D3A58}"/>
          </ac:spMkLst>
        </pc:spChg>
      </pc:sldChg>
      <pc:sldChg chg="addSp delSp modSp new mod">
        <pc:chgData name="Marco Horvath" userId="c8f733021e31105b" providerId="LiveId" clId="{57863267-AD90-4972-9D96-ACBEE38F12D9}" dt="2026-03-27T08:09:22.398" v="527" actId="1076"/>
        <pc:sldMkLst>
          <pc:docMk/>
          <pc:sldMk cId="3822576554" sldId="308"/>
        </pc:sldMkLst>
        <pc:spChg chg="mod">
          <ac:chgData name="Marco Horvath" userId="c8f733021e31105b" providerId="LiveId" clId="{57863267-AD90-4972-9D96-ACBEE38F12D9}" dt="2026-03-27T08:09:01.656" v="523" actId="20577"/>
          <ac:spMkLst>
            <pc:docMk/>
            <pc:sldMk cId="3822576554" sldId="308"/>
            <ac:spMk id="2" creationId="{EFB831FC-FAF5-515B-F648-619C65DD19A7}"/>
          </ac:spMkLst>
        </pc:spChg>
        <pc:spChg chg="del">
          <ac:chgData name="Marco Horvath" userId="c8f733021e31105b" providerId="LiveId" clId="{57863267-AD90-4972-9D96-ACBEE38F12D9}" dt="2026-03-27T08:08:46.941" v="470" actId="478"/>
          <ac:spMkLst>
            <pc:docMk/>
            <pc:sldMk cId="3822576554" sldId="308"/>
            <ac:spMk id="3" creationId="{510BC5A8-E403-CD7A-84A1-63599324E336}"/>
          </ac:spMkLst>
        </pc:spChg>
        <pc:spChg chg="del">
          <ac:chgData name="Marco Horvath" userId="c8f733021e31105b" providerId="LiveId" clId="{57863267-AD90-4972-9D96-ACBEE38F12D9}" dt="2026-03-27T08:08:46.941" v="470" actId="478"/>
          <ac:spMkLst>
            <pc:docMk/>
            <pc:sldMk cId="3822576554" sldId="308"/>
            <ac:spMk id="4" creationId="{EF8E2994-DE6F-99E3-04BF-683FB1D5035C}"/>
          </ac:spMkLst>
        </pc:spChg>
        <pc:spChg chg="del">
          <ac:chgData name="Marco Horvath" userId="c8f733021e31105b" providerId="LiveId" clId="{57863267-AD90-4972-9D96-ACBEE38F12D9}" dt="2026-03-27T08:08:46.941" v="470" actId="478"/>
          <ac:spMkLst>
            <pc:docMk/>
            <pc:sldMk cId="3822576554" sldId="308"/>
            <ac:spMk id="5" creationId="{BE44F359-59A2-FAC3-0E8A-8448C91BE51B}"/>
          </ac:spMkLst>
        </pc:spChg>
        <pc:spChg chg="del">
          <ac:chgData name="Marco Horvath" userId="c8f733021e31105b" providerId="LiveId" clId="{57863267-AD90-4972-9D96-ACBEE38F12D9}" dt="2026-03-27T08:08:35.768" v="469" actId="478"/>
          <ac:spMkLst>
            <pc:docMk/>
            <pc:sldMk cId="3822576554" sldId="308"/>
            <ac:spMk id="6" creationId="{0A6745B1-5A54-D9DD-1977-A3CAB94C47A5}"/>
          </ac:spMkLst>
        </pc:spChg>
        <pc:spChg chg="del">
          <ac:chgData name="Marco Horvath" userId="c8f733021e31105b" providerId="LiveId" clId="{57863267-AD90-4972-9D96-ACBEE38F12D9}" dt="2026-03-27T08:08:46.941" v="470" actId="478"/>
          <ac:spMkLst>
            <pc:docMk/>
            <pc:sldMk cId="3822576554" sldId="308"/>
            <ac:spMk id="7" creationId="{2822CE38-6590-C450-BA1D-DD742387AD47}"/>
          </ac:spMkLst>
        </pc:spChg>
        <pc:spChg chg="del">
          <ac:chgData name="Marco Horvath" userId="c8f733021e31105b" providerId="LiveId" clId="{57863267-AD90-4972-9D96-ACBEE38F12D9}" dt="2026-03-27T08:08:35.768" v="469" actId="478"/>
          <ac:spMkLst>
            <pc:docMk/>
            <pc:sldMk cId="3822576554" sldId="308"/>
            <ac:spMk id="8" creationId="{53FE47FC-CFF6-6D1B-269C-7622923352F6}"/>
          </ac:spMkLst>
        </pc:spChg>
        <pc:spChg chg="del">
          <ac:chgData name="Marco Horvath" userId="c8f733021e31105b" providerId="LiveId" clId="{57863267-AD90-4972-9D96-ACBEE38F12D9}" dt="2026-03-27T08:08:46.941" v="470" actId="478"/>
          <ac:spMkLst>
            <pc:docMk/>
            <pc:sldMk cId="3822576554" sldId="308"/>
            <ac:spMk id="9" creationId="{152C41F8-7AE4-5E42-37B0-DC8C31BAE4BB}"/>
          </ac:spMkLst>
        </pc:spChg>
        <pc:spChg chg="del">
          <ac:chgData name="Marco Horvath" userId="c8f733021e31105b" providerId="LiveId" clId="{57863267-AD90-4972-9D96-ACBEE38F12D9}" dt="2026-03-27T08:08:35.768" v="469" actId="478"/>
          <ac:spMkLst>
            <pc:docMk/>
            <pc:sldMk cId="3822576554" sldId="308"/>
            <ac:spMk id="10" creationId="{FC63012F-6855-D7E6-0012-EAFA5106FC1C}"/>
          </ac:spMkLst>
        </pc:spChg>
        <pc:spChg chg="del">
          <ac:chgData name="Marco Horvath" userId="c8f733021e31105b" providerId="LiveId" clId="{57863267-AD90-4972-9D96-ACBEE38F12D9}" dt="2026-03-27T08:08:46.941" v="470" actId="478"/>
          <ac:spMkLst>
            <pc:docMk/>
            <pc:sldMk cId="3822576554" sldId="308"/>
            <ac:spMk id="11" creationId="{7C52AEFD-6E4E-9A35-86F4-32C7C1890A36}"/>
          </ac:spMkLst>
        </pc:spChg>
        <pc:spChg chg="del">
          <ac:chgData name="Marco Horvath" userId="c8f733021e31105b" providerId="LiveId" clId="{57863267-AD90-4972-9D96-ACBEE38F12D9}" dt="2026-03-27T08:08:46.941" v="470" actId="478"/>
          <ac:spMkLst>
            <pc:docMk/>
            <pc:sldMk cId="3822576554" sldId="308"/>
            <ac:spMk id="12" creationId="{2E555311-294E-36F1-C52D-F2E1E4178978}"/>
          </ac:spMkLst>
        </pc:spChg>
        <pc:spChg chg="del">
          <ac:chgData name="Marco Horvath" userId="c8f733021e31105b" providerId="LiveId" clId="{57863267-AD90-4972-9D96-ACBEE38F12D9}" dt="2026-03-27T08:08:35.768" v="469" actId="478"/>
          <ac:spMkLst>
            <pc:docMk/>
            <pc:sldMk cId="3822576554" sldId="308"/>
            <ac:spMk id="13" creationId="{64B8A2C9-7F96-618D-C954-4C0B54901E98}"/>
          </ac:spMkLst>
        </pc:spChg>
        <pc:spChg chg="del">
          <ac:chgData name="Marco Horvath" userId="c8f733021e31105b" providerId="LiveId" clId="{57863267-AD90-4972-9D96-ACBEE38F12D9}" dt="2026-03-27T08:08:46.941" v="470" actId="478"/>
          <ac:spMkLst>
            <pc:docMk/>
            <pc:sldMk cId="3822576554" sldId="308"/>
            <ac:spMk id="14" creationId="{C76A74ED-5C2E-F67C-C186-F4F1F1E769EA}"/>
          </ac:spMkLst>
        </pc:spChg>
        <pc:picChg chg="add mod">
          <ac:chgData name="Marco Horvath" userId="c8f733021e31105b" providerId="LiveId" clId="{57863267-AD90-4972-9D96-ACBEE38F12D9}" dt="2026-03-27T08:09:22.398" v="527" actId="1076"/>
          <ac:picMkLst>
            <pc:docMk/>
            <pc:sldMk cId="3822576554" sldId="308"/>
            <ac:picMk id="16" creationId="{BCB5BC7D-918C-ED22-8D5B-CFF5606C609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24E8BDC1-E92E-B13A-D615-4A0F8C9EAF9D}"/>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31E52269-B0EB-18DC-DE39-A3AD36B12C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EA8583D1-DDD1-30DB-C33B-B02E3FAAB69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5235083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1F55C097-A133-A9AE-16D6-208E0AF8DB04}"/>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66D746DD-8D1F-7682-B62B-AE526BAA19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31C9FE06-AA21-B300-87C5-2741E21A85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6589387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C21BC014-31C6-88A8-2CDB-B86EB1342CBA}"/>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31594064-7B1B-99D9-0727-3A7DC83E76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24CEE079-C57D-B44D-BEB5-17BEDD4DA32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7450279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g184d99d1a72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3" name="Google Shape;363;g184d99d1a7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54dda1946d_6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54dda1946d_6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72D9A29E-6A99-7116-D663-7934B6FFBAB8}"/>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187736AE-FD8E-2E1B-8AB7-0BC3DDABCD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42E41CDC-7484-1223-D556-033ED723C1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1129128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28BD3EC2-7B7B-BB6E-1B16-3951DEDBC447}"/>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8D13918B-24E2-569B-2A71-99C89F45B8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3ED8838C-B832-181C-BBA4-71F964AD22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3882392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F307EB2C-8E7A-6CAE-B70F-EB62088417D9}"/>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6F5617AA-FB32-2A68-566C-B74A0A67557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2B82B374-128F-16AB-2073-3744695724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7533952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3B6C3004-ADEE-D845-0C33-0AC0786192CE}"/>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2246B320-6975-A8C4-5D99-4A4949FF9D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83D3525B-8425-2C06-1A2F-D440E9D37B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7067173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5ABB90A6-DAC4-8C47-AEE4-D2443E232EE1}"/>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1AE21C68-7325-E2D7-348C-2079AC3EDF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55ACA8FC-9F19-D254-6229-6402462B9C8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6924218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7CC3B746-E058-9628-0798-9C0004727A2D}"/>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91BE01D7-F9B6-B0C9-690F-A10D0C1604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3205F2A3-6053-3C84-15FB-6A2B6263CD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8310848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a:extLst>
            <a:ext uri="{FF2B5EF4-FFF2-40B4-BE49-F238E27FC236}">
              <a16:creationId xmlns:a16="http://schemas.microsoft.com/office/drawing/2014/main" id="{E9195569-3BE6-C1C8-3A1E-23DC08EB2CCA}"/>
            </a:ext>
          </a:extLst>
        </p:cNvPr>
        <p:cNvGrpSpPr/>
        <p:nvPr/>
      </p:nvGrpSpPr>
      <p:grpSpPr>
        <a:xfrm>
          <a:off x="0" y="0"/>
          <a:ext cx="0" cy="0"/>
          <a:chOff x="0" y="0"/>
          <a:chExt cx="0" cy="0"/>
        </a:xfrm>
      </p:grpSpPr>
      <p:sp>
        <p:nvSpPr>
          <p:cNvPr id="265" name="Google Shape;265;gd431007ba2_0_215:notes">
            <a:extLst>
              <a:ext uri="{FF2B5EF4-FFF2-40B4-BE49-F238E27FC236}">
                <a16:creationId xmlns:a16="http://schemas.microsoft.com/office/drawing/2014/main" id="{48360C2C-64E2-5806-2F28-89046A399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d431007ba2_0_215:notes">
            <a:extLst>
              <a:ext uri="{FF2B5EF4-FFF2-40B4-BE49-F238E27FC236}">
                <a16:creationId xmlns:a16="http://schemas.microsoft.com/office/drawing/2014/main" id="{1B2169DA-0106-2DC8-F7CD-A2F1261840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12541835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184d99d1a72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184d99d1a7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184d99d1a72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184d99d1a72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54dda1946d_4_2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54dda1946d_4_2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54dda1946d_4_27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7" name="Google Shape;417;g54dda1946d_4_2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184d99d1a72_0_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7" name="Google Shape;427;g184d99d1a72_0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54dda1946d_4_27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54dda1946d_4_27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54dda1946d_4_27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54dda1946d_4_27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54dda1946d_4_27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54dda1946d_4_2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1869b490b2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1869b490b2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2517220450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6" name="Google Shape;496;g2517220450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18661f04b0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18661f04b0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18a566a1a1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3" name="Google Shape;523;g18a566a1a1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135e18421cc_13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135e18421cc_13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6"/>
        <p:cNvGrpSpPr/>
        <p:nvPr/>
      </p:nvGrpSpPr>
      <p:grpSpPr>
        <a:xfrm>
          <a:off x="0" y="0"/>
          <a:ext cx="0" cy="0"/>
          <a:chOff x="0" y="0"/>
          <a:chExt cx="0" cy="0"/>
        </a:xfrm>
      </p:grpSpPr>
      <p:sp>
        <p:nvSpPr>
          <p:cNvPr id="557" name="Google Shape;557;gd44c0c1fca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8" name="Google Shape;558;gd44c0c1fca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g51b1a71d38_3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7" name="Google Shape;567;g51b1a71d38_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1"/>
        <p:cNvGrpSpPr/>
        <p:nvPr/>
      </p:nvGrpSpPr>
      <p:grpSpPr>
        <a:xfrm>
          <a:off x="0" y="0"/>
          <a:ext cx="0" cy="0"/>
          <a:chOff x="0" y="0"/>
          <a:chExt cx="0" cy="0"/>
        </a:xfrm>
      </p:grpSpPr>
      <p:sp>
        <p:nvSpPr>
          <p:cNvPr id="572" name="Google Shape;572;g2794383efc1_0_110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3" name="Google Shape;573;g2794383efc1_0_110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794383efc1_0_110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794383efc1_0_110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g2794383efc1_0_110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5" name="Google Shape;585;g2794383efc1_0_110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2794383efc1_0_110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2794383efc1_0_1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9"/>
        <p:cNvGrpSpPr/>
        <p:nvPr/>
      </p:nvGrpSpPr>
      <p:grpSpPr>
        <a:xfrm>
          <a:off x="0" y="0"/>
          <a:ext cx="0" cy="0"/>
          <a:chOff x="0" y="0"/>
          <a:chExt cx="0" cy="0"/>
        </a:xfrm>
      </p:grpSpPr>
      <p:sp>
        <p:nvSpPr>
          <p:cNvPr id="620" name="Google Shape;620;g2794383efc1_0_110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1" name="Google Shape;621;g2794383efc1_0_110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6"/>
        <p:cNvGrpSpPr/>
        <p:nvPr/>
      </p:nvGrpSpPr>
      <p:grpSpPr>
        <a:xfrm>
          <a:off x="0" y="0"/>
          <a:ext cx="0" cy="0"/>
          <a:chOff x="0" y="0"/>
          <a:chExt cx="0" cy="0"/>
        </a:xfrm>
      </p:grpSpPr>
      <p:sp>
        <p:nvSpPr>
          <p:cNvPr id="957" name="Google Shape;957;g2794383efc1_0_114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8" name="Google Shape;958;g2794383efc1_0_114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70"/>
        <p:cNvGrpSpPr/>
        <p:nvPr/>
      </p:nvGrpSpPr>
      <p:grpSpPr>
        <a:xfrm>
          <a:off x="0" y="0"/>
          <a:ext cx="0" cy="0"/>
          <a:chOff x="0" y="0"/>
          <a:chExt cx="0" cy="0"/>
        </a:xfrm>
      </p:grpSpPr>
      <p:sp>
        <p:nvSpPr>
          <p:cNvPr id="6871" name="Google Shape;6871;g2794383efc1_0_173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72" name="Google Shape;6872;g2794383efc1_0_173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7"/>
        <p:cNvGrpSpPr/>
        <p:nvPr/>
      </p:nvGrpSpPr>
      <p:grpSpPr>
        <a:xfrm>
          <a:off x="0" y="0"/>
          <a:ext cx="0" cy="0"/>
          <a:chOff x="0" y="0"/>
          <a:chExt cx="0" cy="0"/>
        </a:xfrm>
      </p:grpSpPr>
      <p:sp>
        <p:nvSpPr>
          <p:cNvPr id="7298" name="Google Shape;7298;g2794383efc1_0_177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99" name="Google Shape;7299;g2794383efc1_0_177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0"/>
        <p:cNvGrpSpPr/>
        <p:nvPr/>
      </p:nvGrpSpPr>
      <p:grpSpPr>
        <a:xfrm>
          <a:off x="0" y="0"/>
          <a:ext cx="0" cy="0"/>
          <a:chOff x="0" y="0"/>
          <a:chExt cx="0" cy="0"/>
        </a:xfrm>
      </p:grpSpPr>
      <p:sp>
        <p:nvSpPr>
          <p:cNvPr id="7461" name="Google Shape;7461;g2794383efc1_0_179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62" name="Google Shape;7462;g2794383efc1_0_179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2"/>
        <p:cNvGrpSpPr/>
        <p:nvPr/>
      </p:nvGrpSpPr>
      <p:grpSpPr>
        <a:xfrm>
          <a:off x="0" y="0"/>
          <a:ext cx="0" cy="0"/>
          <a:chOff x="0" y="0"/>
          <a:chExt cx="0" cy="0"/>
        </a:xfrm>
      </p:grpSpPr>
      <p:sp>
        <p:nvSpPr>
          <p:cNvPr id="7863" name="Google Shape;7863;g2794383efc1_0_183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64" name="Google Shape;7864;g2794383efc1_0_18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3"/>
        <p:cNvGrpSpPr/>
        <p:nvPr/>
      </p:nvGrpSpPr>
      <p:grpSpPr>
        <a:xfrm>
          <a:off x="0" y="0"/>
          <a:ext cx="0" cy="0"/>
          <a:chOff x="0" y="0"/>
          <a:chExt cx="0" cy="0"/>
        </a:xfrm>
      </p:grpSpPr>
      <p:sp>
        <p:nvSpPr>
          <p:cNvPr id="8234" name="Google Shape;8234;g2794383efc1_0_186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5" name="Google Shape;8235;g2794383efc1_0_186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7"/>
        <p:cNvGrpSpPr/>
        <p:nvPr/>
      </p:nvGrpSpPr>
      <p:grpSpPr>
        <a:xfrm>
          <a:off x="0" y="0"/>
          <a:ext cx="0" cy="0"/>
          <a:chOff x="0" y="0"/>
          <a:chExt cx="0" cy="0"/>
        </a:xfrm>
      </p:grpSpPr>
      <p:sp>
        <p:nvSpPr>
          <p:cNvPr id="8548" name="Google Shape;8548;g2794383efc1_0_189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49" name="Google Shape;8549;g2794383efc1_0_189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41"/>
        <p:cNvGrpSpPr/>
        <p:nvPr/>
      </p:nvGrpSpPr>
      <p:grpSpPr>
        <a:xfrm>
          <a:off x="0" y="0"/>
          <a:ext cx="0" cy="0"/>
          <a:chOff x="0" y="0"/>
          <a:chExt cx="0" cy="0"/>
        </a:xfrm>
      </p:grpSpPr>
      <p:sp>
        <p:nvSpPr>
          <p:cNvPr id="8842" name="Google Shape;8842;g2794383efc1_0_192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3" name="Google Shape;8843;g2794383efc1_0_19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00"/>
        <p:cNvGrpSpPr/>
        <p:nvPr/>
      </p:nvGrpSpPr>
      <p:grpSpPr>
        <a:xfrm>
          <a:off x="0" y="0"/>
          <a:ext cx="0" cy="0"/>
          <a:chOff x="0" y="0"/>
          <a:chExt cx="0" cy="0"/>
        </a:xfrm>
      </p:grpSpPr>
      <p:sp>
        <p:nvSpPr>
          <p:cNvPr id="9201" name="Google Shape;9201;g2794383efc1_0_196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2" name="Google Shape;9202;g2794383efc1_0_196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7"/>
        <p:cNvGrpSpPr/>
        <p:nvPr/>
      </p:nvGrpSpPr>
      <p:grpSpPr>
        <a:xfrm>
          <a:off x="0" y="0"/>
          <a:ext cx="0" cy="0"/>
          <a:chOff x="0" y="0"/>
          <a:chExt cx="0" cy="0"/>
        </a:xfrm>
      </p:grpSpPr>
      <p:sp>
        <p:nvSpPr>
          <p:cNvPr id="9618" name="Google Shape;9618;g2794383efc1_0_200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19" name="Google Shape;9619;g2794383efc1_0_200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7"/>
        <p:cNvGrpSpPr/>
        <p:nvPr/>
      </p:nvGrpSpPr>
      <p:grpSpPr>
        <a:xfrm>
          <a:off x="0" y="0"/>
          <a:ext cx="0" cy="0"/>
          <a:chOff x="0" y="0"/>
          <a:chExt cx="0" cy="0"/>
        </a:xfrm>
      </p:grpSpPr>
      <p:sp>
        <p:nvSpPr>
          <p:cNvPr id="9958" name="Google Shape;9958;g2794383efc1_0_203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9" name="Google Shape;9959;g2794383efc1_0_203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5"/>
        <p:cNvGrpSpPr/>
        <p:nvPr/>
      </p:nvGrpSpPr>
      <p:grpSpPr>
        <a:xfrm>
          <a:off x="0" y="0"/>
          <a:ext cx="0" cy="0"/>
          <a:chOff x="0" y="0"/>
          <a:chExt cx="0" cy="0"/>
        </a:xfrm>
      </p:grpSpPr>
      <p:sp>
        <p:nvSpPr>
          <p:cNvPr id="10146" name="Google Shape;10146;g2794383efc1_0_205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47" name="Google Shape;10147;g2794383efc1_0_205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91"/>
        <p:cNvGrpSpPr/>
        <p:nvPr/>
      </p:nvGrpSpPr>
      <p:grpSpPr>
        <a:xfrm>
          <a:off x="0" y="0"/>
          <a:ext cx="0" cy="0"/>
          <a:chOff x="0" y="0"/>
          <a:chExt cx="0" cy="0"/>
        </a:xfrm>
      </p:grpSpPr>
      <p:sp>
        <p:nvSpPr>
          <p:cNvPr id="10392" name="Google Shape;10392;g2794383efc1_0_219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93" name="Google Shape;10393;g2794383efc1_0_21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13225" y="2205375"/>
            <a:ext cx="5257800" cy="16140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4800">
                <a:solidFill>
                  <a:srgbClr val="241160"/>
                </a:solidFill>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713225" y="3885650"/>
            <a:ext cx="3690600" cy="468600"/>
          </a:xfrm>
          <a:prstGeom prst="rect">
            <a:avLst/>
          </a:prstGeom>
          <a:solidFill>
            <a:schemeClr val="dk2"/>
          </a:solidFill>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pic>
        <p:nvPicPr>
          <p:cNvPr id="11" name="Google Shape;11;p2"/>
          <p:cNvPicPr preferRelativeResize="0"/>
          <p:nvPr/>
        </p:nvPicPr>
        <p:blipFill>
          <a:blip r:embed="rId2">
            <a:alphaModFix/>
          </a:blip>
          <a:stretch>
            <a:fillRect/>
          </a:stretch>
        </p:blipFill>
        <p:spPr>
          <a:xfrm rot="10800000" flipH="1">
            <a:off x="0" y="0"/>
            <a:ext cx="4727801" cy="22568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4047175" y="2388500"/>
            <a:ext cx="4383600" cy="16266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8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title" idx="2" hasCustomPrompt="1"/>
          </p:nvPr>
        </p:nvSpPr>
        <p:spPr>
          <a:xfrm>
            <a:off x="4047175" y="1438750"/>
            <a:ext cx="1230300" cy="8814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Clr>
                <a:schemeClr val="lt1"/>
              </a:buClr>
              <a:buSzPts val="6000"/>
              <a:buNone/>
              <a:defRPr sz="6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pic>
        <p:nvPicPr>
          <p:cNvPr id="15" name="Google Shape;15;p3"/>
          <p:cNvPicPr preferRelativeResize="0"/>
          <p:nvPr/>
        </p:nvPicPr>
        <p:blipFill>
          <a:blip r:embed="rId2">
            <a:alphaModFix/>
          </a:blip>
          <a:stretch>
            <a:fillRect/>
          </a:stretch>
        </p:blipFill>
        <p:spPr>
          <a:xfrm flipH="1">
            <a:off x="4416200" y="2886625"/>
            <a:ext cx="4727801" cy="225687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7" name="Google Shape;27;p5"/>
          <p:cNvSpPr txBox="1">
            <a:spLocks noGrp="1"/>
          </p:cNvSpPr>
          <p:nvPr>
            <p:ph type="subTitle" idx="1"/>
          </p:nvPr>
        </p:nvSpPr>
        <p:spPr>
          <a:xfrm>
            <a:off x="4911639" y="2679824"/>
            <a:ext cx="2424300" cy="15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2"/>
          </p:nvPr>
        </p:nvSpPr>
        <p:spPr>
          <a:xfrm>
            <a:off x="1808050" y="2679824"/>
            <a:ext cx="2424300" cy="15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 name="Google Shape;29;p5"/>
          <p:cNvSpPr txBox="1">
            <a:spLocks noGrp="1"/>
          </p:cNvSpPr>
          <p:nvPr>
            <p:ph type="subTitle" idx="3"/>
          </p:nvPr>
        </p:nvSpPr>
        <p:spPr>
          <a:xfrm>
            <a:off x="1808050" y="2244217"/>
            <a:ext cx="2424300" cy="449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30" name="Google Shape;30;p5"/>
          <p:cNvSpPr txBox="1">
            <a:spLocks noGrp="1"/>
          </p:cNvSpPr>
          <p:nvPr>
            <p:ph type="subTitle" idx="4"/>
          </p:nvPr>
        </p:nvSpPr>
        <p:spPr>
          <a:xfrm>
            <a:off x="4911639" y="2244217"/>
            <a:ext cx="2424300" cy="449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1" name="Google Shape;31;p5"/>
          <p:cNvGrpSpPr/>
          <p:nvPr/>
        </p:nvGrpSpPr>
        <p:grpSpPr>
          <a:xfrm>
            <a:off x="0" y="4"/>
            <a:ext cx="9144004" cy="5143496"/>
            <a:chOff x="0" y="4"/>
            <a:chExt cx="9144004" cy="5143496"/>
          </a:xfrm>
        </p:grpSpPr>
        <p:pic>
          <p:nvPicPr>
            <p:cNvPr id="32" name="Google Shape;32;p5"/>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33" name="Google Shape;33;p5"/>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34" name="Google Shape;34;p5"/>
          <p:cNvGrpSpPr/>
          <p:nvPr/>
        </p:nvGrpSpPr>
        <p:grpSpPr>
          <a:xfrm rot="-10539848" flipH="1">
            <a:off x="6108563" y="4049075"/>
            <a:ext cx="4573901" cy="3479217"/>
            <a:chOff x="1522650" y="1117750"/>
            <a:chExt cx="4574075" cy="3479350"/>
          </a:xfrm>
        </p:grpSpPr>
        <p:sp>
          <p:nvSpPr>
            <p:cNvPr id="35" name="Google Shape;35;p5"/>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5"/>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39" name="Google Shape;39;p6"/>
          <p:cNvGrpSpPr/>
          <p:nvPr/>
        </p:nvGrpSpPr>
        <p:grpSpPr>
          <a:xfrm>
            <a:off x="0" y="4"/>
            <a:ext cx="9144004" cy="5143496"/>
            <a:chOff x="0" y="4"/>
            <a:chExt cx="9144004" cy="5143496"/>
          </a:xfrm>
        </p:grpSpPr>
        <p:pic>
          <p:nvPicPr>
            <p:cNvPr id="40" name="Google Shape;40;p6"/>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41" name="Google Shape;41;p6"/>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42" name="Google Shape;42;p6"/>
          <p:cNvGrpSpPr/>
          <p:nvPr/>
        </p:nvGrpSpPr>
        <p:grpSpPr>
          <a:xfrm rot="-10539848" flipH="1">
            <a:off x="6108563" y="4049075"/>
            <a:ext cx="4573901" cy="3479217"/>
            <a:chOff x="1522650" y="1117750"/>
            <a:chExt cx="4574075" cy="3479350"/>
          </a:xfrm>
        </p:grpSpPr>
        <p:sp>
          <p:nvSpPr>
            <p:cNvPr id="43" name="Google Shape;43;p6"/>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811975" y="829350"/>
            <a:ext cx="3993300" cy="989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7" name="Google Shape;47;p7"/>
          <p:cNvSpPr txBox="1">
            <a:spLocks noGrp="1"/>
          </p:cNvSpPr>
          <p:nvPr>
            <p:ph type="subTitle" idx="1"/>
          </p:nvPr>
        </p:nvSpPr>
        <p:spPr>
          <a:xfrm>
            <a:off x="811975" y="1878550"/>
            <a:ext cx="3993300" cy="229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Font typeface="Open Sans"/>
              <a:buAutoNum type="arabicPeriod"/>
              <a:defRPr/>
            </a:lvl1pPr>
            <a:lvl2pPr lvl="1" algn="ctr" rtl="0">
              <a:lnSpc>
                <a:spcPct val="100000"/>
              </a:lnSpc>
              <a:spcBef>
                <a:spcPts val="1000"/>
              </a:spcBef>
              <a:spcAft>
                <a:spcPts val="0"/>
              </a:spcAft>
              <a:buClr>
                <a:srgbClr val="E76A28"/>
              </a:buClr>
              <a:buSzPts val="1200"/>
              <a:buFont typeface="Nunito Light"/>
              <a:buAutoNum type="alphaLcPeriod"/>
              <a:defRPr/>
            </a:lvl2pPr>
            <a:lvl3pPr lvl="2" algn="ctr" rtl="0">
              <a:lnSpc>
                <a:spcPct val="100000"/>
              </a:lnSpc>
              <a:spcBef>
                <a:spcPts val="0"/>
              </a:spcBef>
              <a:spcAft>
                <a:spcPts val="0"/>
              </a:spcAft>
              <a:buClr>
                <a:srgbClr val="E76A28"/>
              </a:buClr>
              <a:buSzPts val="1200"/>
              <a:buFont typeface="Nunito Light"/>
              <a:buAutoNum type="romanLcPeriod"/>
              <a:defRPr/>
            </a:lvl3pPr>
            <a:lvl4pPr lvl="3" algn="ctr" rtl="0">
              <a:lnSpc>
                <a:spcPct val="100000"/>
              </a:lnSpc>
              <a:spcBef>
                <a:spcPts val="0"/>
              </a:spcBef>
              <a:spcAft>
                <a:spcPts val="0"/>
              </a:spcAft>
              <a:buClr>
                <a:srgbClr val="E76A28"/>
              </a:buClr>
              <a:buSzPts val="1200"/>
              <a:buFont typeface="Nunito Light"/>
              <a:buAutoNum type="arabicPeriod"/>
              <a:defRPr/>
            </a:lvl4pPr>
            <a:lvl5pPr lvl="4" algn="ctr" rtl="0">
              <a:lnSpc>
                <a:spcPct val="100000"/>
              </a:lnSpc>
              <a:spcBef>
                <a:spcPts val="0"/>
              </a:spcBef>
              <a:spcAft>
                <a:spcPts val="0"/>
              </a:spcAft>
              <a:buClr>
                <a:srgbClr val="E76A28"/>
              </a:buClr>
              <a:buSzPts val="1200"/>
              <a:buFont typeface="Nunito Light"/>
              <a:buAutoNum type="alphaLcPeriod"/>
              <a:defRPr/>
            </a:lvl5pPr>
            <a:lvl6pPr lvl="5" algn="ctr" rtl="0">
              <a:lnSpc>
                <a:spcPct val="100000"/>
              </a:lnSpc>
              <a:spcBef>
                <a:spcPts val="0"/>
              </a:spcBef>
              <a:spcAft>
                <a:spcPts val="0"/>
              </a:spcAft>
              <a:buClr>
                <a:srgbClr val="999999"/>
              </a:buClr>
              <a:buSzPts val="1200"/>
              <a:buFont typeface="Nunito Light"/>
              <a:buAutoNum type="romanLcPeriod"/>
              <a:defRPr/>
            </a:lvl6pPr>
            <a:lvl7pPr lvl="6" algn="ctr" rtl="0">
              <a:lnSpc>
                <a:spcPct val="100000"/>
              </a:lnSpc>
              <a:spcBef>
                <a:spcPts val="0"/>
              </a:spcBef>
              <a:spcAft>
                <a:spcPts val="0"/>
              </a:spcAft>
              <a:buClr>
                <a:srgbClr val="999999"/>
              </a:buClr>
              <a:buSzPts val="1200"/>
              <a:buFont typeface="Nunito Light"/>
              <a:buAutoNum type="arabicPeriod"/>
              <a:defRPr/>
            </a:lvl7pPr>
            <a:lvl8pPr lvl="7" algn="ctr" rtl="0">
              <a:lnSpc>
                <a:spcPct val="100000"/>
              </a:lnSpc>
              <a:spcBef>
                <a:spcPts val="0"/>
              </a:spcBef>
              <a:spcAft>
                <a:spcPts val="0"/>
              </a:spcAft>
              <a:buClr>
                <a:srgbClr val="999999"/>
              </a:buClr>
              <a:buSzPts val="1200"/>
              <a:buFont typeface="Nunito Light"/>
              <a:buAutoNum type="alphaLcPeriod"/>
              <a:defRPr/>
            </a:lvl8pPr>
            <a:lvl9pPr lvl="8" algn="ctr" rtl="0">
              <a:lnSpc>
                <a:spcPct val="100000"/>
              </a:lnSpc>
              <a:spcBef>
                <a:spcPts val="0"/>
              </a:spcBef>
              <a:spcAft>
                <a:spcPts val="0"/>
              </a:spcAft>
              <a:buClr>
                <a:srgbClr val="999999"/>
              </a:buClr>
              <a:buSzPts val="1200"/>
              <a:buFont typeface="Nunito Light"/>
              <a:buAutoNum type="romanLcPeriod"/>
              <a:defRPr/>
            </a:lvl9pPr>
          </a:lstStyle>
          <a:p>
            <a:endParaRPr/>
          </a:p>
        </p:txBody>
      </p:sp>
      <p:sp>
        <p:nvSpPr>
          <p:cNvPr id="48" name="Google Shape;48;p7"/>
          <p:cNvSpPr>
            <a:spLocks noGrp="1"/>
          </p:cNvSpPr>
          <p:nvPr>
            <p:ph type="pic" idx="2"/>
          </p:nvPr>
        </p:nvSpPr>
        <p:spPr>
          <a:xfrm>
            <a:off x="5088475" y="770400"/>
            <a:ext cx="3081600" cy="3602700"/>
          </a:xfrm>
          <a:prstGeom prst="roundRect">
            <a:avLst>
              <a:gd name="adj" fmla="val 16667"/>
            </a:avLst>
          </a:prstGeom>
          <a:noFill/>
          <a:ln>
            <a:noFill/>
          </a:ln>
        </p:spPr>
        <p:txBody>
          <a:bodyPr/>
          <a:lstStyle/>
          <a:p>
            <a:endParaRPr lang="hu-HU"/>
          </a:p>
        </p:txBody>
      </p:sp>
      <p:grpSp>
        <p:nvGrpSpPr>
          <p:cNvPr id="49" name="Google Shape;49;p7"/>
          <p:cNvGrpSpPr/>
          <p:nvPr/>
        </p:nvGrpSpPr>
        <p:grpSpPr>
          <a:xfrm>
            <a:off x="0" y="0"/>
            <a:ext cx="9144001" cy="5143500"/>
            <a:chOff x="0" y="0"/>
            <a:chExt cx="9144001" cy="5143500"/>
          </a:xfrm>
        </p:grpSpPr>
        <p:pic>
          <p:nvPicPr>
            <p:cNvPr id="50" name="Google Shape;50;p7"/>
            <p:cNvPicPr preferRelativeResize="0"/>
            <p:nvPr/>
          </p:nvPicPr>
          <p:blipFill>
            <a:blip r:embed="rId2">
              <a:alphaModFix/>
            </a:blip>
            <a:stretch>
              <a:fillRect/>
            </a:stretch>
          </p:blipFill>
          <p:spPr>
            <a:xfrm rot="10800000" flipH="1">
              <a:off x="0" y="2052950"/>
              <a:ext cx="4220500" cy="3090550"/>
            </a:xfrm>
            <a:prstGeom prst="rect">
              <a:avLst/>
            </a:prstGeom>
            <a:noFill/>
            <a:ln>
              <a:noFill/>
            </a:ln>
          </p:spPr>
        </p:pic>
        <p:pic>
          <p:nvPicPr>
            <p:cNvPr id="51" name="Google Shape;51;p7"/>
            <p:cNvPicPr preferRelativeResize="0"/>
            <p:nvPr/>
          </p:nvPicPr>
          <p:blipFill>
            <a:blip r:embed="rId3">
              <a:alphaModFix/>
            </a:blip>
            <a:stretch>
              <a:fillRect/>
            </a:stretch>
          </p:blipFill>
          <p:spPr>
            <a:xfrm rot="10800000" flipH="1">
              <a:off x="6764924" y="0"/>
              <a:ext cx="2379077" cy="3237334"/>
            </a:xfrm>
            <a:prstGeom prst="rect">
              <a:avLst/>
            </a:prstGeom>
            <a:noFill/>
            <a:ln>
              <a:noFill/>
            </a:ln>
          </p:spPr>
        </p:pic>
      </p:grpSp>
      <p:grpSp>
        <p:nvGrpSpPr>
          <p:cNvPr id="52" name="Google Shape;52;p7"/>
          <p:cNvGrpSpPr/>
          <p:nvPr/>
        </p:nvGrpSpPr>
        <p:grpSpPr>
          <a:xfrm rot="10800000">
            <a:off x="6704226" y="3811697"/>
            <a:ext cx="4574075" cy="3479350"/>
            <a:chOff x="1522650" y="1117750"/>
            <a:chExt cx="4574075" cy="3479350"/>
          </a:xfrm>
        </p:grpSpPr>
        <p:sp>
          <p:nvSpPr>
            <p:cNvPr id="53" name="Google Shape;53;p7"/>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7"/>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5"/>
        <p:cNvGrpSpPr/>
        <p:nvPr/>
      </p:nvGrpSpPr>
      <p:grpSpPr>
        <a:xfrm>
          <a:off x="0" y="0"/>
          <a:ext cx="0" cy="0"/>
          <a:chOff x="0" y="0"/>
          <a:chExt cx="0" cy="0"/>
        </a:xfrm>
      </p:grpSpPr>
      <p:grpSp>
        <p:nvGrpSpPr>
          <p:cNvPr id="56" name="Google Shape;56;p8"/>
          <p:cNvGrpSpPr/>
          <p:nvPr/>
        </p:nvGrpSpPr>
        <p:grpSpPr>
          <a:xfrm>
            <a:off x="10" y="0"/>
            <a:ext cx="9143991" cy="5143500"/>
            <a:chOff x="10" y="0"/>
            <a:chExt cx="9143991" cy="5143500"/>
          </a:xfrm>
        </p:grpSpPr>
        <p:pic>
          <p:nvPicPr>
            <p:cNvPr id="57" name="Google Shape;57;p8"/>
            <p:cNvPicPr preferRelativeResize="0"/>
            <p:nvPr/>
          </p:nvPicPr>
          <p:blipFill>
            <a:blip r:embed="rId2">
              <a:alphaModFix/>
            </a:blip>
            <a:stretch>
              <a:fillRect/>
            </a:stretch>
          </p:blipFill>
          <p:spPr>
            <a:xfrm flipH="1">
              <a:off x="10" y="0"/>
              <a:ext cx="3405191" cy="5143500"/>
            </a:xfrm>
            <a:prstGeom prst="rect">
              <a:avLst/>
            </a:prstGeom>
            <a:noFill/>
            <a:ln>
              <a:noFill/>
            </a:ln>
          </p:spPr>
        </p:pic>
        <p:pic>
          <p:nvPicPr>
            <p:cNvPr id="58" name="Google Shape;58;p8"/>
            <p:cNvPicPr preferRelativeResize="0"/>
            <p:nvPr/>
          </p:nvPicPr>
          <p:blipFill>
            <a:blip r:embed="rId3">
              <a:alphaModFix/>
            </a:blip>
            <a:stretch>
              <a:fillRect/>
            </a:stretch>
          </p:blipFill>
          <p:spPr>
            <a:xfrm flipH="1">
              <a:off x="4416200" y="2886625"/>
              <a:ext cx="4727801" cy="2256875"/>
            </a:xfrm>
            <a:prstGeom prst="rect">
              <a:avLst/>
            </a:prstGeom>
            <a:noFill/>
            <a:ln>
              <a:noFill/>
            </a:ln>
          </p:spPr>
        </p:pic>
      </p:grpSp>
      <p:grpSp>
        <p:nvGrpSpPr>
          <p:cNvPr id="59" name="Google Shape;59;p8"/>
          <p:cNvGrpSpPr/>
          <p:nvPr/>
        </p:nvGrpSpPr>
        <p:grpSpPr>
          <a:xfrm rot="756538">
            <a:off x="5159567" y="-1927047"/>
            <a:ext cx="4574157" cy="3479412"/>
            <a:chOff x="1522650" y="1117750"/>
            <a:chExt cx="4574075" cy="3479350"/>
          </a:xfrm>
        </p:grpSpPr>
        <p:sp>
          <p:nvSpPr>
            <p:cNvPr id="60" name="Google Shape;60;p8"/>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8"/>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 name="Google Shape;62;p8"/>
          <p:cNvSpPr txBox="1">
            <a:spLocks noGrp="1"/>
          </p:cNvSpPr>
          <p:nvPr>
            <p:ph type="title"/>
          </p:nvPr>
        </p:nvSpPr>
        <p:spPr>
          <a:xfrm>
            <a:off x="3830000" y="1716400"/>
            <a:ext cx="4508100" cy="25293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3"/>
        <p:cNvGrpSpPr/>
        <p:nvPr/>
      </p:nvGrpSpPr>
      <p:grpSpPr>
        <a:xfrm>
          <a:off x="0" y="0"/>
          <a:ext cx="0" cy="0"/>
          <a:chOff x="0" y="0"/>
          <a:chExt cx="0" cy="0"/>
        </a:xfrm>
      </p:grpSpPr>
      <p:grpSp>
        <p:nvGrpSpPr>
          <p:cNvPr id="64" name="Google Shape;64;p9"/>
          <p:cNvGrpSpPr/>
          <p:nvPr/>
        </p:nvGrpSpPr>
        <p:grpSpPr>
          <a:xfrm rot="756538">
            <a:off x="-714808" y="-2409347"/>
            <a:ext cx="4574157" cy="3479412"/>
            <a:chOff x="1522650" y="1117750"/>
            <a:chExt cx="4574075" cy="3479350"/>
          </a:xfrm>
        </p:grpSpPr>
        <p:sp>
          <p:nvSpPr>
            <p:cNvPr id="65" name="Google Shape;65;p9"/>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9"/>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 name="Google Shape;67;p9"/>
          <p:cNvGrpSpPr/>
          <p:nvPr/>
        </p:nvGrpSpPr>
        <p:grpSpPr>
          <a:xfrm>
            <a:off x="0" y="0"/>
            <a:ext cx="9144001" cy="5143500"/>
            <a:chOff x="0" y="0"/>
            <a:chExt cx="9144001" cy="5143500"/>
          </a:xfrm>
        </p:grpSpPr>
        <p:pic>
          <p:nvPicPr>
            <p:cNvPr id="68" name="Google Shape;68;p9"/>
            <p:cNvPicPr preferRelativeResize="0"/>
            <p:nvPr/>
          </p:nvPicPr>
          <p:blipFill>
            <a:blip r:embed="rId2">
              <a:alphaModFix/>
            </a:blip>
            <a:stretch>
              <a:fillRect/>
            </a:stretch>
          </p:blipFill>
          <p:spPr>
            <a:xfrm rot="10800000" flipH="1">
              <a:off x="5738810" y="0"/>
              <a:ext cx="3405191" cy="5143500"/>
            </a:xfrm>
            <a:prstGeom prst="rect">
              <a:avLst/>
            </a:prstGeom>
            <a:noFill/>
            <a:ln>
              <a:noFill/>
            </a:ln>
          </p:spPr>
        </p:pic>
        <p:pic>
          <p:nvPicPr>
            <p:cNvPr id="69" name="Google Shape;69;p9"/>
            <p:cNvPicPr preferRelativeResize="0"/>
            <p:nvPr/>
          </p:nvPicPr>
          <p:blipFill>
            <a:blip r:embed="rId3">
              <a:alphaModFix/>
            </a:blip>
            <a:stretch>
              <a:fillRect/>
            </a:stretch>
          </p:blipFill>
          <p:spPr>
            <a:xfrm rot="10800000" flipH="1">
              <a:off x="0" y="0"/>
              <a:ext cx="4727801" cy="2256875"/>
            </a:xfrm>
            <a:prstGeom prst="rect">
              <a:avLst/>
            </a:prstGeom>
            <a:noFill/>
            <a:ln>
              <a:noFill/>
            </a:ln>
          </p:spPr>
        </p:pic>
      </p:grpSp>
      <p:sp>
        <p:nvSpPr>
          <p:cNvPr id="70" name="Google Shape;70;p9"/>
          <p:cNvSpPr txBox="1">
            <a:spLocks noGrp="1"/>
          </p:cNvSpPr>
          <p:nvPr>
            <p:ph type="title"/>
          </p:nvPr>
        </p:nvSpPr>
        <p:spPr>
          <a:xfrm>
            <a:off x="713225" y="1528900"/>
            <a:ext cx="4872900" cy="1964400"/>
          </a:xfrm>
          <a:prstGeom prst="rect">
            <a:avLst/>
          </a:prstGeom>
        </p:spPr>
        <p:txBody>
          <a:bodyPr spcFirstLastPara="1" wrap="square" lIns="91425" tIns="91425" rIns="91425" bIns="91425" anchor="b" anchorCtr="0">
            <a:noAutofit/>
          </a:bodyPr>
          <a:lstStyle>
            <a:lvl1pPr lvl="0" rtl="0">
              <a:spcBef>
                <a:spcPts val="0"/>
              </a:spcBef>
              <a:spcAft>
                <a:spcPts val="0"/>
              </a:spcAft>
              <a:buSzPts val="5000"/>
              <a:buNone/>
              <a:defRPr sz="50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71" name="Google Shape;71;p9"/>
          <p:cNvSpPr txBox="1">
            <a:spLocks noGrp="1"/>
          </p:cNvSpPr>
          <p:nvPr>
            <p:ph type="subTitle" idx="1"/>
          </p:nvPr>
        </p:nvSpPr>
        <p:spPr>
          <a:xfrm>
            <a:off x="713225" y="3640050"/>
            <a:ext cx="4872900" cy="45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6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2"/>
        <p:cNvGrpSpPr/>
        <p:nvPr/>
      </p:nvGrpSpPr>
      <p:grpSpPr>
        <a:xfrm>
          <a:off x="0" y="0"/>
          <a:ext cx="0" cy="0"/>
          <a:chOff x="0" y="0"/>
          <a:chExt cx="0" cy="0"/>
        </a:xfrm>
      </p:grpSpPr>
      <p:sp>
        <p:nvSpPr>
          <p:cNvPr id="73" name="Google Shape;73;p10"/>
          <p:cNvSpPr>
            <a:spLocks noGrp="1"/>
          </p:cNvSpPr>
          <p:nvPr>
            <p:ph type="pic" idx="2"/>
          </p:nvPr>
        </p:nvSpPr>
        <p:spPr>
          <a:xfrm>
            <a:off x="0" y="0"/>
            <a:ext cx="9144000" cy="5143500"/>
          </a:xfrm>
          <a:prstGeom prst="rect">
            <a:avLst/>
          </a:prstGeom>
          <a:noFill/>
          <a:ln>
            <a:noFill/>
          </a:ln>
        </p:spPr>
      </p:sp>
      <p:sp>
        <p:nvSpPr>
          <p:cNvPr id="74" name="Google Shape;74;p10"/>
          <p:cNvSpPr txBox="1">
            <a:spLocks noGrp="1"/>
          </p:cNvSpPr>
          <p:nvPr>
            <p:ph type="title"/>
          </p:nvPr>
        </p:nvSpPr>
        <p:spPr>
          <a:xfrm>
            <a:off x="720000" y="4014450"/>
            <a:ext cx="5713200" cy="5727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grpSp>
        <p:nvGrpSpPr>
          <p:cNvPr id="75" name="Google Shape;75;p10"/>
          <p:cNvGrpSpPr/>
          <p:nvPr/>
        </p:nvGrpSpPr>
        <p:grpSpPr>
          <a:xfrm>
            <a:off x="0" y="4"/>
            <a:ext cx="9144004" cy="5143496"/>
            <a:chOff x="0" y="4"/>
            <a:chExt cx="9144004" cy="5143496"/>
          </a:xfrm>
        </p:grpSpPr>
        <p:pic>
          <p:nvPicPr>
            <p:cNvPr id="76" name="Google Shape;76;p10"/>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77" name="Google Shape;77;p10"/>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78" name="Google Shape;78;p10"/>
          <p:cNvGrpSpPr/>
          <p:nvPr/>
        </p:nvGrpSpPr>
        <p:grpSpPr>
          <a:xfrm>
            <a:off x="-896231" y="-2525369"/>
            <a:ext cx="11703669" cy="10221582"/>
            <a:chOff x="-896231" y="-2525369"/>
            <a:chExt cx="11703669" cy="10221582"/>
          </a:xfrm>
        </p:grpSpPr>
        <p:grpSp>
          <p:nvGrpSpPr>
            <p:cNvPr id="79" name="Google Shape;79;p10"/>
            <p:cNvGrpSpPr/>
            <p:nvPr/>
          </p:nvGrpSpPr>
          <p:grpSpPr>
            <a:xfrm rot="-10539848" flipH="1">
              <a:off x="6108563" y="4049075"/>
              <a:ext cx="4573901" cy="3479217"/>
              <a:chOff x="1522650" y="1117750"/>
              <a:chExt cx="4574075" cy="3479350"/>
            </a:xfrm>
          </p:grpSpPr>
          <p:sp>
            <p:nvSpPr>
              <p:cNvPr id="80" name="Google Shape;80;p10"/>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0"/>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10"/>
            <p:cNvGrpSpPr/>
            <p:nvPr/>
          </p:nvGrpSpPr>
          <p:grpSpPr>
            <a:xfrm>
              <a:off x="-896231" y="-2525369"/>
              <a:ext cx="4573618" cy="3479002"/>
              <a:chOff x="1522650" y="1117750"/>
              <a:chExt cx="4574075" cy="3479350"/>
            </a:xfrm>
          </p:grpSpPr>
          <p:sp>
            <p:nvSpPr>
              <p:cNvPr id="83" name="Google Shape;83;p10"/>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10"/>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5"/>
        <p:cNvGrpSpPr/>
        <p:nvPr/>
      </p:nvGrpSpPr>
      <p:grpSpPr>
        <a:xfrm>
          <a:off x="0" y="0"/>
          <a:ext cx="0" cy="0"/>
          <a:chOff x="0" y="0"/>
          <a:chExt cx="0" cy="0"/>
        </a:xfrm>
      </p:grpSpPr>
      <p:sp>
        <p:nvSpPr>
          <p:cNvPr id="86" name="Google Shape;86;p11"/>
          <p:cNvSpPr txBox="1">
            <a:spLocks noGrp="1"/>
          </p:cNvSpPr>
          <p:nvPr>
            <p:ph type="title" hasCustomPrompt="1"/>
          </p:nvPr>
        </p:nvSpPr>
        <p:spPr>
          <a:xfrm>
            <a:off x="4076350" y="2296400"/>
            <a:ext cx="3843300" cy="1085100"/>
          </a:xfrm>
          <a:prstGeom prst="rect">
            <a:avLst/>
          </a:prstGeom>
          <a:solidFill>
            <a:schemeClr val="dk2"/>
          </a:solidFill>
        </p:spPr>
        <p:txBody>
          <a:bodyPr spcFirstLastPara="1" wrap="square" lIns="91425" tIns="91425" rIns="91425" bIns="91425" anchor="ctr" anchorCtr="0">
            <a:noAutofit/>
          </a:bodyPr>
          <a:lstStyle>
            <a:lvl1pPr lvl="0">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7" name="Google Shape;87;p11"/>
          <p:cNvSpPr txBox="1">
            <a:spLocks noGrp="1"/>
          </p:cNvSpPr>
          <p:nvPr>
            <p:ph type="subTitle" idx="1"/>
          </p:nvPr>
        </p:nvSpPr>
        <p:spPr>
          <a:xfrm>
            <a:off x="4076350" y="3426700"/>
            <a:ext cx="38433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pic>
        <p:nvPicPr>
          <p:cNvPr id="88" name="Google Shape;88;p11"/>
          <p:cNvPicPr preferRelativeResize="0"/>
          <p:nvPr/>
        </p:nvPicPr>
        <p:blipFill>
          <a:blip r:embed="rId2">
            <a:alphaModFix/>
          </a:blip>
          <a:stretch>
            <a:fillRect/>
          </a:stretch>
        </p:blipFill>
        <p:spPr>
          <a:xfrm flipH="1">
            <a:off x="4416200" y="2886625"/>
            <a:ext cx="4727801" cy="22568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9"/>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90"/>
        <p:cNvGrpSpPr/>
        <p:nvPr/>
      </p:nvGrpSpPr>
      <p:grpSpPr>
        <a:xfrm>
          <a:off x="0" y="0"/>
          <a:ext cx="0" cy="0"/>
          <a:chOff x="0" y="0"/>
          <a:chExt cx="0" cy="0"/>
        </a:xfrm>
      </p:grpSpPr>
      <p:sp>
        <p:nvSpPr>
          <p:cNvPr id="91" name="Google Shape;91;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2" name="Google Shape;92;p13"/>
          <p:cNvSpPr txBox="1">
            <a:spLocks noGrp="1"/>
          </p:cNvSpPr>
          <p:nvPr>
            <p:ph type="title" idx="2" hasCustomPrompt="1"/>
          </p:nvPr>
        </p:nvSpPr>
        <p:spPr>
          <a:xfrm>
            <a:off x="720000" y="1480883"/>
            <a:ext cx="734700" cy="4476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a:spLocks noGrp="1"/>
          </p:cNvSpPr>
          <p:nvPr>
            <p:ph type="title" idx="3" hasCustomPrompt="1"/>
          </p:nvPr>
        </p:nvSpPr>
        <p:spPr>
          <a:xfrm>
            <a:off x="720000" y="2990491"/>
            <a:ext cx="734700" cy="4476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title" idx="4" hasCustomPrompt="1"/>
          </p:nvPr>
        </p:nvSpPr>
        <p:spPr>
          <a:xfrm>
            <a:off x="3306000" y="1480883"/>
            <a:ext cx="734700" cy="4476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5" name="Google Shape;95;p13"/>
          <p:cNvSpPr txBox="1">
            <a:spLocks noGrp="1"/>
          </p:cNvSpPr>
          <p:nvPr>
            <p:ph type="title" idx="5" hasCustomPrompt="1"/>
          </p:nvPr>
        </p:nvSpPr>
        <p:spPr>
          <a:xfrm>
            <a:off x="3306000" y="2990491"/>
            <a:ext cx="734700" cy="4476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6" name="Google Shape;96;p13"/>
          <p:cNvSpPr txBox="1">
            <a:spLocks noGrp="1"/>
          </p:cNvSpPr>
          <p:nvPr>
            <p:ph type="title" idx="6" hasCustomPrompt="1"/>
          </p:nvPr>
        </p:nvSpPr>
        <p:spPr>
          <a:xfrm>
            <a:off x="5892000" y="1480883"/>
            <a:ext cx="734700" cy="4476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7" name="Google Shape;97;p13"/>
          <p:cNvSpPr txBox="1">
            <a:spLocks noGrp="1"/>
          </p:cNvSpPr>
          <p:nvPr>
            <p:ph type="title" idx="7" hasCustomPrompt="1"/>
          </p:nvPr>
        </p:nvSpPr>
        <p:spPr>
          <a:xfrm>
            <a:off x="5892000" y="2990491"/>
            <a:ext cx="734700" cy="4476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8" name="Google Shape;98;p13"/>
          <p:cNvSpPr txBox="1">
            <a:spLocks noGrp="1"/>
          </p:cNvSpPr>
          <p:nvPr>
            <p:ph type="subTitle" idx="1"/>
          </p:nvPr>
        </p:nvSpPr>
        <p:spPr>
          <a:xfrm>
            <a:off x="720000" y="2026450"/>
            <a:ext cx="2532000" cy="50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99" name="Google Shape;99;p13"/>
          <p:cNvSpPr txBox="1">
            <a:spLocks noGrp="1"/>
          </p:cNvSpPr>
          <p:nvPr>
            <p:ph type="subTitle" idx="8"/>
          </p:nvPr>
        </p:nvSpPr>
        <p:spPr>
          <a:xfrm>
            <a:off x="3306000" y="2026450"/>
            <a:ext cx="2532000" cy="50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0" name="Google Shape;100;p13"/>
          <p:cNvSpPr txBox="1">
            <a:spLocks noGrp="1"/>
          </p:cNvSpPr>
          <p:nvPr>
            <p:ph type="subTitle" idx="9"/>
          </p:nvPr>
        </p:nvSpPr>
        <p:spPr>
          <a:xfrm>
            <a:off x="5892000" y="2026450"/>
            <a:ext cx="2532000" cy="502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1" name="Google Shape;101;p13"/>
          <p:cNvSpPr txBox="1">
            <a:spLocks noGrp="1"/>
          </p:cNvSpPr>
          <p:nvPr>
            <p:ph type="subTitle" idx="13"/>
          </p:nvPr>
        </p:nvSpPr>
        <p:spPr>
          <a:xfrm>
            <a:off x="720000" y="3544900"/>
            <a:ext cx="2532000" cy="49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2" name="Google Shape;102;p13"/>
          <p:cNvSpPr txBox="1">
            <a:spLocks noGrp="1"/>
          </p:cNvSpPr>
          <p:nvPr>
            <p:ph type="subTitle" idx="14"/>
          </p:nvPr>
        </p:nvSpPr>
        <p:spPr>
          <a:xfrm>
            <a:off x="3306000" y="3544900"/>
            <a:ext cx="2532000" cy="49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03" name="Google Shape;103;p13"/>
          <p:cNvSpPr txBox="1">
            <a:spLocks noGrp="1"/>
          </p:cNvSpPr>
          <p:nvPr>
            <p:ph type="subTitle" idx="15"/>
          </p:nvPr>
        </p:nvSpPr>
        <p:spPr>
          <a:xfrm>
            <a:off x="5892000" y="3544900"/>
            <a:ext cx="2532000" cy="49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104" name="Google Shape;104;p13"/>
          <p:cNvGrpSpPr/>
          <p:nvPr/>
        </p:nvGrpSpPr>
        <p:grpSpPr>
          <a:xfrm>
            <a:off x="0" y="4"/>
            <a:ext cx="9144004" cy="5143496"/>
            <a:chOff x="0" y="4"/>
            <a:chExt cx="9144004" cy="5143496"/>
          </a:xfrm>
        </p:grpSpPr>
        <p:pic>
          <p:nvPicPr>
            <p:cNvPr id="105" name="Google Shape;105;p13"/>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06" name="Google Shape;106;p13"/>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07" name="Google Shape;107;p13"/>
          <p:cNvGrpSpPr/>
          <p:nvPr/>
        </p:nvGrpSpPr>
        <p:grpSpPr>
          <a:xfrm rot="-10539848" flipH="1">
            <a:off x="6108563" y="4049075"/>
            <a:ext cx="4573901" cy="3479217"/>
            <a:chOff x="1522650" y="1117750"/>
            <a:chExt cx="4574075" cy="3479350"/>
          </a:xfrm>
        </p:grpSpPr>
        <p:sp>
          <p:nvSpPr>
            <p:cNvPr id="108" name="Google Shape;108;p13"/>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3"/>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110"/>
        <p:cNvGrpSpPr/>
        <p:nvPr/>
      </p:nvGrpSpPr>
      <p:grpSpPr>
        <a:xfrm>
          <a:off x="0" y="0"/>
          <a:ext cx="0" cy="0"/>
          <a:chOff x="0" y="0"/>
          <a:chExt cx="0" cy="0"/>
        </a:xfrm>
      </p:grpSpPr>
      <p:grpSp>
        <p:nvGrpSpPr>
          <p:cNvPr id="111" name="Google Shape;111;p14"/>
          <p:cNvGrpSpPr/>
          <p:nvPr/>
        </p:nvGrpSpPr>
        <p:grpSpPr>
          <a:xfrm>
            <a:off x="0" y="0"/>
            <a:ext cx="9144001" cy="5143500"/>
            <a:chOff x="0" y="0"/>
            <a:chExt cx="9144001" cy="5143500"/>
          </a:xfrm>
        </p:grpSpPr>
        <p:pic>
          <p:nvPicPr>
            <p:cNvPr id="112" name="Google Shape;112;p14"/>
            <p:cNvPicPr preferRelativeResize="0"/>
            <p:nvPr/>
          </p:nvPicPr>
          <p:blipFill>
            <a:blip r:embed="rId2">
              <a:alphaModFix/>
            </a:blip>
            <a:stretch>
              <a:fillRect/>
            </a:stretch>
          </p:blipFill>
          <p:spPr>
            <a:xfrm rot="10800000" flipH="1">
              <a:off x="0" y="2052950"/>
              <a:ext cx="4220500" cy="3090550"/>
            </a:xfrm>
            <a:prstGeom prst="rect">
              <a:avLst/>
            </a:prstGeom>
            <a:noFill/>
            <a:ln>
              <a:noFill/>
            </a:ln>
          </p:spPr>
        </p:pic>
        <p:pic>
          <p:nvPicPr>
            <p:cNvPr id="113" name="Google Shape;113;p14"/>
            <p:cNvPicPr preferRelativeResize="0"/>
            <p:nvPr/>
          </p:nvPicPr>
          <p:blipFill>
            <a:blip r:embed="rId3">
              <a:alphaModFix/>
            </a:blip>
            <a:stretch>
              <a:fillRect/>
            </a:stretch>
          </p:blipFill>
          <p:spPr>
            <a:xfrm rot="10800000" flipH="1">
              <a:off x="6764924" y="0"/>
              <a:ext cx="2379077" cy="3237334"/>
            </a:xfrm>
            <a:prstGeom prst="rect">
              <a:avLst/>
            </a:prstGeom>
            <a:noFill/>
            <a:ln>
              <a:noFill/>
            </a:ln>
          </p:spPr>
        </p:pic>
      </p:grpSp>
      <p:grpSp>
        <p:nvGrpSpPr>
          <p:cNvPr id="114" name="Google Shape;114;p14"/>
          <p:cNvGrpSpPr/>
          <p:nvPr/>
        </p:nvGrpSpPr>
        <p:grpSpPr>
          <a:xfrm rot="10800000">
            <a:off x="6704226" y="3811697"/>
            <a:ext cx="4574075" cy="3479350"/>
            <a:chOff x="1522650" y="1117750"/>
            <a:chExt cx="4574075" cy="3479350"/>
          </a:xfrm>
        </p:grpSpPr>
        <p:sp>
          <p:nvSpPr>
            <p:cNvPr id="115" name="Google Shape;115;p14"/>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4"/>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 name="Google Shape;117;p1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p:cSld name="CUSTOM_4">
    <p:spTree>
      <p:nvGrpSpPr>
        <p:cNvPr id="1" name="Shape 118"/>
        <p:cNvGrpSpPr/>
        <p:nvPr/>
      </p:nvGrpSpPr>
      <p:grpSpPr>
        <a:xfrm>
          <a:off x="0" y="0"/>
          <a:ext cx="0" cy="0"/>
          <a:chOff x="0" y="0"/>
          <a:chExt cx="0" cy="0"/>
        </a:xfrm>
      </p:grpSpPr>
      <p:grpSp>
        <p:nvGrpSpPr>
          <p:cNvPr id="119" name="Google Shape;119;p15"/>
          <p:cNvGrpSpPr/>
          <p:nvPr/>
        </p:nvGrpSpPr>
        <p:grpSpPr>
          <a:xfrm>
            <a:off x="0" y="4"/>
            <a:ext cx="9144004" cy="5143496"/>
            <a:chOff x="0" y="4"/>
            <a:chExt cx="9144004" cy="5143496"/>
          </a:xfrm>
        </p:grpSpPr>
        <p:pic>
          <p:nvPicPr>
            <p:cNvPr id="120" name="Google Shape;120;p15"/>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21" name="Google Shape;121;p15"/>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22" name="Google Shape;122;p15"/>
          <p:cNvGrpSpPr/>
          <p:nvPr/>
        </p:nvGrpSpPr>
        <p:grpSpPr>
          <a:xfrm rot="-10539848" flipH="1">
            <a:off x="6108563" y="4049075"/>
            <a:ext cx="4573901" cy="3479217"/>
            <a:chOff x="1522650" y="1117750"/>
            <a:chExt cx="4574075" cy="3479350"/>
          </a:xfrm>
        </p:grpSpPr>
        <p:sp>
          <p:nvSpPr>
            <p:cNvPr id="123" name="Google Shape;123;p15"/>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15"/>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125;p15"/>
          <p:cNvSpPr txBox="1">
            <a:spLocks noGrp="1"/>
          </p:cNvSpPr>
          <p:nvPr>
            <p:ph type="title"/>
          </p:nvPr>
        </p:nvSpPr>
        <p:spPr>
          <a:xfrm>
            <a:off x="3889175" y="1000050"/>
            <a:ext cx="3205500" cy="10554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6" name="Google Shape;126;p15"/>
          <p:cNvSpPr txBox="1">
            <a:spLocks noGrp="1"/>
          </p:cNvSpPr>
          <p:nvPr>
            <p:ph type="subTitle" idx="1"/>
          </p:nvPr>
        </p:nvSpPr>
        <p:spPr>
          <a:xfrm>
            <a:off x="3889175" y="2131950"/>
            <a:ext cx="4185300" cy="2011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AutoNum type="arabicPeriod"/>
              <a:defRPr/>
            </a:lvl1pPr>
            <a:lvl2pPr lvl="1" algn="ctr" rtl="0">
              <a:lnSpc>
                <a:spcPct val="100000"/>
              </a:lnSpc>
              <a:spcBef>
                <a:spcPts val="0"/>
              </a:spcBef>
              <a:spcAft>
                <a:spcPts val="0"/>
              </a:spcAft>
              <a:buSzPts val="1200"/>
              <a:buAutoNum type="alphaLcPeriod"/>
              <a:defRPr/>
            </a:lvl2pPr>
            <a:lvl3pPr lvl="2" algn="ctr" rtl="0">
              <a:lnSpc>
                <a:spcPct val="100000"/>
              </a:lnSpc>
              <a:spcBef>
                <a:spcPts val="0"/>
              </a:spcBef>
              <a:spcAft>
                <a:spcPts val="0"/>
              </a:spcAft>
              <a:buSzPts val="1200"/>
              <a:buAutoNum type="romanLcPeriod"/>
              <a:defRPr/>
            </a:lvl3pPr>
            <a:lvl4pPr lvl="3" algn="ctr" rtl="0">
              <a:lnSpc>
                <a:spcPct val="100000"/>
              </a:lnSpc>
              <a:spcBef>
                <a:spcPts val="0"/>
              </a:spcBef>
              <a:spcAft>
                <a:spcPts val="0"/>
              </a:spcAft>
              <a:buSzPts val="1200"/>
              <a:buAutoNum type="arabicPeriod"/>
              <a:defRPr/>
            </a:lvl4pPr>
            <a:lvl5pPr lvl="4" algn="ctr" rtl="0">
              <a:lnSpc>
                <a:spcPct val="100000"/>
              </a:lnSpc>
              <a:spcBef>
                <a:spcPts val="0"/>
              </a:spcBef>
              <a:spcAft>
                <a:spcPts val="0"/>
              </a:spcAft>
              <a:buSzPts val="1200"/>
              <a:buAutoNum type="alphaLcPeriod"/>
              <a:defRPr/>
            </a:lvl5pPr>
            <a:lvl6pPr lvl="5" algn="ctr" rtl="0">
              <a:lnSpc>
                <a:spcPct val="100000"/>
              </a:lnSpc>
              <a:spcBef>
                <a:spcPts val="0"/>
              </a:spcBef>
              <a:spcAft>
                <a:spcPts val="0"/>
              </a:spcAft>
              <a:buSzPts val="1200"/>
              <a:buAutoNum type="romanLcPeriod"/>
              <a:defRPr/>
            </a:lvl6pPr>
            <a:lvl7pPr lvl="6" algn="ctr" rtl="0">
              <a:lnSpc>
                <a:spcPct val="100000"/>
              </a:lnSpc>
              <a:spcBef>
                <a:spcPts val="0"/>
              </a:spcBef>
              <a:spcAft>
                <a:spcPts val="0"/>
              </a:spcAft>
              <a:buSzPts val="1200"/>
              <a:buAutoNum type="arabicPeriod"/>
              <a:defRPr/>
            </a:lvl7pPr>
            <a:lvl8pPr lvl="7" algn="ctr" rtl="0">
              <a:lnSpc>
                <a:spcPct val="100000"/>
              </a:lnSpc>
              <a:spcBef>
                <a:spcPts val="0"/>
              </a:spcBef>
              <a:spcAft>
                <a:spcPts val="0"/>
              </a:spcAft>
              <a:buSzPts val="1200"/>
              <a:buAutoNum type="alphaLcPeriod"/>
              <a:defRPr/>
            </a:lvl8pPr>
            <a:lvl9pPr lvl="8" algn="ctr" rtl="0">
              <a:lnSpc>
                <a:spcPct val="100000"/>
              </a:lnSpc>
              <a:spcBef>
                <a:spcPts val="0"/>
              </a:spcBef>
              <a:spcAft>
                <a:spcPts val="0"/>
              </a:spcAft>
              <a:buSzPts val="1200"/>
              <a:buAutoNum type="romanLcPeriod"/>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1">
  <p:cSld name="CUSTOM_4_1">
    <p:spTree>
      <p:nvGrpSpPr>
        <p:cNvPr id="1" name="Shape 127"/>
        <p:cNvGrpSpPr/>
        <p:nvPr/>
      </p:nvGrpSpPr>
      <p:grpSpPr>
        <a:xfrm>
          <a:off x="0" y="0"/>
          <a:ext cx="0" cy="0"/>
          <a:chOff x="0" y="0"/>
          <a:chExt cx="0" cy="0"/>
        </a:xfrm>
      </p:grpSpPr>
      <p:grpSp>
        <p:nvGrpSpPr>
          <p:cNvPr id="128" name="Google Shape;128;p16"/>
          <p:cNvGrpSpPr/>
          <p:nvPr/>
        </p:nvGrpSpPr>
        <p:grpSpPr>
          <a:xfrm>
            <a:off x="0" y="0"/>
            <a:ext cx="9144001" cy="5143500"/>
            <a:chOff x="0" y="0"/>
            <a:chExt cx="9144001" cy="5143500"/>
          </a:xfrm>
        </p:grpSpPr>
        <p:pic>
          <p:nvPicPr>
            <p:cNvPr id="129" name="Google Shape;129;p16"/>
            <p:cNvPicPr preferRelativeResize="0"/>
            <p:nvPr/>
          </p:nvPicPr>
          <p:blipFill>
            <a:blip r:embed="rId2">
              <a:alphaModFix/>
            </a:blip>
            <a:stretch>
              <a:fillRect/>
            </a:stretch>
          </p:blipFill>
          <p:spPr>
            <a:xfrm rot="10800000" flipH="1">
              <a:off x="0" y="2052950"/>
              <a:ext cx="4220500" cy="3090550"/>
            </a:xfrm>
            <a:prstGeom prst="rect">
              <a:avLst/>
            </a:prstGeom>
            <a:noFill/>
            <a:ln>
              <a:noFill/>
            </a:ln>
          </p:spPr>
        </p:pic>
        <p:pic>
          <p:nvPicPr>
            <p:cNvPr id="130" name="Google Shape;130;p16"/>
            <p:cNvPicPr preferRelativeResize="0"/>
            <p:nvPr/>
          </p:nvPicPr>
          <p:blipFill>
            <a:blip r:embed="rId3">
              <a:alphaModFix/>
            </a:blip>
            <a:stretch>
              <a:fillRect/>
            </a:stretch>
          </p:blipFill>
          <p:spPr>
            <a:xfrm rot="10800000" flipH="1">
              <a:off x="6764924" y="0"/>
              <a:ext cx="2379077" cy="3237334"/>
            </a:xfrm>
            <a:prstGeom prst="rect">
              <a:avLst/>
            </a:prstGeom>
            <a:noFill/>
            <a:ln>
              <a:noFill/>
            </a:ln>
          </p:spPr>
        </p:pic>
      </p:grpSp>
      <p:grpSp>
        <p:nvGrpSpPr>
          <p:cNvPr id="131" name="Google Shape;131;p16"/>
          <p:cNvGrpSpPr/>
          <p:nvPr/>
        </p:nvGrpSpPr>
        <p:grpSpPr>
          <a:xfrm rot="10800000">
            <a:off x="6704226" y="3811697"/>
            <a:ext cx="4574075" cy="3479350"/>
            <a:chOff x="1522650" y="1117750"/>
            <a:chExt cx="4574075" cy="3479350"/>
          </a:xfrm>
        </p:grpSpPr>
        <p:sp>
          <p:nvSpPr>
            <p:cNvPr id="132" name="Google Shape;132;p16"/>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6"/>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 name="Google Shape;134;p16"/>
          <p:cNvSpPr txBox="1">
            <a:spLocks noGrp="1"/>
          </p:cNvSpPr>
          <p:nvPr>
            <p:ph type="title"/>
          </p:nvPr>
        </p:nvSpPr>
        <p:spPr>
          <a:xfrm>
            <a:off x="713225" y="707075"/>
            <a:ext cx="2345400" cy="974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35" name="Google Shape;135;p16"/>
          <p:cNvSpPr txBox="1">
            <a:spLocks noGrp="1"/>
          </p:cNvSpPr>
          <p:nvPr>
            <p:ph type="subTitle" idx="1"/>
          </p:nvPr>
        </p:nvSpPr>
        <p:spPr>
          <a:xfrm>
            <a:off x="713225" y="1606775"/>
            <a:ext cx="2345400" cy="112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36" name="Google Shape;136;p16"/>
          <p:cNvSpPr>
            <a:spLocks noGrp="1"/>
          </p:cNvSpPr>
          <p:nvPr>
            <p:ph type="pic" idx="2"/>
          </p:nvPr>
        </p:nvSpPr>
        <p:spPr>
          <a:xfrm>
            <a:off x="5588500" y="539500"/>
            <a:ext cx="2801100" cy="4064700"/>
          </a:xfrm>
          <a:prstGeom prst="roundRect">
            <a:avLst>
              <a:gd name="adj" fmla="val 16667"/>
            </a:avLst>
          </a:prstGeom>
          <a:noFill/>
          <a:ln>
            <a:noFill/>
          </a:ln>
        </p:spPr>
        <p:txBody>
          <a:bodyPr/>
          <a:lstStyle/>
          <a:p>
            <a:endParaRPr lang="hu-HU"/>
          </a:p>
        </p:txBody>
      </p:sp>
      <p:sp>
        <p:nvSpPr>
          <p:cNvPr id="137" name="Google Shape;137;p16"/>
          <p:cNvSpPr>
            <a:spLocks noGrp="1"/>
          </p:cNvSpPr>
          <p:nvPr>
            <p:ph type="pic" idx="3"/>
          </p:nvPr>
        </p:nvSpPr>
        <p:spPr>
          <a:xfrm>
            <a:off x="3171450" y="539500"/>
            <a:ext cx="2304300" cy="2285700"/>
          </a:xfrm>
          <a:prstGeom prst="roundRect">
            <a:avLst>
              <a:gd name="adj" fmla="val 16667"/>
            </a:avLst>
          </a:prstGeom>
          <a:noFill/>
          <a:ln>
            <a:noFill/>
          </a:ln>
        </p:spPr>
        <p:txBody>
          <a:bodyPr/>
          <a:lstStyle/>
          <a:p>
            <a:endParaRPr lang="hu-HU"/>
          </a:p>
        </p:txBody>
      </p:sp>
      <p:sp>
        <p:nvSpPr>
          <p:cNvPr id="138" name="Google Shape;138;p16"/>
          <p:cNvSpPr>
            <a:spLocks noGrp="1"/>
          </p:cNvSpPr>
          <p:nvPr>
            <p:ph type="pic" idx="4"/>
          </p:nvPr>
        </p:nvSpPr>
        <p:spPr>
          <a:xfrm>
            <a:off x="3171450" y="2953775"/>
            <a:ext cx="2304300" cy="1650300"/>
          </a:xfrm>
          <a:prstGeom prst="roundRect">
            <a:avLst>
              <a:gd name="adj" fmla="val 16667"/>
            </a:avLst>
          </a:prstGeom>
          <a:noFill/>
          <a:ln>
            <a:noFill/>
          </a:ln>
        </p:spPr>
        <p:txBody>
          <a:bodyPr/>
          <a:lstStyle/>
          <a:p>
            <a:endParaRPr lang="hu-HU"/>
          </a:p>
        </p:txBody>
      </p:sp>
      <p:sp>
        <p:nvSpPr>
          <p:cNvPr id="139" name="Google Shape;139;p16"/>
          <p:cNvSpPr>
            <a:spLocks noGrp="1"/>
          </p:cNvSpPr>
          <p:nvPr>
            <p:ph type="pic" idx="5"/>
          </p:nvPr>
        </p:nvSpPr>
        <p:spPr>
          <a:xfrm>
            <a:off x="754400" y="2953775"/>
            <a:ext cx="2304300" cy="1650300"/>
          </a:xfrm>
          <a:prstGeom prst="roundRect">
            <a:avLst>
              <a:gd name="adj" fmla="val 16667"/>
            </a:avLst>
          </a:prstGeom>
          <a:noFill/>
          <a:ln>
            <a:noFill/>
          </a:ln>
        </p:spPr>
        <p:txBody>
          <a:bodyPr/>
          <a:lstStyle/>
          <a:p>
            <a:endParaRPr lang="hu-HU"/>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2">
  <p:cSld name="CUSTOM_4_2">
    <p:spTree>
      <p:nvGrpSpPr>
        <p:cNvPr id="1" name="Shape 140"/>
        <p:cNvGrpSpPr/>
        <p:nvPr/>
      </p:nvGrpSpPr>
      <p:grpSpPr>
        <a:xfrm>
          <a:off x="0" y="0"/>
          <a:ext cx="0" cy="0"/>
          <a:chOff x="0" y="0"/>
          <a:chExt cx="0" cy="0"/>
        </a:xfrm>
      </p:grpSpPr>
      <p:grpSp>
        <p:nvGrpSpPr>
          <p:cNvPr id="141" name="Google Shape;141;p17"/>
          <p:cNvGrpSpPr/>
          <p:nvPr/>
        </p:nvGrpSpPr>
        <p:grpSpPr>
          <a:xfrm>
            <a:off x="0" y="4"/>
            <a:ext cx="9144004" cy="5143496"/>
            <a:chOff x="0" y="4"/>
            <a:chExt cx="9144004" cy="5143496"/>
          </a:xfrm>
        </p:grpSpPr>
        <p:pic>
          <p:nvPicPr>
            <p:cNvPr id="142" name="Google Shape;142;p17"/>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43" name="Google Shape;143;p17"/>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44" name="Google Shape;144;p17"/>
          <p:cNvGrpSpPr/>
          <p:nvPr/>
        </p:nvGrpSpPr>
        <p:grpSpPr>
          <a:xfrm rot="-10539848" flipH="1">
            <a:off x="6108563" y="4049075"/>
            <a:ext cx="4573901" cy="3479217"/>
            <a:chOff x="1522650" y="1117750"/>
            <a:chExt cx="4574075" cy="3479350"/>
          </a:xfrm>
        </p:grpSpPr>
        <p:sp>
          <p:nvSpPr>
            <p:cNvPr id="145" name="Google Shape;145;p17"/>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7"/>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 name="Google Shape;147;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48" name="Google Shape;148;p17"/>
          <p:cNvSpPr txBox="1">
            <a:spLocks noGrp="1"/>
          </p:cNvSpPr>
          <p:nvPr>
            <p:ph type="subTitle" idx="1"/>
          </p:nvPr>
        </p:nvSpPr>
        <p:spPr>
          <a:xfrm>
            <a:off x="719975" y="1164450"/>
            <a:ext cx="3748800" cy="11889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1"/>
              </a:buClr>
              <a:buSzPts val="1200"/>
              <a:buChar char="●"/>
              <a:defRPr/>
            </a:lvl1pPr>
            <a:lvl2pPr lvl="1">
              <a:spcBef>
                <a:spcPts val="0"/>
              </a:spcBef>
              <a:spcAft>
                <a:spcPts val="0"/>
              </a:spcAft>
              <a:buSzPts val="1200"/>
              <a:buChar char="○"/>
              <a:defRPr/>
            </a:lvl2pPr>
            <a:lvl3pPr lvl="2">
              <a:spcBef>
                <a:spcPts val="0"/>
              </a:spcBef>
              <a:spcAft>
                <a:spcPts val="0"/>
              </a:spcAft>
              <a:buSzPts val="1200"/>
              <a:buChar char="■"/>
              <a:defRPr/>
            </a:lvl3pPr>
            <a:lvl4pPr lvl="3">
              <a:spcBef>
                <a:spcPts val="0"/>
              </a:spcBef>
              <a:spcAft>
                <a:spcPts val="0"/>
              </a:spcAft>
              <a:buSzPts val="1200"/>
              <a:buChar char="●"/>
              <a:defRPr/>
            </a:lvl4pPr>
            <a:lvl5pPr lvl="4">
              <a:spcBef>
                <a:spcPts val="0"/>
              </a:spcBef>
              <a:spcAft>
                <a:spcPts val="0"/>
              </a:spcAft>
              <a:buSzPts val="1200"/>
              <a:buChar char="○"/>
              <a:defRPr/>
            </a:lvl5pPr>
            <a:lvl6pPr lvl="5">
              <a:spcBef>
                <a:spcPts val="0"/>
              </a:spcBef>
              <a:spcAft>
                <a:spcPts val="0"/>
              </a:spcAft>
              <a:buSzPts val="1200"/>
              <a:buChar char="■"/>
              <a:defRPr/>
            </a:lvl6pPr>
            <a:lvl7pPr lvl="6">
              <a:spcBef>
                <a:spcPts val="0"/>
              </a:spcBef>
              <a:spcAft>
                <a:spcPts val="0"/>
              </a:spcAft>
              <a:buSzPts val="1200"/>
              <a:buChar char="●"/>
              <a:defRPr/>
            </a:lvl7pPr>
            <a:lvl8pPr lvl="7">
              <a:spcBef>
                <a:spcPts val="0"/>
              </a:spcBef>
              <a:spcAft>
                <a:spcPts val="0"/>
              </a:spcAft>
              <a:buSzPts val="1200"/>
              <a:buChar char="○"/>
              <a:defRPr/>
            </a:lvl8pPr>
            <a:lvl9pPr lvl="8">
              <a:spcBef>
                <a:spcPts val="0"/>
              </a:spcBef>
              <a:spcAft>
                <a:spcPts val="0"/>
              </a:spcAft>
              <a:buSzPts val="1200"/>
              <a:buChar char="■"/>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3">
  <p:cSld name="CUSTOM_4_3">
    <p:spTree>
      <p:nvGrpSpPr>
        <p:cNvPr id="1" name="Shape 149"/>
        <p:cNvGrpSpPr/>
        <p:nvPr/>
      </p:nvGrpSpPr>
      <p:grpSpPr>
        <a:xfrm>
          <a:off x="0" y="0"/>
          <a:ext cx="0" cy="0"/>
          <a:chOff x="0" y="0"/>
          <a:chExt cx="0" cy="0"/>
        </a:xfrm>
      </p:grpSpPr>
      <p:grpSp>
        <p:nvGrpSpPr>
          <p:cNvPr id="150" name="Google Shape;150;p18"/>
          <p:cNvGrpSpPr/>
          <p:nvPr/>
        </p:nvGrpSpPr>
        <p:grpSpPr>
          <a:xfrm>
            <a:off x="0" y="0"/>
            <a:ext cx="9144001" cy="5143500"/>
            <a:chOff x="0" y="0"/>
            <a:chExt cx="9144001" cy="5143500"/>
          </a:xfrm>
        </p:grpSpPr>
        <p:pic>
          <p:nvPicPr>
            <p:cNvPr id="151" name="Google Shape;151;p18"/>
            <p:cNvPicPr preferRelativeResize="0"/>
            <p:nvPr/>
          </p:nvPicPr>
          <p:blipFill>
            <a:blip r:embed="rId2">
              <a:alphaModFix/>
            </a:blip>
            <a:stretch>
              <a:fillRect/>
            </a:stretch>
          </p:blipFill>
          <p:spPr>
            <a:xfrm rot="10800000" flipH="1">
              <a:off x="0" y="2052950"/>
              <a:ext cx="4220500" cy="3090550"/>
            </a:xfrm>
            <a:prstGeom prst="rect">
              <a:avLst/>
            </a:prstGeom>
            <a:noFill/>
            <a:ln>
              <a:noFill/>
            </a:ln>
          </p:spPr>
        </p:pic>
        <p:pic>
          <p:nvPicPr>
            <p:cNvPr id="152" name="Google Shape;152;p18"/>
            <p:cNvPicPr preferRelativeResize="0"/>
            <p:nvPr/>
          </p:nvPicPr>
          <p:blipFill>
            <a:blip r:embed="rId3">
              <a:alphaModFix/>
            </a:blip>
            <a:stretch>
              <a:fillRect/>
            </a:stretch>
          </p:blipFill>
          <p:spPr>
            <a:xfrm rot="10800000" flipH="1">
              <a:off x="6764924" y="0"/>
              <a:ext cx="2379077" cy="3237334"/>
            </a:xfrm>
            <a:prstGeom prst="rect">
              <a:avLst/>
            </a:prstGeom>
            <a:noFill/>
            <a:ln>
              <a:noFill/>
            </a:ln>
          </p:spPr>
        </p:pic>
      </p:grpSp>
      <p:grpSp>
        <p:nvGrpSpPr>
          <p:cNvPr id="153" name="Google Shape;153;p18"/>
          <p:cNvGrpSpPr/>
          <p:nvPr/>
        </p:nvGrpSpPr>
        <p:grpSpPr>
          <a:xfrm rot="10800000">
            <a:off x="6704226" y="3811697"/>
            <a:ext cx="4574075" cy="3479350"/>
            <a:chOff x="1522650" y="1117750"/>
            <a:chExt cx="4574075" cy="3479350"/>
          </a:xfrm>
        </p:grpSpPr>
        <p:sp>
          <p:nvSpPr>
            <p:cNvPr id="154" name="Google Shape;154;p18"/>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18"/>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 name="Google Shape;156;p18"/>
          <p:cNvSpPr txBox="1">
            <a:spLocks noGrp="1"/>
          </p:cNvSpPr>
          <p:nvPr>
            <p:ph type="subTitle" idx="1"/>
          </p:nvPr>
        </p:nvSpPr>
        <p:spPr>
          <a:xfrm>
            <a:off x="719975" y="1393800"/>
            <a:ext cx="5015400" cy="22035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1"/>
              </a:buClr>
              <a:buSzPts val="1200"/>
              <a:buChar char="●"/>
              <a:defRPr/>
            </a:lvl1pPr>
            <a:lvl2pPr lvl="1" rtl="0">
              <a:spcBef>
                <a:spcPts val="0"/>
              </a:spcBef>
              <a:spcAft>
                <a:spcPts val="0"/>
              </a:spcAft>
              <a:buSzPts val="1200"/>
              <a:buChar char="○"/>
              <a:defRPr/>
            </a:lvl2pPr>
            <a:lvl3pPr lvl="2" rtl="0">
              <a:spcBef>
                <a:spcPts val="0"/>
              </a:spcBef>
              <a:spcAft>
                <a:spcPts val="0"/>
              </a:spcAft>
              <a:buSzPts val="1200"/>
              <a:buChar char="■"/>
              <a:defRPr/>
            </a:lvl3pPr>
            <a:lvl4pPr lvl="3" rtl="0">
              <a:spcBef>
                <a:spcPts val="0"/>
              </a:spcBef>
              <a:spcAft>
                <a:spcPts val="0"/>
              </a:spcAft>
              <a:buSzPts val="1200"/>
              <a:buChar char="●"/>
              <a:defRPr/>
            </a:lvl4pPr>
            <a:lvl5pPr lvl="4" rtl="0">
              <a:spcBef>
                <a:spcPts val="0"/>
              </a:spcBef>
              <a:spcAft>
                <a:spcPts val="0"/>
              </a:spcAft>
              <a:buSzPts val="1200"/>
              <a:buChar char="○"/>
              <a:defRPr/>
            </a:lvl5pPr>
            <a:lvl6pPr lvl="5" rtl="0">
              <a:spcBef>
                <a:spcPts val="0"/>
              </a:spcBef>
              <a:spcAft>
                <a:spcPts val="0"/>
              </a:spcAft>
              <a:buSzPts val="1200"/>
              <a:buChar char="■"/>
              <a:defRPr/>
            </a:lvl6pPr>
            <a:lvl7pPr lvl="6" rtl="0">
              <a:spcBef>
                <a:spcPts val="0"/>
              </a:spcBef>
              <a:spcAft>
                <a:spcPts val="0"/>
              </a:spcAft>
              <a:buSzPts val="1200"/>
              <a:buChar char="●"/>
              <a:defRPr/>
            </a:lvl7pPr>
            <a:lvl8pPr lvl="7" rtl="0">
              <a:spcBef>
                <a:spcPts val="0"/>
              </a:spcBef>
              <a:spcAft>
                <a:spcPts val="0"/>
              </a:spcAft>
              <a:buSzPts val="1200"/>
              <a:buChar char="○"/>
              <a:defRPr/>
            </a:lvl8pPr>
            <a:lvl9pPr lvl="8" rtl="0">
              <a:spcBef>
                <a:spcPts val="0"/>
              </a:spcBef>
              <a:spcAft>
                <a:spcPts val="0"/>
              </a:spcAft>
              <a:buSzPts val="1200"/>
              <a:buChar char="■"/>
              <a:defRPr/>
            </a:lvl9pPr>
          </a:lstStyle>
          <a:p>
            <a:endParaRPr/>
          </a:p>
        </p:txBody>
      </p:sp>
      <p:sp>
        <p:nvSpPr>
          <p:cNvPr id="157" name="Google Shape;157;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58"/>
        <p:cNvGrpSpPr/>
        <p:nvPr/>
      </p:nvGrpSpPr>
      <p:grpSpPr>
        <a:xfrm>
          <a:off x="0" y="0"/>
          <a:ext cx="0" cy="0"/>
          <a:chOff x="0" y="0"/>
          <a:chExt cx="0" cy="0"/>
        </a:xfrm>
      </p:grpSpPr>
      <p:grpSp>
        <p:nvGrpSpPr>
          <p:cNvPr id="159" name="Google Shape;159;p19"/>
          <p:cNvGrpSpPr/>
          <p:nvPr/>
        </p:nvGrpSpPr>
        <p:grpSpPr>
          <a:xfrm>
            <a:off x="0" y="0"/>
            <a:ext cx="9144001" cy="5143500"/>
            <a:chOff x="0" y="0"/>
            <a:chExt cx="9144001" cy="5143500"/>
          </a:xfrm>
        </p:grpSpPr>
        <p:pic>
          <p:nvPicPr>
            <p:cNvPr id="160" name="Google Shape;160;p19"/>
            <p:cNvPicPr preferRelativeResize="0"/>
            <p:nvPr/>
          </p:nvPicPr>
          <p:blipFill>
            <a:blip r:embed="rId2">
              <a:alphaModFix/>
            </a:blip>
            <a:stretch>
              <a:fillRect/>
            </a:stretch>
          </p:blipFill>
          <p:spPr>
            <a:xfrm rot="10800000" flipH="1">
              <a:off x="0" y="2052950"/>
              <a:ext cx="4220500" cy="3090550"/>
            </a:xfrm>
            <a:prstGeom prst="rect">
              <a:avLst/>
            </a:prstGeom>
            <a:noFill/>
            <a:ln>
              <a:noFill/>
            </a:ln>
          </p:spPr>
        </p:pic>
        <p:pic>
          <p:nvPicPr>
            <p:cNvPr id="161" name="Google Shape;161;p19"/>
            <p:cNvPicPr preferRelativeResize="0"/>
            <p:nvPr/>
          </p:nvPicPr>
          <p:blipFill>
            <a:blip r:embed="rId3">
              <a:alphaModFix/>
            </a:blip>
            <a:stretch>
              <a:fillRect/>
            </a:stretch>
          </p:blipFill>
          <p:spPr>
            <a:xfrm rot="10800000" flipH="1">
              <a:off x="6764924" y="0"/>
              <a:ext cx="2379077" cy="3237334"/>
            </a:xfrm>
            <a:prstGeom prst="rect">
              <a:avLst/>
            </a:prstGeom>
            <a:noFill/>
            <a:ln>
              <a:noFill/>
            </a:ln>
          </p:spPr>
        </p:pic>
      </p:grpSp>
      <p:grpSp>
        <p:nvGrpSpPr>
          <p:cNvPr id="162" name="Google Shape;162;p19"/>
          <p:cNvGrpSpPr/>
          <p:nvPr/>
        </p:nvGrpSpPr>
        <p:grpSpPr>
          <a:xfrm rot="10800000">
            <a:off x="6704226" y="3811697"/>
            <a:ext cx="4574075" cy="3479350"/>
            <a:chOff x="1522650" y="1117750"/>
            <a:chExt cx="4574075" cy="3479350"/>
          </a:xfrm>
        </p:grpSpPr>
        <p:sp>
          <p:nvSpPr>
            <p:cNvPr id="163" name="Google Shape;163;p19"/>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19"/>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 name="Google Shape;165;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66" name="Google Shape;166;p19"/>
          <p:cNvSpPr txBox="1">
            <a:spLocks noGrp="1"/>
          </p:cNvSpPr>
          <p:nvPr>
            <p:ph type="subTitle" idx="1"/>
          </p:nvPr>
        </p:nvSpPr>
        <p:spPr>
          <a:xfrm>
            <a:off x="865525" y="2741725"/>
            <a:ext cx="2189400" cy="186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7" name="Google Shape;167;p19"/>
          <p:cNvSpPr txBox="1">
            <a:spLocks noGrp="1"/>
          </p:cNvSpPr>
          <p:nvPr>
            <p:ph type="subTitle" idx="2"/>
          </p:nvPr>
        </p:nvSpPr>
        <p:spPr>
          <a:xfrm>
            <a:off x="3433873" y="2741725"/>
            <a:ext cx="2189400" cy="186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8" name="Google Shape;168;p19"/>
          <p:cNvSpPr txBox="1">
            <a:spLocks noGrp="1"/>
          </p:cNvSpPr>
          <p:nvPr>
            <p:ph type="subTitle" idx="3"/>
          </p:nvPr>
        </p:nvSpPr>
        <p:spPr>
          <a:xfrm>
            <a:off x="6002228" y="2741725"/>
            <a:ext cx="2189400" cy="186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69" name="Google Shape;169;p19"/>
          <p:cNvSpPr txBox="1">
            <a:spLocks noGrp="1"/>
          </p:cNvSpPr>
          <p:nvPr>
            <p:ph type="subTitle" idx="4"/>
          </p:nvPr>
        </p:nvSpPr>
        <p:spPr>
          <a:xfrm>
            <a:off x="865525" y="2046500"/>
            <a:ext cx="2189400" cy="708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70" name="Google Shape;170;p19"/>
          <p:cNvSpPr txBox="1">
            <a:spLocks noGrp="1"/>
          </p:cNvSpPr>
          <p:nvPr>
            <p:ph type="subTitle" idx="5"/>
          </p:nvPr>
        </p:nvSpPr>
        <p:spPr>
          <a:xfrm>
            <a:off x="3433878" y="2046500"/>
            <a:ext cx="2189400" cy="708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71" name="Google Shape;171;p19"/>
          <p:cNvSpPr txBox="1">
            <a:spLocks noGrp="1"/>
          </p:cNvSpPr>
          <p:nvPr>
            <p:ph type="subTitle" idx="6"/>
          </p:nvPr>
        </p:nvSpPr>
        <p:spPr>
          <a:xfrm>
            <a:off x="6002231" y="2046500"/>
            <a:ext cx="2189400" cy="708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72"/>
        <p:cNvGrpSpPr/>
        <p:nvPr/>
      </p:nvGrpSpPr>
      <p:grpSpPr>
        <a:xfrm>
          <a:off x="0" y="0"/>
          <a:ext cx="0" cy="0"/>
          <a:chOff x="0" y="0"/>
          <a:chExt cx="0" cy="0"/>
        </a:xfrm>
      </p:grpSpPr>
      <p:grpSp>
        <p:nvGrpSpPr>
          <p:cNvPr id="173" name="Google Shape;173;p20"/>
          <p:cNvGrpSpPr/>
          <p:nvPr/>
        </p:nvGrpSpPr>
        <p:grpSpPr>
          <a:xfrm>
            <a:off x="0" y="4"/>
            <a:ext cx="9144004" cy="5143496"/>
            <a:chOff x="0" y="4"/>
            <a:chExt cx="9144004" cy="5143496"/>
          </a:xfrm>
        </p:grpSpPr>
        <p:pic>
          <p:nvPicPr>
            <p:cNvPr id="174" name="Google Shape;174;p20"/>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75" name="Google Shape;175;p20"/>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76" name="Google Shape;176;p20"/>
          <p:cNvGrpSpPr/>
          <p:nvPr/>
        </p:nvGrpSpPr>
        <p:grpSpPr>
          <a:xfrm rot="-10539848" flipH="1">
            <a:off x="6108563" y="4049075"/>
            <a:ext cx="4573901" cy="3479217"/>
            <a:chOff x="1522650" y="1117750"/>
            <a:chExt cx="4574075" cy="3479350"/>
          </a:xfrm>
        </p:grpSpPr>
        <p:sp>
          <p:nvSpPr>
            <p:cNvPr id="177" name="Google Shape;177;p20"/>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0"/>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9" name="Google Shape;179;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0" name="Google Shape;180;p20"/>
          <p:cNvSpPr txBox="1">
            <a:spLocks noGrp="1"/>
          </p:cNvSpPr>
          <p:nvPr>
            <p:ph type="subTitle" idx="1"/>
          </p:nvPr>
        </p:nvSpPr>
        <p:spPr>
          <a:xfrm>
            <a:off x="1225674" y="1659425"/>
            <a:ext cx="3218700" cy="120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1" name="Google Shape;181;p20"/>
          <p:cNvSpPr txBox="1">
            <a:spLocks noGrp="1"/>
          </p:cNvSpPr>
          <p:nvPr>
            <p:ph type="subTitle" idx="2"/>
          </p:nvPr>
        </p:nvSpPr>
        <p:spPr>
          <a:xfrm>
            <a:off x="5052125" y="1659425"/>
            <a:ext cx="3218700" cy="120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2" name="Google Shape;182;p20"/>
          <p:cNvSpPr txBox="1">
            <a:spLocks noGrp="1"/>
          </p:cNvSpPr>
          <p:nvPr>
            <p:ph type="subTitle" idx="3"/>
          </p:nvPr>
        </p:nvSpPr>
        <p:spPr>
          <a:xfrm>
            <a:off x="1225674" y="3320000"/>
            <a:ext cx="3218700" cy="120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3" name="Google Shape;183;p20"/>
          <p:cNvSpPr txBox="1">
            <a:spLocks noGrp="1"/>
          </p:cNvSpPr>
          <p:nvPr>
            <p:ph type="subTitle" idx="4"/>
          </p:nvPr>
        </p:nvSpPr>
        <p:spPr>
          <a:xfrm>
            <a:off x="5052125" y="3320000"/>
            <a:ext cx="3218700" cy="120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84" name="Google Shape;184;p20"/>
          <p:cNvSpPr txBox="1">
            <a:spLocks noGrp="1"/>
          </p:cNvSpPr>
          <p:nvPr>
            <p:ph type="subTitle" idx="5"/>
          </p:nvPr>
        </p:nvSpPr>
        <p:spPr>
          <a:xfrm>
            <a:off x="1225675" y="1331675"/>
            <a:ext cx="3218700" cy="411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85" name="Google Shape;185;p20"/>
          <p:cNvSpPr txBox="1">
            <a:spLocks noGrp="1"/>
          </p:cNvSpPr>
          <p:nvPr>
            <p:ph type="subTitle" idx="6"/>
          </p:nvPr>
        </p:nvSpPr>
        <p:spPr>
          <a:xfrm>
            <a:off x="1225675" y="2992275"/>
            <a:ext cx="3218700" cy="411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86" name="Google Shape;186;p20"/>
          <p:cNvSpPr txBox="1">
            <a:spLocks noGrp="1"/>
          </p:cNvSpPr>
          <p:nvPr>
            <p:ph type="subTitle" idx="7"/>
          </p:nvPr>
        </p:nvSpPr>
        <p:spPr>
          <a:xfrm>
            <a:off x="5052099" y="1331675"/>
            <a:ext cx="3218700" cy="411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87" name="Google Shape;187;p20"/>
          <p:cNvSpPr txBox="1">
            <a:spLocks noGrp="1"/>
          </p:cNvSpPr>
          <p:nvPr>
            <p:ph type="subTitle" idx="8"/>
          </p:nvPr>
        </p:nvSpPr>
        <p:spPr>
          <a:xfrm>
            <a:off x="5052099" y="2992275"/>
            <a:ext cx="3218700" cy="411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88"/>
        <p:cNvGrpSpPr/>
        <p:nvPr/>
      </p:nvGrpSpPr>
      <p:grpSpPr>
        <a:xfrm>
          <a:off x="0" y="0"/>
          <a:ext cx="0" cy="0"/>
          <a:chOff x="0" y="0"/>
          <a:chExt cx="0" cy="0"/>
        </a:xfrm>
      </p:grpSpPr>
      <p:grpSp>
        <p:nvGrpSpPr>
          <p:cNvPr id="189" name="Google Shape;189;p21"/>
          <p:cNvGrpSpPr/>
          <p:nvPr/>
        </p:nvGrpSpPr>
        <p:grpSpPr>
          <a:xfrm>
            <a:off x="0" y="0"/>
            <a:ext cx="9144001" cy="5143500"/>
            <a:chOff x="0" y="0"/>
            <a:chExt cx="9144001" cy="5143500"/>
          </a:xfrm>
        </p:grpSpPr>
        <p:pic>
          <p:nvPicPr>
            <p:cNvPr id="190" name="Google Shape;190;p21"/>
            <p:cNvPicPr preferRelativeResize="0"/>
            <p:nvPr/>
          </p:nvPicPr>
          <p:blipFill>
            <a:blip r:embed="rId2">
              <a:alphaModFix/>
            </a:blip>
            <a:stretch>
              <a:fillRect/>
            </a:stretch>
          </p:blipFill>
          <p:spPr>
            <a:xfrm rot="10800000" flipH="1">
              <a:off x="0" y="2052950"/>
              <a:ext cx="4220500" cy="3090550"/>
            </a:xfrm>
            <a:prstGeom prst="rect">
              <a:avLst/>
            </a:prstGeom>
            <a:noFill/>
            <a:ln>
              <a:noFill/>
            </a:ln>
          </p:spPr>
        </p:pic>
        <p:pic>
          <p:nvPicPr>
            <p:cNvPr id="191" name="Google Shape;191;p21"/>
            <p:cNvPicPr preferRelativeResize="0"/>
            <p:nvPr/>
          </p:nvPicPr>
          <p:blipFill>
            <a:blip r:embed="rId3">
              <a:alphaModFix/>
            </a:blip>
            <a:stretch>
              <a:fillRect/>
            </a:stretch>
          </p:blipFill>
          <p:spPr>
            <a:xfrm rot="10800000" flipH="1">
              <a:off x="6764924" y="0"/>
              <a:ext cx="2379077" cy="3237334"/>
            </a:xfrm>
            <a:prstGeom prst="rect">
              <a:avLst/>
            </a:prstGeom>
            <a:noFill/>
            <a:ln>
              <a:noFill/>
            </a:ln>
          </p:spPr>
        </p:pic>
      </p:grpSp>
      <p:grpSp>
        <p:nvGrpSpPr>
          <p:cNvPr id="192" name="Google Shape;192;p21"/>
          <p:cNvGrpSpPr/>
          <p:nvPr/>
        </p:nvGrpSpPr>
        <p:grpSpPr>
          <a:xfrm rot="10800000">
            <a:off x="6704226" y="3811697"/>
            <a:ext cx="4574075" cy="3479350"/>
            <a:chOff x="1522650" y="1117750"/>
            <a:chExt cx="4574075" cy="3479350"/>
          </a:xfrm>
        </p:grpSpPr>
        <p:sp>
          <p:nvSpPr>
            <p:cNvPr id="193" name="Google Shape;193;p21"/>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1"/>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5" name="Google Shape;195;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96" name="Google Shape;196;p21"/>
          <p:cNvSpPr txBox="1">
            <a:spLocks noGrp="1"/>
          </p:cNvSpPr>
          <p:nvPr>
            <p:ph type="subTitle" idx="1"/>
          </p:nvPr>
        </p:nvSpPr>
        <p:spPr>
          <a:xfrm>
            <a:off x="1162025" y="1656927"/>
            <a:ext cx="1975200" cy="118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97" name="Google Shape;197;p21"/>
          <p:cNvSpPr txBox="1">
            <a:spLocks noGrp="1"/>
          </p:cNvSpPr>
          <p:nvPr>
            <p:ph type="subTitle" idx="2"/>
          </p:nvPr>
        </p:nvSpPr>
        <p:spPr>
          <a:xfrm>
            <a:off x="3782975" y="1656925"/>
            <a:ext cx="1972200" cy="118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98" name="Google Shape;198;p21"/>
          <p:cNvSpPr txBox="1">
            <a:spLocks noGrp="1"/>
          </p:cNvSpPr>
          <p:nvPr>
            <p:ph type="subTitle" idx="3"/>
          </p:nvPr>
        </p:nvSpPr>
        <p:spPr>
          <a:xfrm>
            <a:off x="1162025" y="3387221"/>
            <a:ext cx="1975200" cy="118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99" name="Google Shape;199;p21"/>
          <p:cNvSpPr txBox="1">
            <a:spLocks noGrp="1"/>
          </p:cNvSpPr>
          <p:nvPr>
            <p:ph type="subTitle" idx="4"/>
          </p:nvPr>
        </p:nvSpPr>
        <p:spPr>
          <a:xfrm>
            <a:off x="3782975" y="3387221"/>
            <a:ext cx="1975200" cy="118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0" name="Google Shape;200;p21"/>
          <p:cNvSpPr txBox="1">
            <a:spLocks noGrp="1"/>
          </p:cNvSpPr>
          <p:nvPr>
            <p:ph type="subTitle" idx="5"/>
          </p:nvPr>
        </p:nvSpPr>
        <p:spPr>
          <a:xfrm>
            <a:off x="6403925" y="1656927"/>
            <a:ext cx="1975200" cy="118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21"/>
          <p:cNvSpPr txBox="1">
            <a:spLocks noGrp="1"/>
          </p:cNvSpPr>
          <p:nvPr>
            <p:ph type="subTitle" idx="6"/>
          </p:nvPr>
        </p:nvSpPr>
        <p:spPr>
          <a:xfrm>
            <a:off x="6403925" y="3387221"/>
            <a:ext cx="1975200" cy="118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2" name="Google Shape;202;p21"/>
          <p:cNvSpPr txBox="1">
            <a:spLocks noGrp="1"/>
          </p:cNvSpPr>
          <p:nvPr>
            <p:ph type="subTitle" idx="7"/>
          </p:nvPr>
        </p:nvSpPr>
        <p:spPr>
          <a:xfrm>
            <a:off x="1162025" y="1359241"/>
            <a:ext cx="19752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03" name="Google Shape;203;p21"/>
          <p:cNvSpPr txBox="1">
            <a:spLocks noGrp="1"/>
          </p:cNvSpPr>
          <p:nvPr>
            <p:ph type="subTitle" idx="8"/>
          </p:nvPr>
        </p:nvSpPr>
        <p:spPr>
          <a:xfrm>
            <a:off x="3782975" y="1359241"/>
            <a:ext cx="19722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04" name="Google Shape;204;p21"/>
          <p:cNvSpPr txBox="1">
            <a:spLocks noGrp="1"/>
          </p:cNvSpPr>
          <p:nvPr>
            <p:ph type="subTitle" idx="9"/>
          </p:nvPr>
        </p:nvSpPr>
        <p:spPr>
          <a:xfrm>
            <a:off x="6403925" y="1359241"/>
            <a:ext cx="19728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05" name="Google Shape;205;p21"/>
          <p:cNvSpPr txBox="1">
            <a:spLocks noGrp="1"/>
          </p:cNvSpPr>
          <p:nvPr>
            <p:ph type="subTitle" idx="13"/>
          </p:nvPr>
        </p:nvSpPr>
        <p:spPr>
          <a:xfrm>
            <a:off x="1162025" y="3086317"/>
            <a:ext cx="19752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06" name="Google Shape;206;p21"/>
          <p:cNvSpPr txBox="1">
            <a:spLocks noGrp="1"/>
          </p:cNvSpPr>
          <p:nvPr>
            <p:ph type="subTitle" idx="14"/>
          </p:nvPr>
        </p:nvSpPr>
        <p:spPr>
          <a:xfrm>
            <a:off x="3782975" y="3086317"/>
            <a:ext cx="19722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07" name="Google Shape;207;p21"/>
          <p:cNvSpPr txBox="1">
            <a:spLocks noGrp="1"/>
          </p:cNvSpPr>
          <p:nvPr>
            <p:ph type="subTitle" idx="15"/>
          </p:nvPr>
        </p:nvSpPr>
        <p:spPr>
          <a:xfrm>
            <a:off x="6403925" y="3086317"/>
            <a:ext cx="1972800" cy="377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208"/>
        <p:cNvGrpSpPr/>
        <p:nvPr/>
      </p:nvGrpSpPr>
      <p:grpSpPr>
        <a:xfrm>
          <a:off x="0" y="0"/>
          <a:ext cx="0" cy="0"/>
          <a:chOff x="0" y="0"/>
          <a:chExt cx="0" cy="0"/>
        </a:xfrm>
      </p:grpSpPr>
      <p:sp>
        <p:nvSpPr>
          <p:cNvPr id="209" name="Google Shape;209;p22"/>
          <p:cNvSpPr txBox="1">
            <a:spLocks noGrp="1"/>
          </p:cNvSpPr>
          <p:nvPr>
            <p:ph type="title" hasCustomPrompt="1"/>
          </p:nvPr>
        </p:nvSpPr>
        <p:spPr>
          <a:xfrm>
            <a:off x="1200575" y="2266166"/>
            <a:ext cx="2739300" cy="6675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Clr>
                <a:schemeClr val="lt1"/>
              </a:buClr>
              <a:buSzPts val="6000"/>
              <a:buNone/>
              <a:defRPr sz="41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10" name="Google Shape;210;p22"/>
          <p:cNvSpPr txBox="1">
            <a:spLocks noGrp="1"/>
          </p:cNvSpPr>
          <p:nvPr>
            <p:ph type="subTitle" idx="1"/>
          </p:nvPr>
        </p:nvSpPr>
        <p:spPr>
          <a:xfrm>
            <a:off x="1200575" y="2948884"/>
            <a:ext cx="2739300" cy="365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sp>
        <p:nvSpPr>
          <p:cNvPr id="211" name="Google Shape;211;p22"/>
          <p:cNvSpPr txBox="1">
            <a:spLocks noGrp="1"/>
          </p:cNvSpPr>
          <p:nvPr>
            <p:ph type="title" idx="2" hasCustomPrompt="1"/>
          </p:nvPr>
        </p:nvSpPr>
        <p:spPr>
          <a:xfrm>
            <a:off x="1200575" y="977950"/>
            <a:ext cx="2739300" cy="6663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Clr>
                <a:schemeClr val="lt1"/>
              </a:buClr>
              <a:buSzPts val="6000"/>
              <a:buNone/>
              <a:defRPr sz="41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12" name="Google Shape;212;p22"/>
          <p:cNvSpPr txBox="1">
            <a:spLocks noGrp="1"/>
          </p:cNvSpPr>
          <p:nvPr>
            <p:ph type="subTitle" idx="3"/>
          </p:nvPr>
        </p:nvSpPr>
        <p:spPr>
          <a:xfrm>
            <a:off x="1200575" y="1669422"/>
            <a:ext cx="2739300" cy="36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sp>
        <p:nvSpPr>
          <p:cNvPr id="213" name="Google Shape;213;p22"/>
          <p:cNvSpPr txBox="1">
            <a:spLocks noGrp="1"/>
          </p:cNvSpPr>
          <p:nvPr>
            <p:ph type="title" idx="4" hasCustomPrompt="1"/>
          </p:nvPr>
        </p:nvSpPr>
        <p:spPr>
          <a:xfrm>
            <a:off x="1200575" y="3555582"/>
            <a:ext cx="2739300" cy="667500"/>
          </a:xfrm>
          <a:prstGeom prst="rect">
            <a:avLst/>
          </a:prstGeom>
          <a:solidFill>
            <a:schemeClr val="dk2"/>
          </a:solidFill>
        </p:spPr>
        <p:txBody>
          <a:bodyPr spcFirstLastPara="1" wrap="square" lIns="91425" tIns="91425" rIns="91425" bIns="91425" anchor="ctr" anchorCtr="0">
            <a:noAutofit/>
          </a:bodyPr>
          <a:lstStyle>
            <a:lvl1pPr lvl="0" rtl="0">
              <a:spcBef>
                <a:spcPts val="0"/>
              </a:spcBef>
              <a:spcAft>
                <a:spcPts val="0"/>
              </a:spcAft>
              <a:buClr>
                <a:schemeClr val="lt1"/>
              </a:buClr>
              <a:buSzPts val="6000"/>
              <a:buNone/>
              <a:defRPr sz="41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14" name="Google Shape;214;p22"/>
          <p:cNvSpPr txBox="1">
            <a:spLocks noGrp="1"/>
          </p:cNvSpPr>
          <p:nvPr>
            <p:ph type="subTitle" idx="5"/>
          </p:nvPr>
        </p:nvSpPr>
        <p:spPr>
          <a:xfrm>
            <a:off x="1200575" y="4238300"/>
            <a:ext cx="2739300" cy="365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pic>
        <p:nvPicPr>
          <p:cNvPr id="215" name="Google Shape;215;p22"/>
          <p:cNvPicPr preferRelativeResize="0"/>
          <p:nvPr/>
        </p:nvPicPr>
        <p:blipFill>
          <a:blip r:embed="rId2">
            <a:alphaModFix/>
          </a:blip>
          <a:stretch>
            <a:fillRect/>
          </a:stretch>
        </p:blipFill>
        <p:spPr>
          <a:xfrm rot="10800000" flipH="1">
            <a:off x="0" y="0"/>
            <a:ext cx="4727801" cy="2256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216"/>
        <p:cNvGrpSpPr/>
        <p:nvPr/>
      </p:nvGrpSpPr>
      <p:grpSpPr>
        <a:xfrm>
          <a:off x="0" y="0"/>
          <a:ext cx="0" cy="0"/>
          <a:chOff x="0" y="0"/>
          <a:chExt cx="0" cy="0"/>
        </a:xfrm>
      </p:grpSpPr>
      <p:sp>
        <p:nvSpPr>
          <p:cNvPr id="217" name="Google Shape;217;p23"/>
          <p:cNvSpPr txBox="1">
            <a:spLocks noGrp="1"/>
          </p:cNvSpPr>
          <p:nvPr>
            <p:ph type="title"/>
          </p:nvPr>
        </p:nvSpPr>
        <p:spPr>
          <a:xfrm>
            <a:off x="713225" y="747263"/>
            <a:ext cx="3281700" cy="953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18" name="Google Shape;218;p23"/>
          <p:cNvSpPr txBox="1">
            <a:spLocks noGrp="1"/>
          </p:cNvSpPr>
          <p:nvPr>
            <p:ph type="subTitle" idx="1"/>
          </p:nvPr>
        </p:nvSpPr>
        <p:spPr>
          <a:xfrm>
            <a:off x="713225" y="1584449"/>
            <a:ext cx="3281700" cy="895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pic>
        <p:nvPicPr>
          <p:cNvPr id="219" name="Google Shape;219;p23"/>
          <p:cNvPicPr preferRelativeResize="0"/>
          <p:nvPr/>
        </p:nvPicPr>
        <p:blipFill>
          <a:blip r:embed="rId2">
            <a:alphaModFix/>
          </a:blip>
          <a:stretch>
            <a:fillRect/>
          </a:stretch>
        </p:blipFill>
        <p:spPr>
          <a:xfrm rot="10800000" flipH="1">
            <a:off x="0" y="0"/>
            <a:ext cx="4727801" cy="2256875"/>
          </a:xfrm>
          <a:prstGeom prst="rect">
            <a:avLst/>
          </a:prstGeom>
          <a:noFill/>
          <a:ln>
            <a:noFill/>
          </a:ln>
        </p:spPr>
      </p:pic>
      <p:sp>
        <p:nvSpPr>
          <p:cNvPr id="220" name="Google Shape;220;p23"/>
          <p:cNvSpPr txBox="1"/>
          <p:nvPr/>
        </p:nvSpPr>
        <p:spPr>
          <a:xfrm>
            <a:off x="713225" y="3410538"/>
            <a:ext cx="3278700" cy="7254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Cairo"/>
                <a:ea typeface="Cairo"/>
                <a:cs typeface="Cairo"/>
                <a:sym typeface="Cairo"/>
              </a:rPr>
              <a:t>CREDITS:</a:t>
            </a:r>
            <a:r>
              <a:rPr lang="en" sz="1000">
                <a:solidFill>
                  <a:schemeClr val="dk1"/>
                </a:solidFill>
                <a:latin typeface="Cairo"/>
                <a:ea typeface="Cairo"/>
                <a:cs typeface="Cairo"/>
                <a:sym typeface="Cairo"/>
              </a:rPr>
              <a:t> This presentation template was created by </a:t>
            </a:r>
            <a:r>
              <a:rPr lang="en" sz="1000" b="1" u="sng">
                <a:solidFill>
                  <a:schemeClr val="dk1"/>
                </a:solidFill>
                <a:latin typeface="Cairo"/>
                <a:ea typeface="Cairo"/>
                <a:cs typeface="Cairo"/>
                <a:sym typeface="Cairo"/>
                <a:hlinkClick r:id="rId3">
                  <a:extLst>
                    <a:ext uri="{A12FA001-AC4F-418D-AE19-62706E023703}">
                      <ahyp:hlinkClr xmlns:ahyp="http://schemas.microsoft.com/office/drawing/2018/hyperlinkcolor" val="tx"/>
                    </a:ext>
                  </a:extLst>
                </a:hlinkClick>
              </a:rPr>
              <a:t>Slidesgo</a:t>
            </a:r>
            <a:r>
              <a:rPr lang="en" sz="1000">
                <a:solidFill>
                  <a:schemeClr val="dk1"/>
                </a:solidFill>
                <a:latin typeface="Cairo"/>
                <a:ea typeface="Cairo"/>
                <a:cs typeface="Cairo"/>
                <a:sym typeface="Cairo"/>
              </a:rPr>
              <a:t>, and includes icons by </a:t>
            </a:r>
            <a:r>
              <a:rPr lang="en" sz="1000" b="1" u="sng">
                <a:solidFill>
                  <a:schemeClr val="dk1"/>
                </a:solidFill>
                <a:latin typeface="Cairo"/>
                <a:ea typeface="Cairo"/>
                <a:cs typeface="Cairo"/>
                <a:sym typeface="Cairo"/>
                <a:hlinkClick r:id="rId4">
                  <a:extLst>
                    <a:ext uri="{A12FA001-AC4F-418D-AE19-62706E023703}">
                      <ahyp:hlinkClr xmlns:ahyp="http://schemas.microsoft.com/office/drawing/2018/hyperlinkcolor" val="tx"/>
                    </a:ext>
                  </a:extLst>
                </a:hlinkClick>
              </a:rPr>
              <a:t>Flaticon</a:t>
            </a:r>
            <a:r>
              <a:rPr lang="en" sz="1000">
                <a:solidFill>
                  <a:schemeClr val="dk1"/>
                </a:solidFill>
                <a:latin typeface="Cairo"/>
                <a:ea typeface="Cairo"/>
                <a:cs typeface="Cairo"/>
                <a:sym typeface="Cairo"/>
              </a:rPr>
              <a:t>, and infographics &amp; images by </a:t>
            </a:r>
            <a:r>
              <a:rPr lang="en" sz="1000" b="1" u="sng">
                <a:solidFill>
                  <a:schemeClr val="dk1"/>
                </a:solidFill>
                <a:latin typeface="Cairo"/>
                <a:ea typeface="Cairo"/>
                <a:cs typeface="Cairo"/>
                <a:sym typeface="Cairo"/>
                <a:hlinkClick r:id="rId5">
                  <a:extLst>
                    <a:ext uri="{A12FA001-AC4F-418D-AE19-62706E023703}">
                      <ahyp:hlinkClr xmlns:ahyp="http://schemas.microsoft.com/office/drawing/2018/hyperlinkcolor" val="tx"/>
                    </a:ext>
                  </a:extLst>
                </a:hlinkClick>
              </a:rPr>
              <a:t>Freepik</a:t>
            </a:r>
            <a:r>
              <a:rPr lang="en" sz="1000" b="1" u="sng">
                <a:solidFill>
                  <a:schemeClr val="dk1"/>
                </a:solidFill>
                <a:latin typeface="Cairo"/>
                <a:ea typeface="Cairo"/>
                <a:cs typeface="Cairo"/>
                <a:sym typeface="Cairo"/>
              </a:rPr>
              <a:t> </a:t>
            </a:r>
            <a:endParaRPr sz="1000" b="1" u="sng">
              <a:solidFill>
                <a:schemeClr val="dk1"/>
              </a:solidFill>
              <a:latin typeface="Cairo"/>
              <a:ea typeface="Cairo"/>
              <a:cs typeface="Cairo"/>
              <a:sym typeface="Cairo"/>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221"/>
        <p:cNvGrpSpPr/>
        <p:nvPr/>
      </p:nvGrpSpPr>
      <p:grpSpPr>
        <a:xfrm>
          <a:off x="0" y="0"/>
          <a:ext cx="0" cy="0"/>
          <a:chOff x="0" y="0"/>
          <a:chExt cx="0" cy="0"/>
        </a:xfrm>
      </p:grpSpPr>
      <p:grpSp>
        <p:nvGrpSpPr>
          <p:cNvPr id="222" name="Google Shape;222;p24"/>
          <p:cNvGrpSpPr/>
          <p:nvPr/>
        </p:nvGrpSpPr>
        <p:grpSpPr>
          <a:xfrm>
            <a:off x="0" y="0"/>
            <a:ext cx="9144001" cy="5143500"/>
            <a:chOff x="0" y="0"/>
            <a:chExt cx="9144001" cy="5143500"/>
          </a:xfrm>
        </p:grpSpPr>
        <p:pic>
          <p:nvPicPr>
            <p:cNvPr id="223" name="Google Shape;223;p24"/>
            <p:cNvPicPr preferRelativeResize="0"/>
            <p:nvPr/>
          </p:nvPicPr>
          <p:blipFill>
            <a:blip r:embed="rId2">
              <a:alphaModFix/>
            </a:blip>
            <a:stretch>
              <a:fillRect/>
            </a:stretch>
          </p:blipFill>
          <p:spPr>
            <a:xfrm rot="10800000" flipH="1">
              <a:off x="0" y="0"/>
              <a:ext cx="4727801" cy="2256875"/>
            </a:xfrm>
            <a:prstGeom prst="rect">
              <a:avLst/>
            </a:prstGeom>
            <a:noFill/>
            <a:ln>
              <a:noFill/>
            </a:ln>
          </p:spPr>
        </p:pic>
        <p:pic>
          <p:nvPicPr>
            <p:cNvPr id="224" name="Google Shape;224;p24"/>
            <p:cNvPicPr preferRelativeResize="0"/>
            <p:nvPr/>
          </p:nvPicPr>
          <p:blipFill>
            <a:blip r:embed="rId3">
              <a:alphaModFix/>
            </a:blip>
            <a:stretch>
              <a:fillRect/>
            </a:stretch>
          </p:blipFill>
          <p:spPr>
            <a:xfrm rot="10800000" flipH="1">
              <a:off x="5738810" y="0"/>
              <a:ext cx="3405191" cy="5143500"/>
            </a:xfrm>
            <a:prstGeom prst="rect">
              <a:avLst/>
            </a:prstGeom>
            <a:noFill/>
            <a:ln>
              <a:noFill/>
            </a:ln>
          </p:spPr>
        </p:pic>
      </p:grpSp>
      <p:grpSp>
        <p:nvGrpSpPr>
          <p:cNvPr id="225" name="Google Shape;225;p24"/>
          <p:cNvGrpSpPr/>
          <p:nvPr/>
        </p:nvGrpSpPr>
        <p:grpSpPr>
          <a:xfrm rot="756538">
            <a:off x="-1069833" y="-1842572"/>
            <a:ext cx="4574157" cy="3479412"/>
            <a:chOff x="1522650" y="1117750"/>
            <a:chExt cx="4574075" cy="3479350"/>
          </a:xfrm>
        </p:grpSpPr>
        <p:sp>
          <p:nvSpPr>
            <p:cNvPr id="226" name="Google Shape;226;p24"/>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4"/>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228"/>
        <p:cNvGrpSpPr/>
        <p:nvPr/>
      </p:nvGrpSpPr>
      <p:grpSpPr>
        <a:xfrm>
          <a:off x="0" y="0"/>
          <a:ext cx="0" cy="0"/>
          <a:chOff x="0" y="0"/>
          <a:chExt cx="0" cy="0"/>
        </a:xfrm>
      </p:grpSpPr>
      <p:grpSp>
        <p:nvGrpSpPr>
          <p:cNvPr id="229" name="Google Shape;229;p25"/>
          <p:cNvGrpSpPr/>
          <p:nvPr/>
        </p:nvGrpSpPr>
        <p:grpSpPr>
          <a:xfrm>
            <a:off x="0" y="0"/>
            <a:ext cx="9144001" cy="5143500"/>
            <a:chOff x="0" y="0"/>
            <a:chExt cx="9144001" cy="5143500"/>
          </a:xfrm>
        </p:grpSpPr>
        <p:pic>
          <p:nvPicPr>
            <p:cNvPr id="230" name="Google Shape;230;p25"/>
            <p:cNvPicPr preferRelativeResize="0"/>
            <p:nvPr/>
          </p:nvPicPr>
          <p:blipFill>
            <a:blip r:embed="rId2">
              <a:alphaModFix/>
            </a:blip>
            <a:stretch>
              <a:fillRect/>
            </a:stretch>
          </p:blipFill>
          <p:spPr>
            <a:xfrm rot="10800000" flipH="1">
              <a:off x="0" y="2052950"/>
              <a:ext cx="4220500" cy="3090550"/>
            </a:xfrm>
            <a:prstGeom prst="rect">
              <a:avLst/>
            </a:prstGeom>
            <a:noFill/>
            <a:ln>
              <a:noFill/>
            </a:ln>
          </p:spPr>
        </p:pic>
        <p:pic>
          <p:nvPicPr>
            <p:cNvPr id="231" name="Google Shape;231;p25"/>
            <p:cNvPicPr preferRelativeResize="0"/>
            <p:nvPr/>
          </p:nvPicPr>
          <p:blipFill>
            <a:blip r:embed="rId3">
              <a:alphaModFix/>
            </a:blip>
            <a:stretch>
              <a:fillRect/>
            </a:stretch>
          </p:blipFill>
          <p:spPr>
            <a:xfrm rot="10800000" flipH="1">
              <a:off x="6764924" y="0"/>
              <a:ext cx="2379077" cy="3237334"/>
            </a:xfrm>
            <a:prstGeom prst="rect">
              <a:avLst/>
            </a:prstGeom>
            <a:noFill/>
            <a:ln>
              <a:noFill/>
            </a:ln>
          </p:spPr>
        </p:pic>
      </p:grpSp>
      <p:grpSp>
        <p:nvGrpSpPr>
          <p:cNvPr id="232" name="Google Shape;232;p25"/>
          <p:cNvGrpSpPr/>
          <p:nvPr/>
        </p:nvGrpSpPr>
        <p:grpSpPr>
          <a:xfrm>
            <a:off x="-1845124" y="-2180828"/>
            <a:ext cx="12652562" cy="9877041"/>
            <a:chOff x="-1845124" y="-2180828"/>
            <a:chExt cx="12652562" cy="9877041"/>
          </a:xfrm>
        </p:grpSpPr>
        <p:grpSp>
          <p:nvGrpSpPr>
            <p:cNvPr id="233" name="Google Shape;233;p25"/>
            <p:cNvGrpSpPr/>
            <p:nvPr/>
          </p:nvGrpSpPr>
          <p:grpSpPr>
            <a:xfrm>
              <a:off x="-1845124" y="-2180828"/>
              <a:ext cx="4574075" cy="3479350"/>
              <a:chOff x="1522650" y="1117750"/>
              <a:chExt cx="4574075" cy="3479350"/>
            </a:xfrm>
          </p:grpSpPr>
          <p:sp>
            <p:nvSpPr>
              <p:cNvPr id="234" name="Google Shape;234;p25"/>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5"/>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 name="Google Shape;236;p25"/>
            <p:cNvGrpSpPr/>
            <p:nvPr/>
          </p:nvGrpSpPr>
          <p:grpSpPr>
            <a:xfrm rot="-10539848" flipH="1">
              <a:off x="6108563" y="4049075"/>
              <a:ext cx="4573901" cy="3479217"/>
              <a:chOff x="1522650" y="1117750"/>
              <a:chExt cx="4574075" cy="3479350"/>
            </a:xfrm>
          </p:grpSpPr>
          <p:sp>
            <p:nvSpPr>
              <p:cNvPr id="237" name="Google Shape;237;p25"/>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5"/>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42"/>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243"/>
        <p:cNvGrpSpPr/>
        <p:nvPr/>
      </p:nvGrpSpPr>
      <p:grpSpPr>
        <a:xfrm>
          <a:off x="0" y="0"/>
          <a:ext cx="0" cy="0"/>
          <a:chOff x="0" y="0"/>
          <a:chExt cx="0" cy="0"/>
        </a:xfrm>
      </p:grpSpPr>
      <p:sp>
        <p:nvSpPr>
          <p:cNvPr id="244" name="Google Shape;244;p28"/>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5.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Space Grotesk"/>
              <a:buNone/>
              <a:defRPr sz="3000">
                <a:solidFill>
                  <a:schemeClr val="dk1"/>
                </a:solidFill>
                <a:latin typeface="Space Grotesk"/>
                <a:ea typeface="Space Grotesk"/>
                <a:cs typeface="Space Grotesk"/>
                <a:sym typeface="Space Grotesk"/>
              </a:defRPr>
            </a:lvl1pPr>
            <a:lvl2pPr lvl="1"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2pPr>
            <a:lvl3pPr lvl="2"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3pPr>
            <a:lvl4pPr lvl="3"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4pPr>
            <a:lvl5pPr lvl="4"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5pPr>
            <a:lvl6pPr lvl="5"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6pPr>
            <a:lvl7pPr lvl="6"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7pPr>
            <a:lvl8pPr lvl="7"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8pPr>
            <a:lvl9pPr lvl="8" rtl="0">
              <a:spcBef>
                <a:spcPts val="0"/>
              </a:spcBef>
              <a:spcAft>
                <a:spcPts val="0"/>
              </a:spcAft>
              <a:buClr>
                <a:schemeClr val="dk1"/>
              </a:buClr>
              <a:buSzPts val="3000"/>
              <a:buFont typeface="Space Grotesk"/>
              <a:buNone/>
              <a:defRPr sz="3000" b="1">
                <a:solidFill>
                  <a:schemeClr val="dk1"/>
                </a:solidFill>
                <a:latin typeface="Space Grotesk"/>
                <a:ea typeface="Space Grotesk"/>
                <a:cs typeface="Space Grotesk"/>
                <a:sym typeface="Space Grotesk"/>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1pPr>
            <a:lvl2pPr marL="914400" lvl="1"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2pPr>
            <a:lvl3pPr marL="1371600" lvl="2"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3pPr>
            <a:lvl4pPr marL="1828800" lvl="3"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4pPr>
            <a:lvl5pPr marL="2286000" lvl="4"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5pPr>
            <a:lvl6pPr marL="2743200" lvl="5"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6pPr>
            <a:lvl7pPr marL="3200400" lvl="6"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7pPr>
            <a:lvl8pPr marL="3657600" lvl="7"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8pPr>
            <a:lvl9pPr marL="4114800" lvl="8" indent="-30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39"/>
        <p:cNvGrpSpPr/>
        <p:nvPr/>
      </p:nvGrpSpPr>
      <p:grpSpPr>
        <a:xfrm>
          <a:off x="0" y="0"/>
          <a:ext cx="0" cy="0"/>
          <a:chOff x="0" y="0"/>
          <a:chExt cx="0" cy="0"/>
        </a:xfrm>
      </p:grpSpPr>
      <p:sp>
        <p:nvSpPr>
          <p:cNvPr id="240" name="Google Shape;240;p26"/>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241" name="Google Shape;241;p26"/>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2" r:id="rId1"/>
    <p:sldLayoutId id="2147483673"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image" Target="../media/image7.jpg"/><Relationship Id="rId4" Type="http://schemas.openxmlformats.org/officeDocument/2006/relationships/image" Target="../media/image6.jp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1.xml"/><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1.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docs.google.com/spreadsheets/d/1lQwiGml8WvuMseXOBCFrUWOhZ3NmJeTntHJ8x2n-lD0/copy" TargetMode="External"/><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3.xml"/><Relationship Id="rId1" Type="http://schemas.openxmlformats.org/officeDocument/2006/relationships/slideLayout" Target="../slideLayouts/slideLayout13.xml"/><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6.xml"/><Relationship Id="rId1" Type="http://schemas.openxmlformats.org/officeDocument/2006/relationships/slideLayout" Target="../slideLayouts/slideLayout14.xml"/><Relationship Id="rId6" Type="http://schemas.openxmlformats.org/officeDocument/2006/relationships/image" Target="../media/image25.jpg"/><Relationship Id="rId5" Type="http://schemas.openxmlformats.org/officeDocument/2006/relationships/image" Target="../media/image24.jpg"/><Relationship Id="rId4" Type="http://schemas.openxmlformats.org/officeDocument/2006/relationships/image" Target="../media/image23.jpg"/></Relationships>
</file>

<file path=ppt/slides/_rels/slide30.xml.rels><?xml version="1.0" encoding="UTF-8" standalone="yes"?>
<Relationships xmlns="http://schemas.openxmlformats.org/package/2006/relationships"><Relationship Id="rId3" Type="http://schemas.openxmlformats.org/officeDocument/2006/relationships/hyperlink" Target="https://docs.google.com/spreadsheets/d/1lQwiGml8WvuMseXOBCFrUWOhZ3NmJeTntHJ8x2n-lD0/copy" TargetMode="External"/><Relationship Id="rId2" Type="http://schemas.openxmlformats.org/officeDocument/2006/relationships/notesSlide" Target="../notesSlides/notesSlide27.xml"/><Relationship Id="rId1" Type="http://schemas.openxmlformats.org/officeDocument/2006/relationships/slideLayout" Target="../slideLayouts/slideLayout4.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27.png"/><Relationship Id="rId4" Type="http://schemas.openxmlformats.org/officeDocument/2006/relationships/hyperlink" Target="https://docs.google.com/spreadsheets/d/1lQwiGml8WvuMseXOBCFrUWOhZ3NmJeTntHJ8x2n-lD0/copy"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1.xml"/></Relationships>
</file>

<file path=ppt/slides/_rels/slide33.xml.rels><?xml version="1.0" encoding="UTF-8" standalone="yes"?>
<Relationships xmlns="http://schemas.openxmlformats.org/package/2006/relationships"><Relationship Id="rId3" Type="http://schemas.openxmlformats.org/officeDocument/2006/relationships/hyperlink" Target="https://www.freepik.com/free-vector/abstract-landing-page_4184943.htm/?utm_source=slidesgo_template&amp;utm_medium=referral-link&amp;utm_campaign=sg_resources&amp;utm_content=freepik" TargetMode="External"/><Relationship Id="rId7"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15.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hyperlink" Target="https://www.freepik.com/free-vector/abstract-lineal-shapes-landing-page-template_4864691.htm/?utm_source=slidesgo_template&amp;utm_medium=referral-link&amp;utm_campaign=sg_resources&amp;utm_content=freepik"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www.freepik.com/free-photo/people-working-as-team-company_19534460.htm/?utm_source=slidesgo_template&amp;utm_medium=referral-link&amp;utm_campaign=sg_resources&amp;utm_content=freepik" TargetMode="External"/><Relationship Id="rId3" Type="http://schemas.openxmlformats.org/officeDocument/2006/relationships/hyperlink" Target="https://www.freepik.com/free-vector/abstract-landing-page_4184943.htm/?utm_source=slidesgo_template&amp;utm_medium=referral-link&amp;utm_campaign=sg_resources&amp;utm_content=freepik" TargetMode="External"/><Relationship Id="rId7" Type="http://schemas.openxmlformats.org/officeDocument/2006/relationships/hyperlink" Target="https://www.freepik.com/free-photo/black-man-working-with-computer_25609729.htm/?utm_source=slidesgo_template&amp;utm_medium=referral-link&amp;utm_campaign=sg_resources&amp;utm_content=freepik" TargetMode="External"/><Relationship Id="rId2" Type="http://schemas.openxmlformats.org/officeDocument/2006/relationships/notesSlide" Target="../notesSlides/notesSlide31.xml"/><Relationship Id="rId1" Type="http://schemas.openxmlformats.org/officeDocument/2006/relationships/slideLayout" Target="../slideLayouts/slideLayout16.xml"/><Relationship Id="rId6" Type="http://schemas.openxmlformats.org/officeDocument/2006/relationships/hyperlink" Target="https://www.freepik.com/free-photo/young-network-engineers-with-laptop-medium-shot_5819234.htm/?utm_source=slidesgo_template&amp;utm_medium=referral-link&amp;utm_campaign=sg_resources&amp;utm_content=freepik" TargetMode="External"/><Relationship Id="rId5" Type="http://schemas.openxmlformats.org/officeDocument/2006/relationships/hyperlink" Target="https://www.freepik.com/free-photo/modern-equipped-computer-lab_21797049.htm/?utm_source=slidesgo_template&amp;utm_medium=referral-link&amp;utm_campaign=sg_resources&amp;utm_content=freepik" TargetMode="External"/><Relationship Id="rId4" Type="http://schemas.openxmlformats.org/officeDocument/2006/relationships/hyperlink" Target="https://www.freepik.com/free-photo/modern-equipped-computer-lab_21797037.htm/?utm_source=slidesgo_template&amp;utm_medium=referral-link&amp;utm_campaign=sg_resources&amp;utm_content=freepik"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2.xml"/><Relationship Id="rId1" Type="http://schemas.openxmlformats.org/officeDocument/2006/relationships/slideLayout" Target="../slideLayouts/slideLayout2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2.xml"/></Relationships>
</file>

<file path=ppt/slides/_rels/slide3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3.xml"/><Relationship Id="rId1" Type="http://schemas.openxmlformats.org/officeDocument/2006/relationships/slideLayout" Target="../slideLayouts/slideLayout2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2.xml"/></Relationships>
</file>

<file path=ppt/slides/_rels/slide37.xml.rels><?xml version="1.0" encoding="UTF-8" standalone="yes"?>
<Relationships xmlns="http://schemas.openxmlformats.org/package/2006/relationships"><Relationship Id="rId3" Type="http://schemas.openxmlformats.org/officeDocument/2006/relationships/hyperlink" Target="https://fonts.google.com/specimen/Space+Grotesk" TargetMode="External"/><Relationship Id="rId2" Type="http://schemas.openxmlformats.org/officeDocument/2006/relationships/notesSlide" Target="../notesSlides/notesSlide34.xml"/><Relationship Id="rId1" Type="http://schemas.openxmlformats.org/officeDocument/2006/relationships/slideLayout" Target="../slideLayouts/slideLayout25.xml"/><Relationship Id="rId4" Type="http://schemas.openxmlformats.org/officeDocument/2006/relationships/hyperlink" Target="https://fonts.google.com/specimen/Cairo" TargetMode="External"/></Relationships>
</file>

<file path=ppt/slides/_rels/slide38.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25.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34.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33.png"/><Relationship Id="rId4" Type="http://schemas.openxmlformats.org/officeDocument/2006/relationships/image" Target="../media/image31.png"/><Relationship Id="rId9" Type="http://schemas.openxmlformats.org/officeDocument/2006/relationships/image" Target="../media/image32.png"/></Relationships>
</file>

<file path=ppt/slides/_rels/slide3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36.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9.xml"/><Relationship Id="rId1" Type="http://schemas.openxmlformats.org/officeDocument/2006/relationships/slideLayout" Target="../slideLayouts/slideLayout24.xml"/><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pic>
        <p:nvPicPr>
          <p:cNvPr id="252" name="Google Shape;252;p29"/>
          <p:cNvPicPr preferRelativeResize="0"/>
          <p:nvPr/>
        </p:nvPicPr>
        <p:blipFill>
          <a:blip r:embed="rId3">
            <a:alphaModFix/>
          </a:blip>
          <a:stretch>
            <a:fillRect/>
          </a:stretch>
        </p:blipFill>
        <p:spPr>
          <a:xfrm rot="10800000" flipH="1">
            <a:off x="5738810" y="0"/>
            <a:ext cx="3405191" cy="5143500"/>
          </a:xfrm>
          <a:prstGeom prst="rect">
            <a:avLst/>
          </a:prstGeom>
          <a:noFill/>
          <a:ln>
            <a:noFill/>
          </a:ln>
        </p:spPr>
      </p:pic>
      <p:sp>
        <p:nvSpPr>
          <p:cNvPr id="253" name="Google Shape;253;p29"/>
          <p:cNvSpPr txBox="1">
            <a:spLocks noGrp="1"/>
          </p:cNvSpPr>
          <p:nvPr>
            <p:ph type="ctrTitle"/>
          </p:nvPr>
        </p:nvSpPr>
        <p:spPr>
          <a:xfrm>
            <a:off x="713224" y="2205375"/>
            <a:ext cx="6067901" cy="1614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hu-HU" dirty="0">
                <a:solidFill>
                  <a:schemeClr val="dk1"/>
                </a:solidFill>
              </a:rPr>
              <a:t>Telekom hálózata</a:t>
            </a:r>
            <a:endParaRPr dirty="0">
              <a:solidFill>
                <a:schemeClr val="dk1"/>
              </a:solidFill>
            </a:endParaRPr>
          </a:p>
        </p:txBody>
      </p:sp>
      <p:sp>
        <p:nvSpPr>
          <p:cNvPr id="254" name="Google Shape;254;p29"/>
          <p:cNvSpPr txBox="1">
            <a:spLocks noGrp="1"/>
          </p:cNvSpPr>
          <p:nvPr>
            <p:ph type="subTitle" idx="1"/>
          </p:nvPr>
        </p:nvSpPr>
        <p:spPr>
          <a:xfrm>
            <a:off x="0" y="4674900"/>
            <a:ext cx="4085776" cy="46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HU" dirty="0"/>
              <a:t>Horváth Márk, Braun Dénes, Tőzsér Barnabás</a:t>
            </a:r>
            <a:endParaRPr dirty="0"/>
          </a:p>
        </p:txBody>
      </p:sp>
      <p:pic>
        <p:nvPicPr>
          <p:cNvPr id="4" name="Kép 3" descr="A képen képernyőkép, Grafika, Betűtípus, embléma látható&#10;&#10;Előfordulhat, hogy az AI által létrehozott tartalom helytelen.">
            <a:extLst>
              <a:ext uri="{FF2B5EF4-FFF2-40B4-BE49-F238E27FC236}">
                <a16:creationId xmlns:a16="http://schemas.microsoft.com/office/drawing/2014/main" id="{460D0C8D-06C2-3B17-E534-7946BD5F77C9}"/>
              </a:ext>
            </a:extLst>
          </p:cNvPr>
          <p:cNvPicPr>
            <a:picLocks noChangeAspect="1"/>
          </p:cNvPicPr>
          <p:nvPr/>
        </p:nvPicPr>
        <p:blipFill>
          <a:blip r:embed="rId4"/>
          <a:stretch>
            <a:fillRect/>
          </a:stretch>
        </p:blipFill>
        <p:spPr>
          <a:xfrm>
            <a:off x="-3434659" y="-2540028"/>
            <a:ext cx="3066013" cy="30660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1"/>
          <p:cNvSpPr txBox="1">
            <a:spLocks noGrp="1"/>
          </p:cNvSpPr>
          <p:nvPr>
            <p:ph type="title"/>
          </p:nvPr>
        </p:nvSpPr>
        <p:spPr>
          <a:xfrm>
            <a:off x="200816" y="0"/>
            <a:ext cx="333384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HU" dirty="0"/>
              <a:t>A csapat tagjai :</a:t>
            </a:r>
            <a:endParaRPr dirty="0"/>
          </a:p>
        </p:txBody>
      </p:sp>
      <p:sp>
        <p:nvSpPr>
          <p:cNvPr id="7" name="Cím 6">
            <a:extLst>
              <a:ext uri="{FF2B5EF4-FFF2-40B4-BE49-F238E27FC236}">
                <a16:creationId xmlns:a16="http://schemas.microsoft.com/office/drawing/2014/main" id="{3897DE3A-71F3-C2B9-F468-CFF68538B2BE}"/>
              </a:ext>
            </a:extLst>
          </p:cNvPr>
          <p:cNvSpPr>
            <a:spLocks noGrp="1"/>
          </p:cNvSpPr>
          <p:nvPr>
            <p:ph type="title" idx="3"/>
          </p:nvPr>
        </p:nvSpPr>
        <p:spPr>
          <a:xfrm>
            <a:off x="1218176" y="3994408"/>
            <a:ext cx="1826567" cy="447600"/>
          </a:xfrm>
        </p:spPr>
        <p:txBody>
          <a:bodyPr/>
          <a:lstStyle/>
          <a:p>
            <a:r>
              <a:rPr lang="hu-HU" sz="2000" dirty="0"/>
              <a:t>Horváth Márk</a:t>
            </a:r>
          </a:p>
        </p:txBody>
      </p:sp>
      <p:sp>
        <p:nvSpPr>
          <p:cNvPr id="11" name="Cím 10">
            <a:extLst>
              <a:ext uri="{FF2B5EF4-FFF2-40B4-BE49-F238E27FC236}">
                <a16:creationId xmlns:a16="http://schemas.microsoft.com/office/drawing/2014/main" id="{48A1D8DC-0584-90FB-C475-590067192DBB}"/>
              </a:ext>
            </a:extLst>
          </p:cNvPr>
          <p:cNvSpPr>
            <a:spLocks noGrp="1"/>
          </p:cNvSpPr>
          <p:nvPr>
            <p:ph type="title" idx="5"/>
          </p:nvPr>
        </p:nvSpPr>
        <p:spPr>
          <a:xfrm>
            <a:off x="3699209" y="3994408"/>
            <a:ext cx="1745581" cy="447600"/>
          </a:xfrm>
        </p:spPr>
        <p:txBody>
          <a:bodyPr/>
          <a:lstStyle/>
          <a:p>
            <a:r>
              <a:rPr lang="hu-HU" sz="2000" dirty="0"/>
              <a:t>Braun Dénes</a:t>
            </a:r>
          </a:p>
        </p:txBody>
      </p:sp>
      <p:sp>
        <p:nvSpPr>
          <p:cNvPr id="15" name="Cím 14">
            <a:extLst>
              <a:ext uri="{FF2B5EF4-FFF2-40B4-BE49-F238E27FC236}">
                <a16:creationId xmlns:a16="http://schemas.microsoft.com/office/drawing/2014/main" id="{617D6943-3072-57BF-1102-E8D1775E5813}"/>
              </a:ext>
            </a:extLst>
          </p:cNvPr>
          <p:cNvSpPr>
            <a:spLocks noGrp="1"/>
          </p:cNvSpPr>
          <p:nvPr>
            <p:ph type="title" idx="7"/>
          </p:nvPr>
        </p:nvSpPr>
        <p:spPr>
          <a:xfrm>
            <a:off x="6099256" y="3994408"/>
            <a:ext cx="2350389" cy="447600"/>
          </a:xfrm>
        </p:spPr>
        <p:txBody>
          <a:bodyPr/>
          <a:lstStyle/>
          <a:p>
            <a:r>
              <a:rPr lang="hu-HU" sz="2000" dirty="0"/>
              <a:t>Tőzsér Barnabás</a:t>
            </a:r>
          </a:p>
        </p:txBody>
      </p:sp>
      <p:pic>
        <p:nvPicPr>
          <p:cNvPr id="2" name="Kép 1" descr="A képen képernyőkép, Grafika, Betűtípus, embléma látható&#10;&#10;Előfordulhat, hogy az AI által létrehozott tartalom helytelen.">
            <a:extLst>
              <a:ext uri="{FF2B5EF4-FFF2-40B4-BE49-F238E27FC236}">
                <a16:creationId xmlns:a16="http://schemas.microsoft.com/office/drawing/2014/main" id="{D4D0D922-0235-373B-79C5-722BDC87F8BF}"/>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4" name="Kép 3" descr="A képen Emberi arc, személy, ruházat, fal látható&#10;&#10;Előfordulhat, hogy az AI által létrehozott tartalom helytelen.">
            <a:extLst>
              <a:ext uri="{FF2B5EF4-FFF2-40B4-BE49-F238E27FC236}">
                <a16:creationId xmlns:a16="http://schemas.microsoft.com/office/drawing/2014/main" id="{BC8FE56F-FBE2-71FF-DDD2-AD0C4F400AFE}"/>
              </a:ext>
            </a:extLst>
          </p:cNvPr>
          <p:cNvPicPr>
            <a:picLocks noChangeAspect="1"/>
          </p:cNvPicPr>
          <p:nvPr/>
        </p:nvPicPr>
        <p:blipFill>
          <a:blip r:embed="rId4"/>
          <a:stretch>
            <a:fillRect/>
          </a:stretch>
        </p:blipFill>
        <p:spPr>
          <a:xfrm>
            <a:off x="1068469" y="967595"/>
            <a:ext cx="2125980" cy="2834640"/>
          </a:xfrm>
          <a:prstGeom prst="rect">
            <a:avLst/>
          </a:prstGeom>
          <a:ln>
            <a:noFill/>
          </a:ln>
          <a:effectLst>
            <a:outerShdw blurRad="292100" dist="139700" dir="2700000" algn="tl" rotWithShape="0">
              <a:srgbClr val="333333">
                <a:alpha val="65000"/>
              </a:srgbClr>
            </a:outerShdw>
          </a:effectLst>
        </p:spPr>
      </p:pic>
      <p:pic>
        <p:nvPicPr>
          <p:cNvPr id="6" name="Kép 5" descr="A képen fal, Emberi arc, személy, ruházat látható&#10;&#10;Előfordulhat, hogy az AI által létrehozott tartalom helytelen.">
            <a:extLst>
              <a:ext uri="{FF2B5EF4-FFF2-40B4-BE49-F238E27FC236}">
                <a16:creationId xmlns:a16="http://schemas.microsoft.com/office/drawing/2014/main" id="{CD27F212-80A4-DBFD-18BC-88324D108692}"/>
              </a:ext>
            </a:extLst>
          </p:cNvPr>
          <p:cNvPicPr>
            <a:picLocks noChangeAspect="1"/>
          </p:cNvPicPr>
          <p:nvPr/>
        </p:nvPicPr>
        <p:blipFill>
          <a:blip r:embed="rId5"/>
          <a:stretch>
            <a:fillRect/>
          </a:stretch>
        </p:blipFill>
        <p:spPr>
          <a:xfrm>
            <a:off x="3509009" y="967595"/>
            <a:ext cx="2125980" cy="2834640"/>
          </a:xfrm>
          <a:prstGeom prst="rect">
            <a:avLst/>
          </a:prstGeom>
          <a:ln>
            <a:noFill/>
          </a:ln>
          <a:effectLst>
            <a:outerShdw blurRad="292100" dist="139700" dir="2700000" algn="tl" rotWithShape="0">
              <a:srgbClr val="333333">
                <a:alpha val="65000"/>
              </a:srgbClr>
            </a:outerShdw>
          </a:effectLst>
        </p:spPr>
      </p:pic>
      <p:pic>
        <p:nvPicPr>
          <p:cNvPr id="8" name="Kép 7" descr="A képen személy, Emberi arc, fedett pályás, mosoly látható&#10;&#10;Előfordulhat, hogy az AI által létrehozott tartalom helytelen.">
            <a:extLst>
              <a:ext uri="{FF2B5EF4-FFF2-40B4-BE49-F238E27FC236}">
                <a16:creationId xmlns:a16="http://schemas.microsoft.com/office/drawing/2014/main" id="{4B437213-6DF6-980D-53CA-98F8B9DCB5D0}"/>
              </a:ext>
            </a:extLst>
          </p:cNvPr>
          <p:cNvPicPr>
            <a:picLocks noChangeAspect="1"/>
          </p:cNvPicPr>
          <p:nvPr/>
        </p:nvPicPr>
        <p:blipFill>
          <a:blip r:embed="rId6"/>
          <a:stretch>
            <a:fillRect/>
          </a:stretch>
        </p:blipFill>
        <p:spPr>
          <a:xfrm>
            <a:off x="6398127" y="967595"/>
            <a:ext cx="1752645" cy="2834640"/>
          </a:xfrm>
          <a:prstGeom prst="rect">
            <a:avLst/>
          </a:prstGeom>
          <a:ln>
            <a:noFill/>
          </a:ln>
          <a:effectLst>
            <a:outerShdw blurRad="292100" dist="139700" dir="2700000" algn="tl" rotWithShape="0">
              <a:srgbClr val="333333">
                <a:alpha val="6500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402F139B-72FE-6C5C-1D7B-91709487A937}"/>
            </a:ext>
          </a:extLst>
        </p:cNvPr>
        <p:cNvGrpSpPr/>
        <p:nvPr/>
      </p:nvGrpSpPr>
      <p:grpSpPr>
        <a:xfrm>
          <a:off x="0" y="0"/>
          <a:ext cx="0" cy="0"/>
          <a:chOff x="0" y="0"/>
          <a:chExt cx="0" cy="0"/>
        </a:xfrm>
      </p:grpSpPr>
      <p:sp>
        <p:nvSpPr>
          <p:cNvPr id="7" name="Cím 6">
            <a:extLst>
              <a:ext uri="{FF2B5EF4-FFF2-40B4-BE49-F238E27FC236}">
                <a16:creationId xmlns:a16="http://schemas.microsoft.com/office/drawing/2014/main" id="{BDDE67FC-3D1E-6CF8-FEE8-C9E0D46A2DCB}"/>
              </a:ext>
            </a:extLst>
          </p:cNvPr>
          <p:cNvSpPr>
            <a:spLocks noGrp="1"/>
          </p:cNvSpPr>
          <p:nvPr>
            <p:ph type="title" idx="3"/>
          </p:nvPr>
        </p:nvSpPr>
        <p:spPr>
          <a:xfrm>
            <a:off x="3658716" y="405388"/>
            <a:ext cx="1826567" cy="447600"/>
          </a:xfrm>
        </p:spPr>
        <p:txBody>
          <a:bodyPr/>
          <a:lstStyle/>
          <a:p>
            <a:r>
              <a:rPr lang="hu-HU" sz="2000" dirty="0"/>
              <a:t>Horváth Márk</a:t>
            </a:r>
          </a:p>
        </p:txBody>
      </p:sp>
      <p:pic>
        <p:nvPicPr>
          <p:cNvPr id="2" name="Kép 1" descr="A képen képernyőkép, Grafika, Betűtípus, embléma látható&#10;&#10;Előfordulhat, hogy az AI által létrehozott tartalom helytelen.">
            <a:extLst>
              <a:ext uri="{FF2B5EF4-FFF2-40B4-BE49-F238E27FC236}">
                <a16:creationId xmlns:a16="http://schemas.microsoft.com/office/drawing/2014/main" id="{A4C27458-CDAE-7D1F-90B5-323B0CC5AAE9}"/>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4" name="Kép 3" descr="A képen Emberi arc, személy, ruházat, fal látható&#10;&#10;Előfordulhat, hogy az AI által létrehozott tartalom helytelen.">
            <a:extLst>
              <a:ext uri="{FF2B5EF4-FFF2-40B4-BE49-F238E27FC236}">
                <a16:creationId xmlns:a16="http://schemas.microsoft.com/office/drawing/2014/main" id="{FCE11D0F-9AEF-9870-CEA1-15C5748D30B8}"/>
              </a:ext>
            </a:extLst>
          </p:cNvPr>
          <p:cNvPicPr>
            <a:picLocks noChangeAspect="1"/>
          </p:cNvPicPr>
          <p:nvPr/>
        </p:nvPicPr>
        <p:blipFill>
          <a:blip r:embed="rId4"/>
          <a:stretch>
            <a:fillRect/>
          </a:stretch>
        </p:blipFill>
        <p:spPr>
          <a:xfrm>
            <a:off x="534517" y="405388"/>
            <a:ext cx="2675059" cy="3566745"/>
          </a:xfrm>
          <a:prstGeom prst="rect">
            <a:avLst/>
          </a:prstGeom>
          <a:ln>
            <a:noFill/>
          </a:ln>
          <a:effectLst>
            <a:outerShdw blurRad="292100" dist="139700" dir="2700000" algn="tl" rotWithShape="0">
              <a:srgbClr val="333333">
                <a:alpha val="65000"/>
              </a:srgbClr>
            </a:outerShdw>
          </a:effectLst>
        </p:spPr>
      </p:pic>
      <p:sp>
        <p:nvSpPr>
          <p:cNvPr id="14" name="Szövegdoboz 13">
            <a:extLst>
              <a:ext uri="{FF2B5EF4-FFF2-40B4-BE49-F238E27FC236}">
                <a16:creationId xmlns:a16="http://schemas.microsoft.com/office/drawing/2014/main" id="{7637825B-A21E-8458-95C3-86B1491A7D5D}"/>
              </a:ext>
            </a:extLst>
          </p:cNvPr>
          <p:cNvSpPr txBox="1"/>
          <p:nvPr/>
        </p:nvSpPr>
        <p:spPr>
          <a:xfrm>
            <a:off x="3658716" y="1171366"/>
            <a:ext cx="4950767" cy="2800767"/>
          </a:xfrm>
          <a:prstGeom prst="rect">
            <a:avLst/>
          </a:prstGeom>
          <a:noFill/>
        </p:spPr>
        <p:txBody>
          <a:bodyPr wrap="square">
            <a:spAutoFit/>
          </a:bodyPr>
          <a:lstStyle/>
          <a:p>
            <a:pPr marL="285750" indent="-285750">
              <a:buClr>
                <a:schemeClr val="dk1"/>
              </a:buClr>
              <a:buSzPts val="1100"/>
              <a:buFont typeface="Arial" panose="020B0604020202020204" pitchFamily="34" charset="0"/>
              <a:buChar char="•"/>
            </a:pPr>
            <a:r>
              <a:rPr lang="hu-HU" sz="1600" dirty="0">
                <a:solidFill>
                  <a:schemeClr val="dk1"/>
                </a:solidFill>
                <a:latin typeface="Cairo"/>
                <a:cs typeface="Cairo"/>
                <a:sym typeface="Cairo"/>
              </a:rPr>
              <a:t>Hálózattervező és üzemeltető szakember a </a:t>
            </a:r>
            <a:r>
              <a:rPr lang="hu-HU" sz="1600" dirty="0" err="1">
                <a:solidFill>
                  <a:schemeClr val="dk1"/>
                </a:solidFill>
                <a:latin typeface="Cairo"/>
                <a:cs typeface="Cairo"/>
                <a:sym typeface="Cairo"/>
              </a:rPr>
              <a:t>SegíTechnél</a:t>
            </a:r>
            <a:endParaRPr lang="hu-HU" sz="1600" dirty="0">
              <a:solidFill>
                <a:schemeClr val="dk1"/>
              </a:solidFill>
              <a:latin typeface="Cairo"/>
              <a:cs typeface="Cairo"/>
              <a:sym typeface="Cairo"/>
            </a:endParaRPr>
          </a:p>
          <a:p>
            <a:pPr marL="285750" indent="-285750">
              <a:buClr>
                <a:schemeClr val="dk1"/>
              </a:buClr>
              <a:buSzPts val="1100"/>
              <a:buFont typeface="Arial" panose="020B0604020202020204" pitchFamily="34" charset="0"/>
              <a:buChar char="•"/>
            </a:pPr>
            <a:endParaRPr lang="hu-HU" sz="1600" dirty="0">
              <a:solidFill>
                <a:schemeClr val="dk1"/>
              </a:solidFill>
              <a:latin typeface="Cairo"/>
              <a:cs typeface="Cairo"/>
              <a:sym typeface="Cairo"/>
            </a:endParaRPr>
          </a:p>
          <a:p>
            <a:pPr marL="285750" indent="-285750">
              <a:buClr>
                <a:schemeClr val="dk1"/>
              </a:buClr>
              <a:buSzPts val="1100"/>
              <a:buFont typeface="Arial" panose="020B0604020202020204" pitchFamily="34" charset="0"/>
              <a:buChar char="•"/>
            </a:pPr>
            <a:r>
              <a:rPr lang="hu-HU" sz="1600" dirty="0">
                <a:solidFill>
                  <a:schemeClr val="dk1"/>
                </a:solidFill>
                <a:latin typeface="Cairo"/>
                <a:cs typeface="Cairo"/>
                <a:sym typeface="Cairo"/>
              </a:rPr>
              <a:t>Végzettség: Neumann János Technikum – naprakész, gyakorlatias tudással</a:t>
            </a:r>
          </a:p>
          <a:p>
            <a:pPr marL="285750" indent="-285750">
              <a:buClr>
                <a:schemeClr val="dk1"/>
              </a:buClr>
              <a:buSzPts val="1100"/>
              <a:buFont typeface="Arial" panose="020B0604020202020204" pitchFamily="34" charset="0"/>
              <a:buChar char="•"/>
            </a:pPr>
            <a:endParaRPr lang="hu-HU" sz="1600" dirty="0">
              <a:solidFill>
                <a:schemeClr val="dk1"/>
              </a:solidFill>
              <a:latin typeface="Cairo"/>
              <a:cs typeface="Cairo"/>
              <a:sym typeface="Cairo"/>
            </a:endParaRPr>
          </a:p>
          <a:p>
            <a:pPr marL="285750" indent="-285750">
              <a:buClr>
                <a:schemeClr val="dk1"/>
              </a:buClr>
              <a:buSzPts val="1100"/>
              <a:buFont typeface="Arial" panose="020B0604020202020204" pitchFamily="34" charset="0"/>
              <a:buChar char="•"/>
            </a:pPr>
            <a:r>
              <a:rPr lang="hu-HU" sz="1600" dirty="0">
                <a:solidFill>
                  <a:schemeClr val="dk1"/>
                </a:solidFill>
                <a:latin typeface="Cairo"/>
                <a:cs typeface="Cairo"/>
                <a:sym typeface="Cairo"/>
              </a:rPr>
              <a:t>Szereti a kihívásokat, motiválják a komplex feladatok</a:t>
            </a:r>
          </a:p>
          <a:p>
            <a:pPr marL="285750" indent="-285750">
              <a:buClr>
                <a:schemeClr val="dk1"/>
              </a:buClr>
              <a:buSzPts val="1100"/>
              <a:buFont typeface="Arial" panose="020B0604020202020204" pitchFamily="34" charset="0"/>
              <a:buChar char="•"/>
            </a:pPr>
            <a:endParaRPr lang="hu-HU" sz="1600" dirty="0">
              <a:solidFill>
                <a:schemeClr val="dk1"/>
              </a:solidFill>
              <a:latin typeface="Cairo"/>
              <a:cs typeface="Cairo"/>
              <a:sym typeface="Cairo"/>
            </a:endParaRPr>
          </a:p>
          <a:p>
            <a:pPr marL="285750" indent="-285750">
              <a:buClr>
                <a:schemeClr val="dk1"/>
              </a:buClr>
              <a:buSzPts val="1100"/>
              <a:buFont typeface="Arial" panose="020B0604020202020204" pitchFamily="34" charset="0"/>
              <a:buChar char="•"/>
            </a:pPr>
            <a:r>
              <a:rPr lang="hu-HU" sz="1600" dirty="0">
                <a:solidFill>
                  <a:schemeClr val="dk1"/>
                </a:solidFill>
                <a:latin typeface="Cairo"/>
                <a:cs typeface="Cairo"/>
                <a:sym typeface="Cairo"/>
              </a:rPr>
              <a:t>A projekt kiváló lehetőség volt szakmai tudása bizonyítására</a:t>
            </a:r>
          </a:p>
        </p:txBody>
      </p:sp>
    </p:spTree>
    <p:extLst>
      <p:ext uri="{BB962C8B-B14F-4D97-AF65-F5344CB8AC3E}">
        <p14:creationId xmlns:p14="http://schemas.microsoft.com/office/powerpoint/2010/main" val="41979750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2B3DF850-21D9-BB6E-E5E3-3AB05D3EC149}"/>
            </a:ext>
          </a:extLst>
        </p:cNvPr>
        <p:cNvGrpSpPr/>
        <p:nvPr/>
      </p:nvGrpSpPr>
      <p:grpSpPr>
        <a:xfrm>
          <a:off x="0" y="0"/>
          <a:ext cx="0" cy="0"/>
          <a:chOff x="0" y="0"/>
          <a:chExt cx="0" cy="0"/>
        </a:xfrm>
      </p:grpSpPr>
      <p:sp>
        <p:nvSpPr>
          <p:cNvPr id="7" name="Cím 6">
            <a:extLst>
              <a:ext uri="{FF2B5EF4-FFF2-40B4-BE49-F238E27FC236}">
                <a16:creationId xmlns:a16="http://schemas.microsoft.com/office/drawing/2014/main" id="{49D50002-60E8-4CAF-16A3-9C2A454C648D}"/>
              </a:ext>
            </a:extLst>
          </p:cNvPr>
          <p:cNvSpPr>
            <a:spLocks noGrp="1"/>
          </p:cNvSpPr>
          <p:nvPr>
            <p:ph type="title" idx="3"/>
          </p:nvPr>
        </p:nvSpPr>
        <p:spPr>
          <a:xfrm>
            <a:off x="3477860" y="408796"/>
            <a:ext cx="1826567" cy="447600"/>
          </a:xfrm>
        </p:spPr>
        <p:txBody>
          <a:bodyPr/>
          <a:lstStyle/>
          <a:p>
            <a:r>
              <a:rPr lang="hu-HU" sz="2000" dirty="0"/>
              <a:t>Braun Dénes</a:t>
            </a:r>
          </a:p>
        </p:txBody>
      </p:sp>
      <p:pic>
        <p:nvPicPr>
          <p:cNvPr id="2" name="Kép 1" descr="A képen képernyőkép, Grafika, Betűtípus, embléma látható&#10;&#10;Előfordulhat, hogy az AI által létrehozott tartalom helytelen.">
            <a:extLst>
              <a:ext uri="{FF2B5EF4-FFF2-40B4-BE49-F238E27FC236}">
                <a16:creationId xmlns:a16="http://schemas.microsoft.com/office/drawing/2014/main" id="{F40554EA-EBA5-59E8-24E3-A4B7B6DEC017}"/>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3" name="Kép 2" descr="A képen fal, Emberi arc, személy, ruházat látható&#10;&#10;Előfordulhat, hogy az AI által létrehozott tartalom helytelen.">
            <a:extLst>
              <a:ext uri="{FF2B5EF4-FFF2-40B4-BE49-F238E27FC236}">
                <a16:creationId xmlns:a16="http://schemas.microsoft.com/office/drawing/2014/main" id="{714D1CCC-46E1-10F9-37AE-30A3F534D4D6}"/>
              </a:ext>
            </a:extLst>
          </p:cNvPr>
          <p:cNvPicPr>
            <a:picLocks noChangeAspect="1"/>
          </p:cNvPicPr>
          <p:nvPr/>
        </p:nvPicPr>
        <p:blipFill>
          <a:blip r:embed="rId4"/>
          <a:stretch>
            <a:fillRect/>
          </a:stretch>
        </p:blipFill>
        <p:spPr>
          <a:xfrm>
            <a:off x="534517" y="408796"/>
            <a:ext cx="2672502" cy="3563337"/>
          </a:xfrm>
          <a:prstGeom prst="rect">
            <a:avLst/>
          </a:prstGeom>
          <a:ln>
            <a:noFill/>
          </a:ln>
          <a:effectLst>
            <a:outerShdw blurRad="292100" dist="139700" dir="2700000" algn="tl" rotWithShape="0">
              <a:srgbClr val="333333">
                <a:alpha val="65000"/>
              </a:srgbClr>
            </a:outerShdw>
          </a:effectLst>
        </p:spPr>
      </p:pic>
      <p:sp>
        <p:nvSpPr>
          <p:cNvPr id="9" name="Rectangle 4">
            <a:extLst>
              <a:ext uri="{FF2B5EF4-FFF2-40B4-BE49-F238E27FC236}">
                <a16:creationId xmlns:a16="http://schemas.microsoft.com/office/drawing/2014/main" id="{D2015C9A-B70A-185E-C6F3-BF2F396685B7}"/>
              </a:ext>
            </a:extLst>
          </p:cNvPr>
          <p:cNvSpPr>
            <a:spLocks noChangeArrowheads="1"/>
          </p:cNvSpPr>
          <p:nvPr/>
        </p:nvSpPr>
        <p:spPr bwMode="auto">
          <a:xfrm>
            <a:off x="3477860" y="1171366"/>
            <a:ext cx="4918246"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0" indent="-285750" defTabSz="914400" eaLnBrk="0" fontAlgn="base" latinLnBrk="0" hangingPunct="0">
              <a:buClr>
                <a:schemeClr val="dk1"/>
              </a:buClr>
              <a:buSzPts val="1100"/>
              <a:buFont typeface="Arial" panose="020B0604020202020204" pitchFamily="34" charset="0"/>
              <a:buChar char="•"/>
              <a:tabLst/>
            </a:pPr>
            <a:r>
              <a:rPr lang="hu-HU" altLang="hu-HU" sz="1600" dirty="0">
                <a:solidFill>
                  <a:schemeClr val="dk1"/>
                </a:solidFill>
                <a:latin typeface="Cairo"/>
                <a:cs typeface="Cairo"/>
              </a:rPr>
              <a:t>Hálózati technikus a </a:t>
            </a:r>
            <a:r>
              <a:rPr lang="hu-HU" altLang="hu-HU" sz="1600" dirty="0" err="1">
                <a:solidFill>
                  <a:schemeClr val="dk1"/>
                </a:solidFill>
                <a:latin typeface="Cairo"/>
                <a:cs typeface="Cairo"/>
              </a:rPr>
              <a:t>SegíTechnél</a:t>
            </a:r>
            <a:r>
              <a:rPr lang="hu-HU" altLang="hu-HU" sz="1600" dirty="0">
                <a:solidFill>
                  <a:schemeClr val="dk1"/>
                </a:solidFill>
                <a:latin typeface="Cairo"/>
                <a:cs typeface="Cairo"/>
              </a:rPr>
              <a:t> </a:t>
            </a:r>
          </a:p>
          <a:p>
            <a:pPr marL="285750" lvl="0" indent="-285750" defTabSz="914400" eaLnBrk="0" fontAlgn="base" latinLnBrk="0" hangingPunct="0">
              <a:buClr>
                <a:schemeClr val="dk1"/>
              </a:buClr>
              <a:buSzPts val="1100"/>
              <a:buFont typeface="Arial" panose="020B0604020202020204" pitchFamily="34" charset="0"/>
              <a:buChar char="•"/>
              <a:tabLst/>
            </a:pPr>
            <a:endParaRPr lang="hu-HU" altLang="hu-HU" sz="1600" dirty="0">
              <a:solidFill>
                <a:schemeClr val="dk1"/>
              </a:solidFill>
              <a:latin typeface="Cairo"/>
              <a:cs typeface="Cairo"/>
            </a:endParaRPr>
          </a:p>
          <a:p>
            <a:pPr marL="285750" lvl="0" indent="-285750" defTabSz="914400" eaLnBrk="0" fontAlgn="base" latinLnBrk="0" hangingPunct="0">
              <a:buClr>
                <a:schemeClr val="dk1"/>
              </a:buClr>
              <a:buSzPts val="1100"/>
              <a:buFont typeface="Arial" panose="020B0604020202020204" pitchFamily="34" charset="0"/>
              <a:buChar char="•"/>
              <a:tabLst/>
            </a:pPr>
            <a:r>
              <a:rPr lang="hu-HU" altLang="hu-HU" sz="1600" dirty="0">
                <a:solidFill>
                  <a:schemeClr val="dk1"/>
                </a:solidFill>
                <a:latin typeface="Cairo"/>
                <a:cs typeface="Cairo"/>
              </a:rPr>
              <a:t>Végzettség: Neumann Informatikai Technikum – erős alapok IT‑infrastruktúrában, hálózatokban és biztonságban</a:t>
            </a:r>
          </a:p>
          <a:p>
            <a:pPr lvl="0" defTabSz="914400" eaLnBrk="0" fontAlgn="base" latinLnBrk="0" hangingPunct="0">
              <a:buClr>
                <a:schemeClr val="dk1"/>
              </a:buClr>
              <a:buSzPts val="1100"/>
              <a:tabLst/>
            </a:pPr>
            <a:r>
              <a:rPr lang="hu-HU" altLang="hu-HU" sz="1600" dirty="0">
                <a:solidFill>
                  <a:schemeClr val="dk1"/>
                </a:solidFill>
                <a:latin typeface="Cairo"/>
                <a:cs typeface="Cairo"/>
              </a:rPr>
              <a:t> </a:t>
            </a:r>
          </a:p>
          <a:p>
            <a:pPr marL="285750" lvl="0" indent="-285750" defTabSz="914400" eaLnBrk="0" fontAlgn="base" latinLnBrk="0" hangingPunct="0">
              <a:buClr>
                <a:schemeClr val="dk1"/>
              </a:buClr>
              <a:buSzPts val="1100"/>
              <a:buFont typeface="Arial" panose="020B0604020202020204" pitchFamily="34" charset="0"/>
              <a:buChar char="•"/>
              <a:tabLst/>
            </a:pPr>
            <a:r>
              <a:rPr lang="hu-HU" altLang="hu-HU" sz="1600" dirty="0">
                <a:solidFill>
                  <a:schemeClr val="dk1"/>
                </a:solidFill>
                <a:latin typeface="Cairo"/>
                <a:cs typeface="Cairo"/>
              </a:rPr>
              <a:t>Célja stabil, biztonságos és hatékony hálózati megoldások biztosítása </a:t>
            </a:r>
          </a:p>
          <a:p>
            <a:pPr marL="285750" lvl="0" indent="-285750" defTabSz="914400" eaLnBrk="0" fontAlgn="base" latinLnBrk="0" hangingPunct="0">
              <a:buClr>
                <a:schemeClr val="dk1"/>
              </a:buClr>
              <a:buSzPts val="1100"/>
              <a:buFont typeface="Arial" panose="020B0604020202020204" pitchFamily="34" charset="0"/>
              <a:buChar char="•"/>
              <a:tabLst/>
            </a:pPr>
            <a:endParaRPr lang="hu-HU" altLang="hu-HU" sz="1600" dirty="0">
              <a:solidFill>
                <a:schemeClr val="dk1"/>
              </a:solidFill>
              <a:latin typeface="Cairo"/>
              <a:cs typeface="Cairo"/>
            </a:endParaRPr>
          </a:p>
          <a:p>
            <a:pPr marL="285750" lvl="0" indent="-285750" defTabSz="914400" eaLnBrk="0" fontAlgn="base" latinLnBrk="0" hangingPunct="0">
              <a:buClr>
                <a:schemeClr val="dk1"/>
              </a:buClr>
              <a:buSzPts val="1100"/>
              <a:buFont typeface="Arial" panose="020B0604020202020204" pitchFamily="34" charset="0"/>
              <a:buChar char="•"/>
              <a:tabLst/>
            </a:pPr>
            <a:r>
              <a:rPr lang="hu-HU" altLang="hu-HU" sz="1600" dirty="0">
                <a:solidFill>
                  <a:schemeClr val="dk1"/>
                </a:solidFill>
                <a:latin typeface="Cairo"/>
                <a:cs typeface="Cairo"/>
              </a:rPr>
              <a:t>Folyamatosan fejleszti tudását és nyitott az új technológiákra </a:t>
            </a:r>
          </a:p>
        </p:txBody>
      </p:sp>
    </p:spTree>
    <p:extLst>
      <p:ext uri="{BB962C8B-B14F-4D97-AF65-F5344CB8AC3E}">
        <p14:creationId xmlns:p14="http://schemas.microsoft.com/office/powerpoint/2010/main" val="41473674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828AD475-2D6D-F29D-9145-F7E63CB7F341}"/>
            </a:ext>
          </a:extLst>
        </p:cNvPr>
        <p:cNvGrpSpPr/>
        <p:nvPr/>
      </p:nvGrpSpPr>
      <p:grpSpPr>
        <a:xfrm>
          <a:off x="0" y="0"/>
          <a:ext cx="0" cy="0"/>
          <a:chOff x="0" y="0"/>
          <a:chExt cx="0" cy="0"/>
        </a:xfrm>
      </p:grpSpPr>
      <p:sp>
        <p:nvSpPr>
          <p:cNvPr id="7" name="Cím 6">
            <a:extLst>
              <a:ext uri="{FF2B5EF4-FFF2-40B4-BE49-F238E27FC236}">
                <a16:creationId xmlns:a16="http://schemas.microsoft.com/office/drawing/2014/main" id="{CE5C5351-0F53-3772-A532-485E8D66620D}"/>
              </a:ext>
            </a:extLst>
          </p:cNvPr>
          <p:cNvSpPr>
            <a:spLocks noGrp="1"/>
          </p:cNvSpPr>
          <p:nvPr>
            <p:ph type="title" idx="3"/>
          </p:nvPr>
        </p:nvSpPr>
        <p:spPr>
          <a:xfrm>
            <a:off x="3477860" y="408796"/>
            <a:ext cx="2229520" cy="447600"/>
          </a:xfrm>
        </p:spPr>
        <p:txBody>
          <a:bodyPr/>
          <a:lstStyle/>
          <a:p>
            <a:r>
              <a:rPr lang="hu-HU" sz="2000" dirty="0"/>
              <a:t>Tőzsér Barnabás</a:t>
            </a:r>
          </a:p>
        </p:txBody>
      </p:sp>
      <p:pic>
        <p:nvPicPr>
          <p:cNvPr id="2" name="Kép 1" descr="A képen képernyőkép, Grafika, Betűtípus, embléma látható&#10;&#10;Előfordulhat, hogy az AI által létrehozott tartalom helytelen.">
            <a:extLst>
              <a:ext uri="{FF2B5EF4-FFF2-40B4-BE49-F238E27FC236}">
                <a16:creationId xmlns:a16="http://schemas.microsoft.com/office/drawing/2014/main" id="{40033CBB-C4A2-2F91-A137-B6189738E12A}"/>
              </a:ext>
            </a:extLst>
          </p:cNvPr>
          <p:cNvPicPr>
            <a:picLocks noChangeAspect="1"/>
          </p:cNvPicPr>
          <p:nvPr/>
        </p:nvPicPr>
        <p:blipFill>
          <a:blip r:embed="rId3"/>
          <a:stretch>
            <a:fillRect/>
          </a:stretch>
        </p:blipFill>
        <p:spPr>
          <a:xfrm>
            <a:off x="8058614" y="4218208"/>
            <a:ext cx="1174947" cy="1174947"/>
          </a:xfrm>
          <a:prstGeom prst="rect">
            <a:avLst/>
          </a:prstGeom>
        </p:spPr>
      </p:pic>
      <p:sp>
        <p:nvSpPr>
          <p:cNvPr id="4" name="Rectangle 1">
            <a:extLst>
              <a:ext uri="{FF2B5EF4-FFF2-40B4-BE49-F238E27FC236}">
                <a16:creationId xmlns:a16="http://schemas.microsoft.com/office/drawing/2014/main" id="{67D30B6E-1E2A-88CA-4FF2-A6F69074CBD2}"/>
              </a:ext>
            </a:extLst>
          </p:cNvPr>
          <p:cNvSpPr>
            <a:spLocks noChangeArrowheads="1"/>
          </p:cNvSpPr>
          <p:nvPr/>
        </p:nvSpPr>
        <p:spPr bwMode="auto">
          <a:xfrm>
            <a:off x="3477860" y="1118077"/>
            <a:ext cx="550612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buClr>
                <a:schemeClr val="dk1"/>
              </a:buClr>
              <a:buSzPts val="1100"/>
              <a:buFont typeface="Arial" panose="020B0604020202020204" pitchFamily="34" charset="0"/>
              <a:buChar char="•"/>
            </a:pPr>
            <a:r>
              <a:rPr lang="hu-HU" altLang="hu-HU" sz="1600" dirty="0">
                <a:solidFill>
                  <a:schemeClr val="dk1"/>
                </a:solidFill>
                <a:latin typeface="Cairo"/>
                <a:cs typeface="Cairo"/>
              </a:rPr>
              <a:t>19 éves pályakezdő, a </a:t>
            </a:r>
            <a:r>
              <a:rPr lang="hu-HU" altLang="hu-HU" sz="1600" dirty="0" err="1">
                <a:solidFill>
                  <a:schemeClr val="dk1"/>
                </a:solidFill>
                <a:latin typeface="Cairo"/>
                <a:cs typeface="Cairo"/>
              </a:rPr>
              <a:t>Segítech</a:t>
            </a:r>
            <a:r>
              <a:rPr lang="hu-HU" altLang="hu-HU" sz="1600" dirty="0">
                <a:solidFill>
                  <a:schemeClr val="dk1"/>
                </a:solidFill>
                <a:latin typeface="Cairo"/>
                <a:cs typeface="Cairo"/>
              </a:rPr>
              <a:t> csapatának tagja</a:t>
            </a:r>
          </a:p>
          <a:p>
            <a:pPr marL="285750" indent="-285750" eaLnBrk="0" fontAlgn="base" hangingPunct="0">
              <a:buClr>
                <a:schemeClr val="dk1"/>
              </a:buClr>
              <a:buSzPts val="1100"/>
              <a:buFont typeface="Arial" panose="020B0604020202020204" pitchFamily="34" charset="0"/>
              <a:buChar char="•"/>
            </a:pPr>
            <a:endParaRPr lang="hu-HU" altLang="hu-HU" sz="1600" dirty="0">
              <a:solidFill>
                <a:schemeClr val="dk1"/>
              </a:solidFill>
              <a:latin typeface="Cairo"/>
              <a:cs typeface="Cairo"/>
            </a:endParaRPr>
          </a:p>
          <a:p>
            <a:pPr marL="285750" indent="-285750" eaLnBrk="0" fontAlgn="base" hangingPunct="0">
              <a:buClr>
                <a:schemeClr val="dk1"/>
              </a:buClr>
              <a:buSzPts val="1100"/>
              <a:buFont typeface="Arial" panose="020B0604020202020204" pitchFamily="34" charset="0"/>
              <a:buChar char="•"/>
            </a:pPr>
            <a:r>
              <a:rPr lang="hu-HU" altLang="hu-HU" sz="1600" dirty="0">
                <a:solidFill>
                  <a:schemeClr val="dk1"/>
                </a:solidFill>
                <a:latin typeface="Cairo"/>
                <a:cs typeface="Cairo"/>
              </a:rPr>
              <a:t>Végzettség: Neumann János Informatikai Technikum </a:t>
            </a:r>
          </a:p>
          <a:p>
            <a:pPr marL="285750" indent="-285750" eaLnBrk="0" fontAlgn="base" hangingPunct="0">
              <a:buClr>
                <a:schemeClr val="dk1"/>
              </a:buClr>
              <a:buSzPts val="1100"/>
              <a:buFont typeface="Arial" panose="020B0604020202020204" pitchFamily="34" charset="0"/>
              <a:buChar char="•"/>
            </a:pPr>
            <a:endParaRPr lang="hu-HU" altLang="hu-HU" sz="1600" dirty="0">
              <a:solidFill>
                <a:schemeClr val="dk1"/>
              </a:solidFill>
              <a:latin typeface="Cairo"/>
              <a:cs typeface="Cairo"/>
            </a:endParaRPr>
          </a:p>
          <a:p>
            <a:pPr marL="285750" indent="-285750" eaLnBrk="0" fontAlgn="base" hangingPunct="0">
              <a:buClr>
                <a:schemeClr val="dk1"/>
              </a:buClr>
              <a:buSzPts val="1100"/>
              <a:buFont typeface="Arial" panose="020B0604020202020204" pitchFamily="34" charset="0"/>
              <a:buChar char="•"/>
            </a:pPr>
            <a:r>
              <a:rPr lang="hu-HU" altLang="hu-HU" sz="1600" dirty="0">
                <a:solidFill>
                  <a:schemeClr val="dk1"/>
                </a:solidFill>
                <a:latin typeface="Cairo"/>
                <a:cs typeface="Cairo"/>
              </a:rPr>
              <a:t>Jelenleg: Óbudai Egyetem – szakmai tudás mélyítése </a:t>
            </a:r>
          </a:p>
          <a:p>
            <a:pPr marL="285750" indent="-285750" eaLnBrk="0" fontAlgn="base" hangingPunct="0">
              <a:buClr>
                <a:schemeClr val="dk1"/>
              </a:buClr>
              <a:buSzPts val="1100"/>
              <a:buFont typeface="Arial" panose="020B0604020202020204" pitchFamily="34" charset="0"/>
              <a:buChar char="•"/>
            </a:pPr>
            <a:endParaRPr lang="hu-HU" altLang="hu-HU" sz="1600" dirty="0">
              <a:solidFill>
                <a:schemeClr val="dk1"/>
              </a:solidFill>
              <a:latin typeface="Cairo"/>
              <a:cs typeface="Cairo"/>
            </a:endParaRPr>
          </a:p>
          <a:p>
            <a:pPr marL="285750" indent="-285750" eaLnBrk="0" fontAlgn="base" hangingPunct="0">
              <a:buClr>
                <a:schemeClr val="dk1"/>
              </a:buClr>
              <a:buSzPts val="1100"/>
              <a:buFont typeface="Arial" panose="020B0604020202020204" pitchFamily="34" charset="0"/>
              <a:buChar char="•"/>
            </a:pPr>
            <a:r>
              <a:rPr lang="hu-HU" altLang="hu-HU" sz="1600" dirty="0">
                <a:solidFill>
                  <a:schemeClr val="dk1"/>
                </a:solidFill>
                <a:latin typeface="Cairo"/>
                <a:cs typeface="Cairo"/>
              </a:rPr>
              <a:t>Motivált, fejlődésre törekvő, nyitott az új technológiákra</a:t>
            </a:r>
          </a:p>
          <a:p>
            <a:pPr eaLnBrk="0" fontAlgn="base" hangingPunct="0">
              <a:buClr>
                <a:schemeClr val="dk1"/>
              </a:buClr>
              <a:buSzPts val="1100"/>
            </a:pPr>
            <a:r>
              <a:rPr lang="hu-HU" altLang="hu-HU" sz="1600" dirty="0">
                <a:solidFill>
                  <a:schemeClr val="dk1"/>
                </a:solidFill>
                <a:latin typeface="Cairo"/>
                <a:cs typeface="Cairo"/>
              </a:rPr>
              <a:t> </a:t>
            </a:r>
          </a:p>
          <a:p>
            <a:pPr marL="285750" indent="-285750" eaLnBrk="0" fontAlgn="base" hangingPunct="0">
              <a:buClr>
                <a:schemeClr val="dk1"/>
              </a:buClr>
              <a:buSzPts val="1100"/>
              <a:buFont typeface="Arial" panose="020B0604020202020204" pitchFamily="34" charset="0"/>
              <a:buChar char="•"/>
            </a:pPr>
            <a:r>
              <a:rPr lang="hu-HU" altLang="hu-HU" sz="1600" dirty="0">
                <a:solidFill>
                  <a:schemeClr val="dk1"/>
                </a:solidFill>
                <a:latin typeface="Cairo"/>
                <a:cs typeface="Cairo"/>
              </a:rPr>
              <a:t>Célja: gyakorlati tudás építése és hosszú távú IT karrier </a:t>
            </a:r>
          </a:p>
        </p:txBody>
      </p:sp>
      <p:pic>
        <p:nvPicPr>
          <p:cNvPr id="3" name="Kép 2" descr="A képen személy, Emberi arc, fedett pályás, mosoly látható&#10;&#10;Előfordulhat, hogy az AI által létrehozott tartalom helytelen.">
            <a:extLst>
              <a:ext uri="{FF2B5EF4-FFF2-40B4-BE49-F238E27FC236}">
                <a16:creationId xmlns:a16="http://schemas.microsoft.com/office/drawing/2014/main" id="{1772691A-AD03-DB38-47FF-24869B4A01BC}"/>
              </a:ext>
            </a:extLst>
          </p:cNvPr>
          <p:cNvPicPr>
            <a:picLocks noChangeAspect="1"/>
          </p:cNvPicPr>
          <p:nvPr/>
        </p:nvPicPr>
        <p:blipFill>
          <a:blip r:embed="rId4"/>
          <a:stretch>
            <a:fillRect/>
          </a:stretch>
        </p:blipFill>
        <p:spPr>
          <a:xfrm>
            <a:off x="822715" y="527025"/>
            <a:ext cx="1752645" cy="283464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0094782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HU" dirty="0"/>
              <a:t>Szolgáltatásaink:</a:t>
            </a:r>
            <a:endParaRPr dirty="0"/>
          </a:p>
        </p:txBody>
      </p:sp>
      <p:sp>
        <p:nvSpPr>
          <p:cNvPr id="367" name="Google Shape;367;p37"/>
          <p:cNvSpPr txBox="1">
            <a:spLocks noGrp="1"/>
          </p:cNvSpPr>
          <p:nvPr>
            <p:ph type="subTitle" idx="2"/>
          </p:nvPr>
        </p:nvSpPr>
        <p:spPr>
          <a:xfrm>
            <a:off x="5931668" y="1366436"/>
            <a:ext cx="2445057" cy="1188600"/>
          </a:xfrm>
          <a:prstGeom prst="rect">
            <a:avLst/>
          </a:prstGeom>
        </p:spPr>
        <p:txBody>
          <a:bodyPr spcFirstLastPara="1" wrap="square" lIns="91425" tIns="91425" rIns="91425" bIns="91425" anchor="t" anchorCtr="0">
            <a:noAutofit/>
          </a:bodyPr>
          <a:lstStyle/>
          <a:p>
            <a:pPr>
              <a:buSzPts val="2400"/>
            </a:pPr>
            <a:r>
              <a:rPr lang="hu-HU" sz="1600" dirty="0">
                <a:sym typeface="Space Grotesk Medium"/>
              </a:rPr>
              <a:t>Kábelezési rendszerek</a:t>
            </a:r>
          </a:p>
          <a:p>
            <a:pPr>
              <a:buSzPts val="2400"/>
            </a:pPr>
            <a:r>
              <a:rPr lang="hu-HU" sz="1600" dirty="0">
                <a:sym typeface="Space Grotesk Medium"/>
              </a:rPr>
              <a:t>modernizálása</a:t>
            </a:r>
          </a:p>
        </p:txBody>
      </p:sp>
      <p:sp>
        <p:nvSpPr>
          <p:cNvPr id="368" name="Google Shape;368;p37"/>
          <p:cNvSpPr txBox="1">
            <a:spLocks noGrp="1"/>
          </p:cNvSpPr>
          <p:nvPr>
            <p:ph type="subTitle" idx="3"/>
          </p:nvPr>
        </p:nvSpPr>
        <p:spPr>
          <a:xfrm>
            <a:off x="1288902" y="3305399"/>
            <a:ext cx="2453919" cy="708398"/>
          </a:xfrm>
          <a:prstGeom prst="rect">
            <a:avLst/>
          </a:prstGeom>
        </p:spPr>
        <p:txBody>
          <a:bodyPr spcFirstLastPara="1" wrap="square" lIns="91425" tIns="91425" rIns="91425" bIns="91425" anchor="t" anchorCtr="0">
            <a:noAutofit/>
          </a:bodyPr>
          <a:lstStyle/>
          <a:p>
            <a:pPr>
              <a:buSzPts val="2400"/>
            </a:pPr>
            <a:r>
              <a:rPr lang="hu-HU" sz="1600" dirty="0">
                <a:sym typeface="Space Grotesk Medium"/>
              </a:rPr>
              <a:t>IT-biztonsági</a:t>
            </a:r>
          </a:p>
          <a:p>
            <a:pPr>
              <a:buSzPts val="2400"/>
            </a:pPr>
            <a:r>
              <a:rPr lang="hu-HU" sz="1600" dirty="0">
                <a:sym typeface="Space Grotesk Medium"/>
              </a:rPr>
              <a:t>Megoldások integrálása</a:t>
            </a:r>
          </a:p>
        </p:txBody>
      </p:sp>
      <p:sp>
        <p:nvSpPr>
          <p:cNvPr id="369" name="Google Shape;369;p37"/>
          <p:cNvSpPr txBox="1">
            <a:spLocks noGrp="1"/>
          </p:cNvSpPr>
          <p:nvPr>
            <p:ph type="subTitle" idx="4"/>
          </p:nvPr>
        </p:nvSpPr>
        <p:spPr>
          <a:xfrm>
            <a:off x="3742821" y="2330321"/>
            <a:ext cx="2901612" cy="906448"/>
          </a:xfrm>
          <a:prstGeom prst="rect">
            <a:avLst/>
          </a:prstGeom>
        </p:spPr>
        <p:txBody>
          <a:bodyPr spcFirstLastPara="1" wrap="square" lIns="91425" tIns="91425" rIns="91425" bIns="91425" anchor="t" anchorCtr="0">
            <a:noAutofit/>
          </a:bodyPr>
          <a:lstStyle/>
          <a:p>
            <a:pPr lvl="0">
              <a:buSzPts val="2400"/>
            </a:pPr>
            <a:r>
              <a:rPr lang="hu-HU" sz="1600" dirty="0"/>
              <a:t>Aktív eszközök</a:t>
            </a:r>
          </a:p>
          <a:p>
            <a:pPr lvl="0">
              <a:buSzPts val="2400"/>
            </a:pPr>
            <a:r>
              <a:rPr lang="hu-HU" sz="1600" dirty="0"/>
              <a:t>telepítése és konfigurálása</a:t>
            </a:r>
          </a:p>
        </p:txBody>
      </p:sp>
      <p:sp>
        <p:nvSpPr>
          <p:cNvPr id="370" name="Google Shape;370;p37"/>
          <p:cNvSpPr txBox="1">
            <a:spLocks noGrp="1"/>
          </p:cNvSpPr>
          <p:nvPr>
            <p:ph type="subTitle" idx="7"/>
          </p:nvPr>
        </p:nvSpPr>
        <p:spPr>
          <a:xfrm>
            <a:off x="1277746" y="1371346"/>
            <a:ext cx="2615572" cy="1200404"/>
          </a:xfrm>
          <a:prstGeom prst="rect">
            <a:avLst/>
          </a:prstGeom>
        </p:spPr>
        <p:txBody>
          <a:bodyPr spcFirstLastPara="1" wrap="square" lIns="91425" tIns="91425" rIns="91425" bIns="91425" anchor="t" anchorCtr="0">
            <a:noAutofit/>
          </a:bodyPr>
          <a:lstStyle/>
          <a:p>
            <a:pPr lvl="0"/>
            <a:r>
              <a:rPr lang="hu-HU" sz="1600" dirty="0">
                <a:latin typeface="Cairo"/>
                <a:cs typeface="Cairo"/>
                <a:sym typeface="Cairo"/>
              </a:rPr>
              <a:t>Hálózati infrastruktúra</a:t>
            </a:r>
          </a:p>
          <a:p>
            <a:pPr lvl="0"/>
            <a:r>
              <a:rPr lang="hu-HU" sz="1600" dirty="0">
                <a:latin typeface="Cairo"/>
                <a:cs typeface="Cairo"/>
                <a:sym typeface="Cairo"/>
              </a:rPr>
              <a:t>tervezése és kivitelezése</a:t>
            </a:r>
          </a:p>
        </p:txBody>
      </p:sp>
      <p:sp>
        <p:nvSpPr>
          <p:cNvPr id="374" name="Google Shape;374;p37"/>
          <p:cNvSpPr txBox="1">
            <a:spLocks noGrp="1"/>
          </p:cNvSpPr>
          <p:nvPr>
            <p:ph type="subTitle" idx="6"/>
          </p:nvPr>
        </p:nvSpPr>
        <p:spPr>
          <a:xfrm>
            <a:off x="5946105" y="3305399"/>
            <a:ext cx="2823896" cy="708398"/>
          </a:xfrm>
          <a:prstGeom prst="rect">
            <a:avLst/>
          </a:prstGeom>
        </p:spPr>
        <p:txBody>
          <a:bodyPr spcFirstLastPara="1" wrap="square" lIns="91425" tIns="91425" rIns="91425" bIns="91425" anchor="t" anchorCtr="0">
            <a:noAutofit/>
          </a:bodyPr>
          <a:lstStyle/>
          <a:p>
            <a:pPr lvl="0">
              <a:buSzPts val="2400"/>
            </a:pPr>
            <a:r>
              <a:rPr lang="hu-HU" sz="1600" dirty="0"/>
              <a:t>Teljesítményoptimalizálás és</a:t>
            </a:r>
          </a:p>
          <a:p>
            <a:pPr lvl="0">
              <a:buSzPts val="2400"/>
            </a:pPr>
            <a:r>
              <a:rPr lang="hu-HU" sz="1600" dirty="0"/>
              <a:t>rendszerfelügyelet</a:t>
            </a:r>
          </a:p>
        </p:txBody>
      </p:sp>
      <p:sp>
        <p:nvSpPr>
          <p:cNvPr id="388" name="Google Shape;388;p37"/>
          <p:cNvSpPr/>
          <p:nvPr/>
        </p:nvSpPr>
        <p:spPr>
          <a:xfrm>
            <a:off x="919395" y="1492336"/>
            <a:ext cx="329184" cy="329177"/>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8267;p61">
            <a:extLst>
              <a:ext uri="{FF2B5EF4-FFF2-40B4-BE49-F238E27FC236}">
                <a16:creationId xmlns:a16="http://schemas.microsoft.com/office/drawing/2014/main" id="{6E91D262-30CC-DEDF-B651-D57FD3393784}"/>
              </a:ext>
            </a:extLst>
          </p:cNvPr>
          <p:cNvSpPr/>
          <p:nvPr/>
        </p:nvSpPr>
        <p:spPr>
          <a:xfrm>
            <a:off x="5593650" y="1486866"/>
            <a:ext cx="352455" cy="340116"/>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 name="Google Shape;9651;p65">
            <a:extLst>
              <a:ext uri="{FF2B5EF4-FFF2-40B4-BE49-F238E27FC236}">
                <a16:creationId xmlns:a16="http://schemas.microsoft.com/office/drawing/2014/main" id="{949AA8C9-3208-1A87-BF30-E19F80FCDE33}"/>
              </a:ext>
            </a:extLst>
          </p:cNvPr>
          <p:cNvSpPr/>
          <p:nvPr/>
        </p:nvSpPr>
        <p:spPr>
          <a:xfrm>
            <a:off x="3384622" y="2459194"/>
            <a:ext cx="358199" cy="359154"/>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0167;p67">
            <a:extLst>
              <a:ext uri="{FF2B5EF4-FFF2-40B4-BE49-F238E27FC236}">
                <a16:creationId xmlns:a16="http://schemas.microsoft.com/office/drawing/2014/main" id="{E7C7231B-310B-5387-4E2C-B89B237ABA23}"/>
              </a:ext>
            </a:extLst>
          </p:cNvPr>
          <p:cNvSpPr/>
          <p:nvPr/>
        </p:nvSpPr>
        <p:spPr>
          <a:xfrm>
            <a:off x="890228" y="3435779"/>
            <a:ext cx="387518" cy="375012"/>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9224;p64">
            <a:extLst>
              <a:ext uri="{FF2B5EF4-FFF2-40B4-BE49-F238E27FC236}">
                <a16:creationId xmlns:a16="http://schemas.microsoft.com/office/drawing/2014/main" id="{CF3CD2FD-45FF-19AE-56D3-30AF4119886C}"/>
              </a:ext>
            </a:extLst>
          </p:cNvPr>
          <p:cNvSpPr/>
          <p:nvPr/>
        </p:nvSpPr>
        <p:spPr>
          <a:xfrm>
            <a:off x="5593650" y="3435779"/>
            <a:ext cx="354527" cy="356620"/>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 name="Kép 19" descr="A képen képernyőkép, Grafika, Betűtípus, embléma látható&#10;&#10;Előfordulhat, hogy az AI által létrehozott tartalom helytelen.">
            <a:extLst>
              <a:ext uri="{FF2B5EF4-FFF2-40B4-BE49-F238E27FC236}">
                <a16:creationId xmlns:a16="http://schemas.microsoft.com/office/drawing/2014/main" id="{BFFDF9E3-8CCC-EDB5-C12D-F8EFEFDA7364}"/>
              </a:ext>
            </a:extLst>
          </p:cNvPr>
          <p:cNvPicPr>
            <a:picLocks noChangeAspect="1"/>
          </p:cNvPicPr>
          <p:nvPr/>
        </p:nvPicPr>
        <p:blipFill>
          <a:blip r:embed="rId3"/>
          <a:stretch>
            <a:fillRect/>
          </a:stretch>
        </p:blipFill>
        <p:spPr>
          <a:xfrm>
            <a:off x="8058614" y="4218208"/>
            <a:ext cx="1174947" cy="117494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6" name="Google Shape;286;p32"/>
          <p:cNvSpPr txBox="1">
            <a:spLocks noGrp="1"/>
          </p:cNvSpPr>
          <p:nvPr>
            <p:ph type="title"/>
          </p:nvPr>
        </p:nvSpPr>
        <p:spPr>
          <a:xfrm>
            <a:off x="224677" y="170550"/>
            <a:ext cx="3993300" cy="59985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hu-HU" dirty="0"/>
              <a:t>Megbízás:</a:t>
            </a:r>
            <a:endParaRPr dirty="0"/>
          </a:p>
        </p:txBody>
      </p:sp>
      <p:sp>
        <p:nvSpPr>
          <p:cNvPr id="287" name="Google Shape;287;p32"/>
          <p:cNvSpPr txBox="1">
            <a:spLocks noGrp="1"/>
          </p:cNvSpPr>
          <p:nvPr>
            <p:ph type="subTitle" idx="1"/>
          </p:nvPr>
        </p:nvSpPr>
        <p:spPr>
          <a:xfrm>
            <a:off x="224676" y="882374"/>
            <a:ext cx="4897451" cy="1868260"/>
          </a:xfrm>
          <a:prstGeom prst="rect">
            <a:avLst/>
          </a:prstGeom>
        </p:spPr>
        <p:txBody>
          <a:bodyPr spcFirstLastPara="1" wrap="square" lIns="91425" tIns="91425" rIns="91425" bIns="91425" anchor="t" anchorCtr="0">
            <a:noAutofit/>
          </a:bodyPr>
          <a:lstStyle/>
          <a:p>
            <a:pPr marL="285750" lvl="0" indent="-285750">
              <a:buSzPts val="1100"/>
              <a:buFont typeface="Arial" panose="020B0604020202020204" pitchFamily="34" charset="0"/>
              <a:buChar char="•"/>
            </a:pPr>
            <a:r>
              <a:rPr lang="hu-HU" sz="1600" dirty="0"/>
              <a:t>A Magyar Telekom budapesti központi irodájának és két közeli telephelyének teljes hálózati felújítása</a:t>
            </a:r>
          </a:p>
          <a:p>
            <a:pPr marL="285750" lvl="0" indent="-285750">
              <a:buSzPts val="1100"/>
              <a:buFont typeface="Arial" panose="020B0604020202020204" pitchFamily="34" charset="0"/>
              <a:buChar char="•"/>
            </a:pPr>
            <a:endParaRPr lang="hu-HU" sz="1600" dirty="0"/>
          </a:p>
          <a:p>
            <a:pPr marL="285750" lvl="0" indent="-285750">
              <a:buSzPts val="1100"/>
              <a:buFont typeface="Arial" panose="020B0604020202020204" pitchFamily="34" charset="0"/>
              <a:buChar char="•"/>
            </a:pPr>
            <a:endParaRPr lang="hu-HU" sz="1600" dirty="0"/>
          </a:p>
          <a:p>
            <a:pPr marL="285750" lvl="0" indent="-285750">
              <a:buSzPts val="1100"/>
              <a:buFont typeface="Arial" panose="020B0604020202020204" pitchFamily="34" charset="0"/>
              <a:buChar char="•"/>
            </a:pPr>
            <a:r>
              <a:rPr lang="hu-HU" sz="1600" dirty="0"/>
              <a:t>Gyorsabb, stabilabb és biztonságosabb adatkommunikáció a legmodernebb technológiákkal</a:t>
            </a:r>
          </a:p>
          <a:p>
            <a:pPr marL="285750" lvl="0" indent="-285750">
              <a:buSzPts val="1100"/>
              <a:buFont typeface="Arial" panose="020B0604020202020204" pitchFamily="34" charset="0"/>
              <a:buChar char="•"/>
            </a:pPr>
            <a:endParaRPr lang="hu-HU" sz="1400" dirty="0"/>
          </a:p>
        </p:txBody>
      </p:sp>
      <p:pic>
        <p:nvPicPr>
          <p:cNvPr id="7" name="Kép 6" descr="A képen szöveg, Betűtípus, Grafika, Grafikus tervezés látható&#10;&#10;Előfordulhat, hogy az AI által létrehozott tartalom helytelen.">
            <a:extLst>
              <a:ext uri="{FF2B5EF4-FFF2-40B4-BE49-F238E27FC236}">
                <a16:creationId xmlns:a16="http://schemas.microsoft.com/office/drawing/2014/main" id="{8569672F-5088-37DF-3EB4-7AE69CCFB306}"/>
              </a:ext>
            </a:extLst>
          </p:cNvPr>
          <p:cNvPicPr>
            <a:picLocks noChangeAspect="1"/>
          </p:cNvPicPr>
          <p:nvPr/>
        </p:nvPicPr>
        <p:blipFill>
          <a:blip r:embed="rId3"/>
          <a:stretch>
            <a:fillRect/>
          </a:stretch>
        </p:blipFill>
        <p:spPr>
          <a:xfrm>
            <a:off x="4978064" y="670183"/>
            <a:ext cx="3564478" cy="2491740"/>
          </a:xfrm>
          <a:prstGeom prst="rect">
            <a:avLst/>
          </a:prstGeom>
        </p:spPr>
      </p:pic>
      <p:pic>
        <p:nvPicPr>
          <p:cNvPr id="8" name="Kép 7" descr="A képen képernyőkép, Grafika, Betűtípus, embléma látható&#10;&#10;Előfordulhat, hogy az AI által létrehozott tartalom helytelen.">
            <a:extLst>
              <a:ext uri="{FF2B5EF4-FFF2-40B4-BE49-F238E27FC236}">
                <a16:creationId xmlns:a16="http://schemas.microsoft.com/office/drawing/2014/main" id="{35BA867A-51CF-F726-F8A4-94B6E4B80129}"/>
              </a:ext>
            </a:extLst>
          </p:cNvPr>
          <p:cNvPicPr>
            <a:picLocks noChangeAspect="1"/>
          </p:cNvPicPr>
          <p:nvPr/>
        </p:nvPicPr>
        <p:blipFill>
          <a:blip r:embed="rId4"/>
          <a:stretch>
            <a:fillRect/>
          </a:stretch>
        </p:blipFill>
        <p:spPr>
          <a:xfrm>
            <a:off x="8058614" y="4218208"/>
            <a:ext cx="1174947" cy="1174947"/>
          </a:xfrm>
          <a:prstGeom prst="rect">
            <a:avLst/>
          </a:prstGeom>
        </p:spPr>
      </p:pic>
      <p:sp>
        <p:nvSpPr>
          <p:cNvPr id="10" name="Szövegdoboz 9">
            <a:extLst>
              <a:ext uri="{FF2B5EF4-FFF2-40B4-BE49-F238E27FC236}">
                <a16:creationId xmlns:a16="http://schemas.microsoft.com/office/drawing/2014/main" id="{F597FAB8-F241-F567-D761-9E06B8608165}"/>
              </a:ext>
            </a:extLst>
          </p:cNvPr>
          <p:cNvSpPr txBox="1"/>
          <p:nvPr/>
        </p:nvSpPr>
        <p:spPr>
          <a:xfrm>
            <a:off x="224676" y="3161923"/>
            <a:ext cx="7833938" cy="338554"/>
          </a:xfrm>
          <a:prstGeom prst="rect">
            <a:avLst/>
          </a:prstGeom>
          <a:noFill/>
        </p:spPr>
        <p:txBody>
          <a:bodyPr wrap="square">
            <a:spAutoFit/>
          </a:bodyPr>
          <a:lstStyle/>
          <a:p>
            <a:pPr marL="285750" indent="-285750">
              <a:buClr>
                <a:schemeClr val="dk1"/>
              </a:buClr>
              <a:buSzPts val="1100"/>
              <a:buFont typeface="Arial" panose="020B0604020202020204" pitchFamily="34" charset="0"/>
              <a:buChar char="•"/>
            </a:pPr>
            <a:r>
              <a:rPr lang="hu-HU" sz="1600" dirty="0">
                <a:solidFill>
                  <a:schemeClr val="dk1"/>
                </a:solidFill>
                <a:latin typeface="Cairo"/>
                <a:cs typeface="Cairo"/>
                <a:sym typeface="Cairo"/>
              </a:rPr>
              <a:t>Energiahatékonyság, jövőálló megoldások, folyamatos üzletmenet biztosítása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pic>
        <p:nvPicPr>
          <p:cNvPr id="292" name="Google Shape;292;p33"/>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293" name="Google Shape;293;p33"/>
          <p:cNvSpPr txBox="1">
            <a:spLocks noGrp="1"/>
          </p:cNvSpPr>
          <p:nvPr>
            <p:ph type="title"/>
          </p:nvPr>
        </p:nvSpPr>
        <p:spPr>
          <a:xfrm>
            <a:off x="352410" y="86810"/>
            <a:ext cx="3874414" cy="139209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HU" sz="2800" dirty="0"/>
              <a:t>Topológia</a:t>
            </a:r>
            <a:endParaRPr sz="2800" dirty="0"/>
          </a:p>
        </p:txBody>
      </p:sp>
      <p:grpSp>
        <p:nvGrpSpPr>
          <p:cNvPr id="295" name="Google Shape;295;p33"/>
          <p:cNvGrpSpPr/>
          <p:nvPr/>
        </p:nvGrpSpPr>
        <p:grpSpPr>
          <a:xfrm rot="756538">
            <a:off x="5159567" y="-1610422"/>
            <a:ext cx="4574157" cy="3479412"/>
            <a:chOff x="1522650" y="1117750"/>
            <a:chExt cx="4574075" cy="3479350"/>
          </a:xfrm>
        </p:grpSpPr>
        <p:sp>
          <p:nvSpPr>
            <p:cNvPr id="296" name="Google Shape;296;p33"/>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33"/>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 name="Kép 3" descr="A képen képernyőkép, Grafika, Betűtípus, embléma látható&#10;&#10;Előfordulhat, hogy az AI által létrehozott tartalom helytelen.">
            <a:extLst>
              <a:ext uri="{FF2B5EF4-FFF2-40B4-BE49-F238E27FC236}">
                <a16:creationId xmlns:a16="http://schemas.microsoft.com/office/drawing/2014/main" id="{15EC8028-225B-EF10-B778-20C3A7E8FBC6}"/>
              </a:ext>
            </a:extLst>
          </p:cNvPr>
          <p:cNvPicPr>
            <a:picLocks noChangeAspect="1"/>
          </p:cNvPicPr>
          <p:nvPr/>
        </p:nvPicPr>
        <p:blipFill>
          <a:blip r:embed="rId4"/>
          <a:stretch>
            <a:fillRect/>
          </a:stretch>
        </p:blipFill>
        <p:spPr>
          <a:xfrm>
            <a:off x="8058614" y="4218208"/>
            <a:ext cx="1174947" cy="1174947"/>
          </a:xfrm>
          <a:prstGeom prst="rect">
            <a:avLst/>
          </a:prstGeom>
        </p:spPr>
      </p:pic>
      <p:pic>
        <p:nvPicPr>
          <p:cNvPr id="3" name="Kép 2" descr="A képen szöveg, képernyőkép, diagram látható&#10;&#10;Előfordulhat, hogy az AI által létrehozott tartalom helytelen.">
            <a:extLst>
              <a:ext uri="{FF2B5EF4-FFF2-40B4-BE49-F238E27FC236}">
                <a16:creationId xmlns:a16="http://schemas.microsoft.com/office/drawing/2014/main" id="{4B152864-A457-2700-A761-708E80561B86}"/>
              </a:ext>
            </a:extLst>
          </p:cNvPr>
          <p:cNvPicPr>
            <a:picLocks noChangeAspect="1"/>
          </p:cNvPicPr>
          <p:nvPr/>
        </p:nvPicPr>
        <p:blipFill>
          <a:blip r:embed="rId5"/>
          <a:stretch>
            <a:fillRect/>
          </a:stretch>
        </p:blipFill>
        <p:spPr>
          <a:xfrm>
            <a:off x="1482513" y="822109"/>
            <a:ext cx="6576101" cy="3967105"/>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81A9A587-AC66-86F2-D6BA-98DF04F4DA6F}"/>
            </a:ext>
          </a:extLst>
        </p:cNvPr>
        <p:cNvGrpSpPr/>
        <p:nvPr/>
      </p:nvGrpSpPr>
      <p:grpSpPr>
        <a:xfrm>
          <a:off x="0" y="0"/>
          <a:ext cx="0" cy="0"/>
          <a:chOff x="0" y="0"/>
          <a:chExt cx="0" cy="0"/>
        </a:xfrm>
      </p:grpSpPr>
      <p:sp>
        <p:nvSpPr>
          <p:cNvPr id="29" name="Szövegdoboz 28">
            <a:extLst>
              <a:ext uri="{FF2B5EF4-FFF2-40B4-BE49-F238E27FC236}">
                <a16:creationId xmlns:a16="http://schemas.microsoft.com/office/drawing/2014/main" id="{8A3785DE-BD15-9D3E-8BE1-17296FC98072}"/>
              </a:ext>
            </a:extLst>
          </p:cNvPr>
          <p:cNvSpPr txBox="1"/>
          <p:nvPr/>
        </p:nvSpPr>
        <p:spPr>
          <a:xfrm>
            <a:off x="0" y="109002"/>
            <a:ext cx="7399020" cy="523220"/>
          </a:xfrm>
          <a:prstGeom prst="rect">
            <a:avLst/>
          </a:prstGeom>
          <a:noFill/>
        </p:spPr>
        <p:txBody>
          <a:bodyPr wrap="square">
            <a:spAutoFit/>
          </a:bodyPr>
          <a:lstStyle/>
          <a:p>
            <a:pPr>
              <a:buClr>
                <a:schemeClr val="dk1"/>
              </a:buClr>
              <a:buSzPts val="3600"/>
            </a:pPr>
            <a:r>
              <a:rPr lang="hu-HU" sz="2800" dirty="0" err="1">
                <a:solidFill>
                  <a:schemeClr val="dk1"/>
                </a:solidFill>
                <a:latin typeface="Space Grotesk"/>
                <a:cs typeface="Space Grotesk"/>
                <a:sym typeface="Space Grotesk"/>
              </a:rPr>
              <a:t>Budapest_technologiai_telephely</a:t>
            </a:r>
            <a:r>
              <a:rPr lang="hu-HU" sz="2800" dirty="0">
                <a:solidFill>
                  <a:schemeClr val="dk1"/>
                </a:solidFill>
                <a:latin typeface="Space Grotesk"/>
                <a:cs typeface="Space Grotesk"/>
                <a:sym typeface="Space Grotesk"/>
              </a:rPr>
              <a:t> </a:t>
            </a:r>
          </a:p>
        </p:txBody>
      </p:sp>
      <p:pic>
        <p:nvPicPr>
          <p:cNvPr id="31" name="Kép 30" descr="A képen képernyőkép, Grafika, Betűtípus, embléma látható&#10;&#10;Előfordulhat, hogy az AI által létrehozott tartalom helytelen.">
            <a:extLst>
              <a:ext uri="{FF2B5EF4-FFF2-40B4-BE49-F238E27FC236}">
                <a16:creationId xmlns:a16="http://schemas.microsoft.com/office/drawing/2014/main" id="{8C8CFE3E-2277-95CD-A96A-E74CB68A79A4}"/>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3" name="Kép 2" descr="A képen szöveg, képernyőkép, diagram, térkép látható&#10;&#10;Előfordulhat, hogy az AI által létrehozott tartalom helytelen.">
            <a:extLst>
              <a:ext uri="{FF2B5EF4-FFF2-40B4-BE49-F238E27FC236}">
                <a16:creationId xmlns:a16="http://schemas.microsoft.com/office/drawing/2014/main" id="{B09B4903-470B-69C5-3528-E25E0AAD907A}"/>
              </a:ext>
            </a:extLst>
          </p:cNvPr>
          <p:cNvPicPr>
            <a:picLocks noChangeAspect="1"/>
          </p:cNvPicPr>
          <p:nvPr/>
        </p:nvPicPr>
        <p:blipFill>
          <a:blip r:embed="rId4"/>
          <a:stretch>
            <a:fillRect/>
          </a:stretch>
        </p:blipFill>
        <p:spPr>
          <a:xfrm>
            <a:off x="1317448" y="1140402"/>
            <a:ext cx="6741166" cy="3602079"/>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6580184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750AA6F1-A64E-E344-9451-8FFC7A1519EB}"/>
            </a:ext>
          </a:extLst>
        </p:cNvPr>
        <p:cNvGrpSpPr/>
        <p:nvPr/>
      </p:nvGrpSpPr>
      <p:grpSpPr>
        <a:xfrm>
          <a:off x="0" y="0"/>
          <a:ext cx="0" cy="0"/>
          <a:chOff x="0" y="0"/>
          <a:chExt cx="0" cy="0"/>
        </a:xfrm>
      </p:grpSpPr>
      <p:sp>
        <p:nvSpPr>
          <p:cNvPr id="29" name="Szövegdoboz 28">
            <a:extLst>
              <a:ext uri="{FF2B5EF4-FFF2-40B4-BE49-F238E27FC236}">
                <a16:creationId xmlns:a16="http://schemas.microsoft.com/office/drawing/2014/main" id="{A9F19CFF-DA34-A990-CC67-3307313BC49A}"/>
              </a:ext>
            </a:extLst>
          </p:cNvPr>
          <p:cNvSpPr txBox="1"/>
          <p:nvPr/>
        </p:nvSpPr>
        <p:spPr>
          <a:xfrm>
            <a:off x="0" y="109002"/>
            <a:ext cx="7399020" cy="523220"/>
          </a:xfrm>
          <a:prstGeom prst="rect">
            <a:avLst/>
          </a:prstGeom>
          <a:noFill/>
        </p:spPr>
        <p:txBody>
          <a:bodyPr wrap="square">
            <a:spAutoFit/>
          </a:bodyPr>
          <a:lstStyle/>
          <a:p>
            <a:pPr>
              <a:buClr>
                <a:schemeClr val="dk1"/>
              </a:buClr>
              <a:buSzPts val="3600"/>
            </a:pPr>
            <a:r>
              <a:rPr lang="hu-HU" sz="2800" dirty="0" err="1">
                <a:solidFill>
                  <a:schemeClr val="dk1"/>
                </a:solidFill>
                <a:latin typeface="Space Grotesk"/>
                <a:cs typeface="Space Grotesk"/>
              </a:rPr>
              <a:t>Titkárság_budapest</a:t>
            </a:r>
            <a:r>
              <a:rPr lang="hu-HU" sz="2800" dirty="0">
                <a:solidFill>
                  <a:schemeClr val="dk1"/>
                </a:solidFill>
                <a:latin typeface="Space Grotesk"/>
                <a:cs typeface="Space Grotesk"/>
              </a:rPr>
              <a:t> </a:t>
            </a:r>
            <a:endParaRPr lang="hu-HU" sz="2800" dirty="0">
              <a:solidFill>
                <a:schemeClr val="dk1"/>
              </a:solidFill>
              <a:latin typeface="Space Grotesk"/>
              <a:cs typeface="Space Grotesk"/>
              <a:sym typeface="Space Grotesk"/>
            </a:endParaRPr>
          </a:p>
        </p:txBody>
      </p:sp>
      <p:pic>
        <p:nvPicPr>
          <p:cNvPr id="3" name="Kép 2" descr="A képen képernyőkép, Grafika, Betűtípus, embléma látható&#10;&#10;Előfordulhat, hogy az AI által létrehozott tartalom helytelen.">
            <a:extLst>
              <a:ext uri="{FF2B5EF4-FFF2-40B4-BE49-F238E27FC236}">
                <a16:creationId xmlns:a16="http://schemas.microsoft.com/office/drawing/2014/main" id="{D4A24811-9DF8-27F4-38B7-392C0E1A6214}"/>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4" name="Kép 3">
            <a:extLst>
              <a:ext uri="{FF2B5EF4-FFF2-40B4-BE49-F238E27FC236}">
                <a16:creationId xmlns:a16="http://schemas.microsoft.com/office/drawing/2014/main" id="{12A36271-748A-BC7D-3B24-781FE43496C5}"/>
              </a:ext>
            </a:extLst>
          </p:cNvPr>
          <p:cNvPicPr>
            <a:picLocks noChangeAspect="1"/>
          </p:cNvPicPr>
          <p:nvPr/>
        </p:nvPicPr>
        <p:blipFill>
          <a:blip r:embed="rId4"/>
          <a:stretch>
            <a:fillRect/>
          </a:stretch>
        </p:blipFill>
        <p:spPr>
          <a:xfrm>
            <a:off x="1913805" y="822387"/>
            <a:ext cx="6144809" cy="3983294"/>
          </a:xfrm>
          <a:prstGeom prst="rect">
            <a:avLst/>
          </a:prstGeom>
        </p:spPr>
      </p:pic>
    </p:spTree>
    <p:extLst>
      <p:ext uri="{BB962C8B-B14F-4D97-AF65-F5344CB8AC3E}">
        <p14:creationId xmlns:p14="http://schemas.microsoft.com/office/powerpoint/2010/main" val="3576792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062E624-2E14-E491-0D1E-1624D0965541}"/>
              </a:ext>
            </a:extLst>
          </p:cNvPr>
          <p:cNvSpPr>
            <a:spLocks noGrp="1"/>
          </p:cNvSpPr>
          <p:nvPr>
            <p:ph type="title"/>
          </p:nvPr>
        </p:nvSpPr>
        <p:spPr/>
        <p:txBody>
          <a:bodyPr/>
          <a:lstStyle/>
          <a:p>
            <a:r>
              <a:rPr lang="hu-HU" dirty="0"/>
              <a:t>HSRP – </a:t>
            </a:r>
            <a:r>
              <a:rPr lang="hu-HU" dirty="0" err="1"/>
              <a:t>What</a:t>
            </a:r>
            <a:r>
              <a:rPr lang="hu-HU" dirty="0"/>
              <a:t> is </a:t>
            </a:r>
            <a:r>
              <a:rPr lang="hu-HU" dirty="0" err="1"/>
              <a:t>it</a:t>
            </a:r>
            <a:r>
              <a:rPr lang="hu-HU" dirty="0"/>
              <a:t>? </a:t>
            </a:r>
          </a:p>
        </p:txBody>
      </p:sp>
      <p:sp>
        <p:nvSpPr>
          <p:cNvPr id="17" name="Szövegdoboz 16">
            <a:extLst>
              <a:ext uri="{FF2B5EF4-FFF2-40B4-BE49-F238E27FC236}">
                <a16:creationId xmlns:a16="http://schemas.microsoft.com/office/drawing/2014/main" id="{33D703BE-4852-F48D-41AF-52AC10CDD1A4}"/>
              </a:ext>
            </a:extLst>
          </p:cNvPr>
          <p:cNvSpPr txBox="1"/>
          <p:nvPr/>
        </p:nvSpPr>
        <p:spPr>
          <a:xfrm>
            <a:off x="720000" y="1232114"/>
            <a:ext cx="7339118" cy="1815882"/>
          </a:xfrm>
          <a:prstGeom prst="rect">
            <a:avLst/>
          </a:prstGeom>
          <a:noFill/>
        </p:spPr>
        <p:txBody>
          <a:bodyPr wrap="square">
            <a:spAutoFit/>
          </a:bodyPr>
          <a:lstStyle/>
          <a:p>
            <a:pPr marL="285750" indent="-285750">
              <a:buFont typeface="Arial" panose="020B0604020202020204" pitchFamily="34" charset="0"/>
              <a:buChar char="•"/>
            </a:pPr>
            <a:r>
              <a:rPr lang="hu-HU" b="1" dirty="0"/>
              <a:t>HSRP (Hot </a:t>
            </a:r>
            <a:r>
              <a:rPr lang="hu-HU" b="1" dirty="0" err="1"/>
              <a:t>Standby</a:t>
            </a:r>
            <a:r>
              <a:rPr lang="hu-HU" b="1" dirty="0"/>
              <a:t> Router </a:t>
            </a:r>
            <a:r>
              <a:rPr lang="hu-HU" b="1" dirty="0" err="1"/>
              <a:t>Protocol</a:t>
            </a:r>
            <a:r>
              <a:rPr lang="hu-HU" b="1" dirty="0"/>
              <a:t>)</a:t>
            </a:r>
            <a:r>
              <a:rPr lang="hu-HU" dirty="0"/>
              <a:t> </a:t>
            </a:r>
          </a:p>
          <a:p>
            <a:pPr marL="285750" indent="-285750">
              <a:buFont typeface="Arial" panose="020B0604020202020204" pitchFamily="34" charset="0"/>
              <a:buChar char="•"/>
            </a:pPr>
            <a:r>
              <a:rPr lang="hu-HU" dirty="0" err="1"/>
              <a:t>gateway</a:t>
            </a:r>
            <a:r>
              <a:rPr lang="hu-HU" dirty="0"/>
              <a:t> </a:t>
            </a:r>
            <a:r>
              <a:rPr lang="hu-HU" dirty="0" err="1"/>
              <a:t>redundancy</a:t>
            </a:r>
            <a:endParaRPr lang="hu-HU" dirty="0"/>
          </a:p>
          <a:p>
            <a:pPr marL="285750" indent="-285750">
              <a:buFont typeface="Arial" panose="020B0604020202020204" pitchFamily="34" charset="0"/>
              <a:buChar char="•"/>
            </a:pPr>
            <a:r>
              <a:rPr lang="hu-HU" b="1" dirty="0" err="1"/>
              <a:t>single</a:t>
            </a:r>
            <a:r>
              <a:rPr lang="hu-HU" b="1" dirty="0"/>
              <a:t> </a:t>
            </a:r>
            <a:r>
              <a:rPr lang="hu-HU" b="1" dirty="0" err="1"/>
              <a:t>virtual</a:t>
            </a:r>
            <a:r>
              <a:rPr lang="hu-HU" b="1" dirty="0"/>
              <a:t> </a:t>
            </a:r>
            <a:r>
              <a:rPr lang="hu-HU" b="1" dirty="0" err="1"/>
              <a:t>default</a:t>
            </a:r>
            <a:r>
              <a:rPr lang="hu-HU" b="1" dirty="0"/>
              <a:t> </a:t>
            </a:r>
            <a:r>
              <a:rPr lang="hu-HU" b="1" dirty="0" err="1"/>
              <a:t>gateway</a:t>
            </a:r>
            <a:r>
              <a:rPr lang="hu-HU" dirty="0"/>
              <a:t>.</a:t>
            </a:r>
          </a:p>
          <a:p>
            <a:pPr marL="285750" indent="-285750">
              <a:buFont typeface="Arial" panose="020B0604020202020204" pitchFamily="34" charset="0"/>
              <a:buChar char="•"/>
            </a:pPr>
            <a:r>
              <a:rPr lang="en-US" b="1" dirty="0"/>
              <a:t>continuous network availability</a:t>
            </a:r>
            <a:r>
              <a:rPr lang="en-US" dirty="0"/>
              <a:t> even if the active router fails.</a:t>
            </a:r>
            <a:endParaRPr lang="hu-HU" dirty="0"/>
          </a:p>
          <a:p>
            <a:pPr marL="285750" indent="-285750">
              <a:buFont typeface="Arial" panose="020B0604020202020204" pitchFamily="34" charset="0"/>
              <a:buChar char="•"/>
            </a:pPr>
            <a:r>
              <a:rPr lang="hu-HU" b="1" dirty="0"/>
              <a:t>fault‑</a:t>
            </a:r>
            <a:r>
              <a:rPr lang="hu-HU" b="1" dirty="0" err="1"/>
              <a:t>tolerant</a:t>
            </a:r>
            <a:r>
              <a:rPr lang="hu-HU" b="1" dirty="0"/>
              <a:t> </a:t>
            </a:r>
            <a:r>
              <a:rPr lang="hu-HU" b="1" dirty="0" err="1"/>
              <a:t>routing</a:t>
            </a:r>
            <a:r>
              <a:rPr lang="hu-HU" dirty="0"/>
              <a:t>.</a:t>
            </a:r>
          </a:p>
          <a:p>
            <a:pPr marL="285750" indent="-285750">
              <a:buFont typeface="Arial" panose="020B0604020202020204" pitchFamily="34" charset="0"/>
              <a:buChar char="•"/>
            </a:pPr>
            <a:r>
              <a:rPr lang="hu-HU" dirty="0" err="1"/>
              <a:t>Developed</a:t>
            </a:r>
            <a:r>
              <a:rPr lang="hu-HU" dirty="0"/>
              <a:t> </a:t>
            </a:r>
            <a:r>
              <a:rPr lang="hu-HU" dirty="0" err="1"/>
              <a:t>by</a:t>
            </a:r>
            <a:r>
              <a:rPr lang="hu-HU" dirty="0"/>
              <a:t> Cisco</a:t>
            </a:r>
          </a:p>
          <a:p>
            <a:pPr marL="285750" indent="-285750">
              <a:buFont typeface="Arial" panose="020B0604020202020204" pitchFamily="34" charset="0"/>
              <a:buChar char="•"/>
            </a:pPr>
            <a:endParaRPr lang="hu-HU" dirty="0"/>
          </a:p>
          <a:p>
            <a:pPr marL="285750" indent="-285750">
              <a:buFont typeface="Arial" panose="020B0604020202020204" pitchFamily="34" charset="0"/>
              <a:buChar char="•"/>
            </a:pPr>
            <a:r>
              <a:rPr lang="hu-HU" dirty="0"/>
              <a:t>w</a:t>
            </a:r>
          </a:p>
        </p:txBody>
      </p:sp>
      <p:sp>
        <p:nvSpPr>
          <p:cNvPr id="20" name="AutoShape 2" descr="Hsrp01">
            <a:extLst>
              <a:ext uri="{FF2B5EF4-FFF2-40B4-BE49-F238E27FC236}">
                <a16:creationId xmlns:a16="http://schemas.microsoft.com/office/drawing/2014/main" id="{FA1EA6B2-0F04-5AA0-A3B2-7AC4ABB78F65}"/>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hu-HU"/>
          </a:p>
        </p:txBody>
      </p:sp>
      <p:sp>
        <p:nvSpPr>
          <p:cNvPr id="21" name="AutoShape 4" descr="Hsrp01">
            <a:extLst>
              <a:ext uri="{FF2B5EF4-FFF2-40B4-BE49-F238E27FC236}">
                <a16:creationId xmlns:a16="http://schemas.microsoft.com/office/drawing/2014/main" id="{CDC06657-D55F-56B0-DB82-763AF99EE157}"/>
              </a:ext>
            </a:extLst>
          </p:cNvPr>
          <p:cNvSpPr>
            <a:spLocks noChangeAspect="1" noChangeArrowheads="1"/>
          </p:cNvSpPr>
          <p:nvPr/>
        </p:nvSpPr>
        <p:spPr bwMode="auto">
          <a:xfrm>
            <a:off x="4572000" y="2571750"/>
            <a:ext cx="1271830" cy="127183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hu-HU"/>
          </a:p>
        </p:txBody>
      </p:sp>
      <p:pic>
        <p:nvPicPr>
          <p:cNvPr id="27" name="Kép 26">
            <a:extLst>
              <a:ext uri="{FF2B5EF4-FFF2-40B4-BE49-F238E27FC236}">
                <a16:creationId xmlns:a16="http://schemas.microsoft.com/office/drawing/2014/main" id="{33F3E5AE-676F-838A-1087-3A10EDCB1757}"/>
              </a:ext>
            </a:extLst>
          </p:cNvPr>
          <p:cNvPicPr>
            <a:picLocks noChangeAspect="1"/>
          </p:cNvPicPr>
          <p:nvPr/>
        </p:nvPicPr>
        <p:blipFill>
          <a:blip r:embed="rId2"/>
          <a:stretch>
            <a:fillRect/>
          </a:stretch>
        </p:blipFill>
        <p:spPr>
          <a:xfrm>
            <a:off x="780080" y="2724150"/>
            <a:ext cx="7339119" cy="1949547"/>
          </a:xfrm>
          <a:prstGeom prst="rect">
            <a:avLst/>
          </a:prstGeom>
        </p:spPr>
      </p:pic>
    </p:spTree>
    <p:extLst>
      <p:ext uri="{BB962C8B-B14F-4D97-AF65-F5344CB8AC3E}">
        <p14:creationId xmlns:p14="http://schemas.microsoft.com/office/powerpoint/2010/main" val="7277575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524F08D-C10B-F4A3-714E-0BE8592955F0}"/>
              </a:ext>
            </a:extLst>
          </p:cNvPr>
          <p:cNvSpPr>
            <a:spLocks noGrp="1"/>
          </p:cNvSpPr>
          <p:nvPr>
            <p:ph type="title"/>
          </p:nvPr>
        </p:nvSpPr>
        <p:spPr/>
        <p:txBody>
          <a:bodyPr/>
          <a:lstStyle/>
          <a:p>
            <a:r>
              <a:rPr lang="hu-HU" dirty="0"/>
              <a:t>HSRP – </a:t>
            </a:r>
            <a:r>
              <a:rPr lang="hu-HU" dirty="0" err="1"/>
              <a:t>How</a:t>
            </a:r>
            <a:r>
              <a:rPr lang="hu-HU" dirty="0"/>
              <a:t> </a:t>
            </a:r>
            <a:r>
              <a:rPr lang="hu-HU" dirty="0" err="1"/>
              <a:t>does</a:t>
            </a:r>
            <a:r>
              <a:rPr lang="hu-HU" dirty="0"/>
              <a:t> </a:t>
            </a:r>
            <a:r>
              <a:rPr lang="hu-HU" dirty="0" err="1"/>
              <a:t>it</a:t>
            </a:r>
            <a:r>
              <a:rPr lang="hu-HU" dirty="0"/>
              <a:t> </a:t>
            </a:r>
            <a:r>
              <a:rPr lang="hu-HU" dirty="0" err="1"/>
              <a:t>work</a:t>
            </a:r>
            <a:r>
              <a:rPr lang="hu-HU" dirty="0"/>
              <a:t>? </a:t>
            </a:r>
            <a:br>
              <a:rPr lang="hu-HU" dirty="0"/>
            </a:br>
            <a:endParaRPr lang="hu-HU" dirty="0"/>
          </a:p>
        </p:txBody>
      </p:sp>
      <p:sp>
        <p:nvSpPr>
          <p:cNvPr id="15" name="Szövegdoboz 14">
            <a:extLst>
              <a:ext uri="{FF2B5EF4-FFF2-40B4-BE49-F238E27FC236}">
                <a16:creationId xmlns:a16="http://schemas.microsoft.com/office/drawing/2014/main" id="{92DAA728-346B-B59D-04AE-3D18B59D3A58}"/>
              </a:ext>
            </a:extLst>
          </p:cNvPr>
          <p:cNvSpPr txBox="1"/>
          <p:nvPr/>
        </p:nvSpPr>
        <p:spPr>
          <a:xfrm>
            <a:off x="809451" y="1278609"/>
            <a:ext cx="7525098" cy="2462213"/>
          </a:xfrm>
          <a:prstGeom prst="rect">
            <a:avLst/>
          </a:prstGeom>
          <a:noFill/>
        </p:spPr>
        <p:txBody>
          <a:bodyPr wrap="square" rtlCol="0">
            <a:spAutoFit/>
          </a:bodyPr>
          <a:lstStyle/>
          <a:p>
            <a:pPr marL="285750" indent="-285750">
              <a:buFont typeface="Arial" panose="020B0604020202020204" pitchFamily="34" charset="0"/>
              <a:buChar char="•"/>
            </a:pPr>
            <a:r>
              <a:rPr lang="hu-HU" dirty="0"/>
              <a:t>HSRP </a:t>
            </a:r>
            <a:r>
              <a:rPr lang="hu-HU" dirty="0" err="1"/>
              <a:t>group</a:t>
            </a:r>
            <a:endParaRPr lang="hu-HU" dirty="0"/>
          </a:p>
          <a:p>
            <a:pPr marL="285750" indent="-285750">
              <a:buFont typeface="Arial" panose="020B0604020202020204" pitchFamily="34" charset="0"/>
              <a:buChar char="•"/>
            </a:pPr>
            <a:r>
              <a:rPr lang="en-US" dirty="0"/>
              <a:t>virtual IP + virtual MAC address</a:t>
            </a:r>
            <a:endParaRPr lang="hu-HU" dirty="0"/>
          </a:p>
          <a:p>
            <a:pPr marL="285750" indent="-285750">
              <a:buFont typeface="Arial" panose="020B0604020202020204" pitchFamily="34" charset="0"/>
              <a:buChar char="•"/>
            </a:pPr>
            <a:r>
              <a:rPr lang="hu-HU" b="1" dirty="0" err="1"/>
              <a:t>Active</a:t>
            </a:r>
            <a:r>
              <a:rPr lang="hu-HU" b="1" dirty="0"/>
              <a:t> Router – </a:t>
            </a:r>
            <a:r>
              <a:rPr lang="hu-HU" b="1" dirty="0" err="1"/>
              <a:t>traffic</a:t>
            </a:r>
            <a:r>
              <a:rPr lang="hu-HU" b="1" dirty="0"/>
              <a:t> </a:t>
            </a:r>
            <a:r>
              <a:rPr lang="hu-HU" b="1" dirty="0" err="1"/>
              <a:t>forwarder</a:t>
            </a:r>
            <a:r>
              <a:rPr lang="hu-HU" b="1" dirty="0"/>
              <a:t> </a:t>
            </a:r>
          </a:p>
          <a:p>
            <a:pPr marL="285750" indent="-285750">
              <a:buFont typeface="Arial" panose="020B0604020202020204" pitchFamily="34" charset="0"/>
              <a:buChar char="•"/>
            </a:pPr>
            <a:r>
              <a:rPr lang="en-US" dirty="0"/>
              <a:t>Owns the virtual IP/MAC</a:t>
            </a:r>
            <a:endParaRPr lang="hu-HU" b="1" dirty="0"/>
          </a:p>
          <a:p>
            <a:pPr marL="285750" indent="-285750">
              <a:buFont typeface="Arial" panose="020B0604020202020204" pitchFamily="34" charset="0"/>
              <a:buChar char="•"/>
            </a:pPr>
            <a:r>
              <a:rPr lang="en-US" b="1" dirty="0"/>
              <a:t>Standby Router</a:t>
            </a:r>
            <a:r>
              <a:rPr lang="en-US" dirty="0"/>
              <a:t>, ready to take over instantly</a:t>
            </a:r>
            <a:endParaRPr lang="hu-HU" dirty="0"/>
          </a:p>
          <a:p>
            <a:pPr marL="285750" lvl="2" indent="-285750">
              <a:buFont typeface="Arial" panose="020B0604020202020204" pitchFamily="34" charset="0"/>
              <a:buChar char="•"/>
            </a:pPr>
            <a:r>
              <a:rPr lang="hu-HU" dirty="0" err="1"/>
              <a:t>Standby</a:t>
            </a:r>
            <a:r>
              <a:rPr lang="hu-HU" dirty="0"/>
              <a:t> </a:t>
            </a:r>
            <a:r>
              <a:rPr lang="hu-HU" dirty="0" err="1"/>
              <a:t>Monitors</a:t>
            </a:r>
            <a:r>
              <a:rPr lang="hu-HU" dirty="0"/>
              <a:t> </a:t>
            </a:r>
            <a:r>
              <a:rPr lang="hu-HU" dirty="0" err="1"/>
              <a:t>the</a:t>
            </a:r>
            <a:r>
              <a:rPr lang="hu-HU" dirty="0"/>
              <a:t> </a:t>
            </a:r>
            <a:r>
              <a:rPr lang="hu-HU" dirty="0" err="1"/>
              <a:t>active</a:t>
            </a:r>
            <a:r>
              <a:rPr lang="hu-HU" dirty="0"/>
              <a:t> router</a:t>
            </a:r>
          </a:p>
          <a:p>
            <a:pPr marL="285750" lvl="2" indent="-285750">
              <a:buFont typeface="Arial" panose="020B0604020202020204" pitchFamily="34" charset="0"/>
              <a:buChar char="•"/>
            </a:pPr>
            <a:r>
              <a:rPr lang="en-US" b="1" dirty="0"/>
              <a:t>Priority value</a:t>
            </a:r>
            <a:r>
              <a:rPr lang="en-US" dirty="0"/>
              <a:t> (higher wins; default = 100)</a:t>
            </a:r>
            <a:endParaRPr lang="hu-HU" dirty="0"/>
          </a:p>
          <a:p>
            <a:pPr marL="285750" lvl="2" indent="-285750">
              <a:buFont typeface="Arial" panose="020B0604020202020204" pitchFamily="34" charset="0"/>
              <a:buChar char="•"/>
            </a:pPr>
            <a:r>
              <a:rPr lang="en-US" b="1" dirty="0"/>
              <a:t>Preemption</a:t>
            </a:r>
            <a:r>
              <a:rPr lang="en-US" dirty="0"/>
              <a:t> (allows a higher‑priority router to take over automatically)</a:t>
            </a:r>
            <a:endParaRPr lang="hu-HU" dirty="0"/>
          </a:p>
          <a:p>
            <a:pPr marL="285750" lvl="2" indent="-285750">
              <a:buFont typeface="Arial" panose="020B0604020202020204" pitchFamily="34" charset="0"/>
              <a:buChar char="•"/>
            </a:pPr>
            <a:r>
              <a:rPr lang="hu-HU" dirty="0" err="1"/>
              <a:t>States</a:t>
            </a:r>
            <a:r>
              <a:rPr lang="hu-HU" dirty="0"/>
              <a:t> of </a:t>
            </a:r>
            <a:r>
              <a:rPr lang="hu-HU" dirty="0" err="1"/>
              <a:t>working</a:t>
            </a:r>
            <a:r>
              <a:rPr lang="hu-HU" dirty="0"/>
              <a:t> – </a:t>
            </a:r>
            <a:r>
              <a:rPr lang="hu-HU" dirty="0" err="1"/>
              <a:t>initial</a:t>
            </a:r>
            <a:r>
              <a:rPr lang="hu-HU" dirty="0"/>
              <a:t>, </a:t>
            </a:r>
            <a:r>
              <a:rPr lang="hu-HU" dirty="0" err="1"/>
              <a:t>learn</a:t>
            </a:r>
            <a:r>
              <a:rPr lang="hu-HU" dirty="0"/>
              <a:t>, </a:t>
            </a:r>
            <a:r>
              <a:rPr lang="hu-HU" dirty="0" err="1"/>
              <a:t>listen</a:t>
            </a:r>
            <a:r>
              <a:rPr lang="hu-HU" dirty="0"/>
              <a:t>, </a:t>
            </a:r>
            <a:r>
              <a:rPr lang="hu-HU" dirty="0" err="1"/>
              <a:t>speak</a:t>
            </a:r>
            <a:r>
              <a:rPr lang="hu-HU" dirty="0"/>
              <a:t>, </a:t>
            </a:r>
            <a:r>
              <a:rPr lang="hu-HU" dirty="0" err="1"/>
              <a:t>standby</a:t>
            </a:r>
            <a:r>
              <a:rPr lang="hu-HU" dirty="0"/>
              <a:t>, </a:t>
            </a:r>
            <a:r>
              <a:rPr lang="hu-HU" dirty="0" err="1"/>
              <a:t>active</a:t>
            </a:r>
            <a:r>
              <a:rPr lang="hu-HU" dirty="0"/>
              <a:t> </a:t>
            </a:r>
          </a:p>
          <a:p>
            <a:pPr marL="285750" lvl="2" indent="-285750">
              <a:buFont typeface="Arial" panose="020B0604020202020204" pitchFamily="34" charset="0"/>
              <a:buChar char="•"/>
            </a:pPr>
            <a:r>
              <a:rPr lang="hu-HU" dirty="0"/>
              <a:t>HSRP </a:t>
            </a:r>
            <a:r>
              <a:rPr lang="hu-HU" dirty="0" err="1"/>
              <a:t>failover</a:t>
            </a:r>
            <a:r>
              <a:rPr lang="hu-HU" dirty="0"/>
              <a:t> </a:t>
            </a:r>
            <a:r>
              <a:rPr lang="hu-HU" dirty="0" err="1"/>
              <a:t>process</a:t>
            </a:r>
            <a:r>
              <a:rPr lang="hu-HU" dirty="0"/>
              <a:t> </a:t>
            </a:r>
          </a:p>
          <a:p>
            <a:pPr marL="285750" lvl="2" indent="-285750">
              <a:buFont typeface="Arial" panose="020B0604020202020204" pitchFamily="34" charset="0"/>
              <a:buChar char="•"/>
            </a:pPr>
            <a:r>
              <a:rPr lang="en-US" dirty="0"/>
              <a:t>Essential for </a:t>
            </a:r>
            <a:r>
              <a:rPr lang="en-US" b="1" dirty="0"/>
              <a:t>redundant topologies</a:t>
            </a:r>
            <a:r>
              <a:rPr lang="en-US" dirty="0"/>
              <a:t> and </a:t>
            </a:r>
            <a:r>
              <a:rPr lang="en-US" b="1" dirty="0"/>
              <a:t>mission‑critical systems</a:t>
            </a:r>
            <a:endParaRPr lang="hu-HU" dirty="0"/>
          </a:p>
        </p:txBody>
      </p:sp>
    </p:spTree>
    <p:extLst>
      <p:ext uri="{BB962C8B-B14F-4D97-AF65-F5344CB8AC3E}">
        <p14:creationId xmlns:p14="http://schemas.microsoft.com/office/powerpoint/2010/main" val="15544579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FB831FC-FAF5-515B-F648-619C65DD19A7}"/>
              </a:ext>
            </a:extLst>
          </p:cNvPr>
          <p:cNvSpPr>
            <a:spLocks noGrp="1"/>
          </p:cNvSpPr>
          <p:nvPr>
            <p:ph type="title"/>
          </p:nvPr>
        </p:nvSpPr>
        <p:spPr/>
        <p:txBody>
          <a:bodyPr/>
          <a:lstStyle/>
          <a:p>
            <a:r>
              <a:rPr lang="hu-HU" dirty="0"/>
              <a:t>In </a:t>
            </a:r>
            <a:r>
              <a:rPr lang="hu-HU" dirty="0" err="1"/>
              <a:t>our</a:t>
            </a:r>
            <a:r>
              <a:rPr lang="hu-HU" dirty="0"/>
              <a:t> </a:t>
            </a:r>
            <a:r>
              <a:rPr lang="hu-HU" dirty="0" err="1"/>
              <a:t>network</a:t>
            </a:r>
            <a:r>
              <a:rPr lang="hu-HU" dirty="0"/>
              <a:t> – </a:t>
            </a:r>
            <a:r>
              <a:rPr lang="hu-HU" dirty="0" err="1"/>
              <a:t>telekom</a:t>
            </a:r>
            <a:r>
              <a:rPr lang="hu-HU" dirty="0"/>
              <a:t> hálózata </a:t>
            </a:r>
          </a:p>
        </p:txBody>
      </p:sp>
      <p:pic>
        <p:nvPicPr>
          <p:cNvPr id="16" name="Kép 15">
            <a:extLst>
              <a:ext uri="{FF2B5EF4-FFF2-40B4-BE49-F238E27FC236}">
                <a16:creationId xmlns:a16="http://schemas.microsoft.com/office/drawing/2014/main" id="{BCB5BC7D-918C-ED22-8D5B-CFF5606C6092}"/>
              </a:ext>
            </a:extLst>
          </p:cNvPr>
          <p:cNvPicPr>
            <a:picLocks noChangeAspect="1"/>
          </p:cNvPicPr>
          <p:nvPr/>
        </p:nvPicPr>
        <p:blipFill>
          <a:blip r:embed="rId2"/>
          <a:stretch>
            <a:fillRect/>
          </a:stretch>
        </p:blipFill>
        <p:spPr>
          <a:xfrm>
            <a:off x="2538148" y="1234399"/>
            <a:ext cx="4067703" cy="3595812"/>
          </a:xfrm>
          <a:prstGeom prst="rect">
            <a:avLst/>
          </a:prstGeom>
        </p:spPr>
      </p:pic>
    </p:spTree>
    <p:extLst>
      <p:ext uri="{BB962C8B-B14F-4D97-AF65-F5344CB8AC3E}">
        <p14:creationId xmlns:p14="http://schemas.microsoft.com/office/powerpoint/2010/main" val="38225765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E35948DF-BCFB-616E-0398-60BF0321D1B0}"/>
            </a:ext>
          </a:extLst>
        </p:cNvPr>
        <p:cNvGrpSpPr/>
        <p:nvPr/>
      </p:nvGrpSpPr>
      <p:grpSpPr>
        <a:xfrm>
          <a:off x="0" y="0"/>
          <a:ext cx="0" cy="0"/>
          <a:chOff x="0" y="0"/>
          <a:chExt cx="0" cy="0"/>
        </a:xfrm>
      </p:grpSpPr>
      <p:sp>
        <p:nvSpPr>
          <p:cNvPr id="29" name="Szövegdoboz 28">
            <a:extLst>
              <a:ext uri="{FF2B5EF4-FFF2-40B4-BE49-F238E27FC236}">
                <a16:creationId xmlns:a16="http://schemas.microsoft.com/office/drawing/2014/main" id="{2A0648D4-6B7A-0E39-6034-EA5CBB1971EA}"/>
              </a:ext>
            </a:extLst>
          </p:cNvPr>
          <p:cNvSpPr txBox="1"/>
          <p:nvPr/>
        </p:nvSpPr>
        <p:spPr>
          <a:xfrm>
            <a:off x="0" y="109002"/>
            <a:ext cx="7399020" cy="523220"/>
          </a:xfrm>
          <a:prstGeom prst="rect">
            <a:avLst/>
          </a:prstGeom>
          <a:noFill/>
        </p:spPr>
        <p:txBody>
          <a:bodyPr wrap="square">
            <a:spAutoFit/>
          </a:bodyPr>
          <a:lstStyle/>
          <a:p>
            <a:pPr>
              <a:buClr>
                <a:schemeClr val="dk1"/>
              </a:buClr>
              <a:buSzPts val="3600"/>
            </a:pPr>
            <a:r>
              <a:rPr lang="hu-HU" sz="2800" dirty="0" err="1">
                <a:solidFill>
                  <a:schemeClr val="dk1"/>
                </a:solidFill>
                <a:latin typeface="Space Grotesk"/>
                <a:cs typeface="Space Grotesk"/>
              </a:rPr>
              <a:t>Szeged_technológiai_telephely</a:t>
            </a:r>
            <a:r>
              <a:rPr lang="hu-HU" sz="2800" dirty="0">
                <a:solidFill>
                  <a:schemeClr val="dk1"/>
                </a:solidFill>
                <a:latin typeface="Space Grotesk"/>
                <a:cs typeface="Space Grotesk"/>
              </a:rPr>
              <a:t> </a:t>
            </a:r>
            <a:endParaRPr lang="hu-HU" sz="2800" dirty="0">
              <a:solidFill>
                <a:schemeClr val="dk1"/>
              </a:solidFill>
              <a:latin typeface="Space Grotesk"/>
              <a:cs typeface="Space Grotesk"/>
              <a:sym typeface="Space Grotesk"/>
            </a:endParaRPr>
          </a:p>
        </p:txBody>
      </p:sp>
      <p:pic>
        <p:nvPicPr>
          <p:cNvPr id="4" name="Kép 3" descr="A képen képernyőkép, Grafika, Betűtípus, embléma látható&#10;&#10;Előfordulhat, hogy az AI által létrehozott tartalom helytelen.">
            <a:extLst>
              <a:ext uri="{FF2B5EF4-FFF2-40B4-BE49-F238E27FC236}">
                <a16:creationId xmlns:a16="http://schemas.microsoft.com/office/drawing/2014/main" id="{991BAE27-5123-936B-B04A-4A78C9C8645C}"/>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5" name="Kép 4" descr="A képen szöveg, térkép, képernyőkép, diagram látható&#10;&#10;Előfordulhat, hogy az AI által létrehozott tartalom helytelen.">
            <a:extLst>
              <a:ext uri="{FF2B5EF4-FFF2-40B4-BE49-F238E27FC236}">
                <a16:creationId xmlns:a16="http://schemas.microsoft.com/office/drawing/2014/main" id="{E378BB97-A644-273E-F190-028E661AF19C}"/>
              </a:ext>
            </a:extLst>
          </p:cNvPr>
          <p:cNvPicPr>
            <a:picLocks noChangeAspect="1"/>
          </p:cNvPicPr>
          <p:nvPr/>
        </p:nvPicPr>
        <p:blipFill>
          <a:blip r:embed="rId4"/>
          <a:stretch>
            <a:fillRect/>
          </a:stretch>
        </p:blipFill>
        <p:spPr>
          <a:xfrm>
            <a:off x="1766484" y="755133"/>
            <a:ext cx="5952092" cy="4062194"/>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1340062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4CE5E02E-86F5-256E-4189-1876630AEAEB}"/>
            </a:ext>
          </a:extLst>
        </p:cNvPr>
        <p:cNvGrpSpPr/>
        <p:nvPr/>
      </p:nvGrpSpPr>
      <p:grpSpPr>
        <a:xfrm>
          <a:off x="0" y="0"/>
          <a:ext cx="0" cy="0"/>
          <a:chOff x="0" y="0"/>
          <a:chExt cx="0" cy="0"/>
        </a:xfrm>
      </p:grpSpPr>
      <p:sp>
        <p:nvSpPr>
          <p:cNvPr id="29" name="Szövegdoboz 28">
            <a:extLst>
              <a:ext uri="{FF2B5EF4-FFF2-40B4-BE49-F238E27FC236}">
                <a16:creationId xmlns:a16="http://schemas.microsoft.com/office/drawing/2014/main" id="{382AA484-8443-64A2-4377-F6D2DEA9FC1E}"/>
              </a:ext>
            </a:extLst>
          </p:cNvPr>
          <p:cNvSpPr txBox="1"/>
          <p:nvPr/>
        </p:nvSpPr>
        <p:spPr>
          <a:xfrm>
            <a:off x="0" y="109002"/>
            <a:ext cx="7399020" cy="523220"/>
          </a:xfrm>
          <a:prstGeom prst="rect">
            <a:avLst/>
          </a:prstGeom>
          <a:noFill/>
        </p:spPr>
        <p:txBody>
          <a:bodyPr wrap="square">
            <a:spAutoFit/>
          </a:bodyPr>
          <a:lstStyle/>
          <a:p>
            <a:pPr>
              <a:buClr>
                <a:schemeClr val="dk1"/>
              </a:buClr>
              <a:buSzPts val="3600"/>
            </a:pPr>
            <a:r>
              <a:rPr lang="hu-HU" sz="2800" dirty="0" err="1">
                <a:solidFill>
                  <a:schemeClr val="dk1"/>
                </a:solidFill>
                <a:latin typeface="Space Grotesk"/>
                <a:cs typeface="Space Grotesk"/>
              </a:rPr>
              <a:t>Titkárság_Szeged</a:t>
            </a:r>
            <a:r>
              <a:rPr lang="hu-HU" sz="2800" dirty="0">
                <a:solidFill>
                  <a:schemeClr val="dk1"/>
                </a:solidFill>
                <a:latin typeface="Space Grotesk"/>
                <a:cs typeface="Space Grotesk"/>
              </a:rPr>
              <a:t> </a:t>
            </a:r>
            <a:endParaRPr lang="hu-HU" sz="2800" dirty="0">
              <a:solidFill>
                <a:schemeClr val="dk1"/>
              </a:solidFill>
              <a:latin typeface="Space Grotesk"/>
              <a:cs typeface="Space Grotesk"/>
              <a:sym typeface="Space Grotesk"/>
            </a:endParaRPr>
          </a:p>
        </p:txBody>
      </p:sp>
      <p:pic>
        <p:nvPicPr>
          <p:cNvPr id="4" name="Kép 3" descr="A képen képernyőkép, Grafika, Betűtípus, embléma látható&#10;&#10;Előfordulhat, hogy az AI által létrehozott tartalom helytelen.">
            <a:extLst>
              <a:ext uri="{FF2B5EF4-FFF2-40B4-BE49-F238E27FC236}">
                <a16:creationId xmlns:a16="http://schemas.microsoft.com/office/drawing/2014/main" id="{73E683FF-03FA-BC0F-2E13-3426A4705AE3}"/>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5" name="Kép 4" descr="A képen térkép, diagram, képernyőkép, szöveg látható&#10;&#10;Előfordulhat, hogy az AI által létrehozott tartalom helytelen.">
            <a:extLst>
              <a:ext uri="{FF2B5EF4-FFF2-40B4-BE49-F238E27FC236}">
                <a16:creationId xmlns:a16="http://schemas.microsoft.com/office/drawing/2014/main" id="{A598726C-F929-FF47-3AA1-DD3ACE915932}"/>
              </a:ext>
            </a:extLst>
          </p:cNvPr>
          <p:cNvPicPr>
            <a:picLocks noChangeAspect="1"/>
          </p:cNvPicPr>
          <p:nvPr/>
        </p:nvPicPr>
        <p:blipFill>
          <a:blip r:embed="rId4"/>
          <a:stretch>
            <a:fillRect/>
          </a:stretch>
        </p:blipFill>
        <p:spPr>
          <a:xfrm>
            <a:off x="530912" y="952691"/>
            <a:ext cx="7855543" cy="3238118"/>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12941770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47AF9CFF-F626-CF45-B06E-40E4A224D820}"/>
            </a:ext>
          </a:extLst>
        </p:cNvPr>
        <p:cNvGrpSpPr/>
        <p:nvPr/>
      </p:nvGrpSpPr>
      <p:grpSpPr>
        <a:xfrm>
          <a:off x="0" y="0"/>
          <a:ext cx="0" cy="0"/>
          <a:chOff x="0" y="0"/>
          <a:chExt cx="0" cy="0"/>
        </a:xfrm>
      </p:grpSpPr>
      <p:sp>
        <p:nvSpPr>
          <p:cNvPr id="29" name="Szövegdoboz 28">
            <a:extLst>
              <a:ext uri="{FF2B5EF4-FFF2-40B4-BE49-F238E27FC236}">
                <a16:creationId xmlns:a16="http://schemas.microsoft.com/office/drawing/2014/main" id="{500CCCF5-A0E5-3D41-2692-1990938FF497}"/>
              </a:ext>
            </a:extLst>
          </p:cNvPr>
          <p:cNvSpPr txBox="1"/>
          <p:nvPr/>
        </p:nvSpPr>
        <p:spPr>
          <a:xfrm>
            <a:off x="0" y="109002"/>
            <a:ext cx="7399020" cy="523220"/>
          </a:xfrm>
          <a:prstGeom prst="rect">
            <a:avLst/>
          </a:prstGeom>
          <a:noFill/>
        </p:spPr>
        <p:txBody>
          <a:bodyPr wrap="square">
            <a:spAutoFit/>
          </a:bodyPr>
          <a:lstStyle/>
          <a:p>
            <a:pPr>
              <a:buClr>
                <a:schemeClr val="dk1"/>
              </a:buClr>
              <a:buSzPts val="3600"/>
            </a:pPr>
            <a:r>
              <a:rPr lang="hu-HU" sz="2800" dirty="0" err="1">
                <a:solidFill>
                  <a:schemeClr val="dk1"/>
                </a:solidFill>
                <a:latin typeface="Space Grotesk"/>
                <a:cs typeface="Space Grotesk"/>
              </a:rPr>
              <a:t>Debrecen_szerverszoba</a:t>
            </a:r>
            <a:endParaRPr lang="hu-HU" sz="2800" dirty="0">
              <a:solidFill>
                <a:schemeClr val="dk1"/>
              </a:solidFill>
              <a:latin typeface="Space Grotesk"/>
              <a:cs typeface="Space Grotesk"/>
              <a:sym typeface="Space Grotesk"/>
            </a:endParaRPr>
          </a:p>
        </p:txBody>
      </p:sp>
      <p:pic>
        <p:nvPicPr>
          <p:cNvPr id="4" name="Kép 3" descr="A képen képernyőkép, Grafika, Betűtípus, embléma látható&#10;&#10;Előfordulhat, hogy az AI által létrehozott tartalom helytelen.">
            <a:extLst>
              <a:ext uri="{FF2B5EF4-FFF2-40B4-BE49-F238E27FC236}">
                <a16:creationId xmlns:a16="http://schemas.microsoft.com/office/drawing/2014/main" id="{9B9E335B-B969-02C5-B2BB-76B55DE6D10D}"/>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5" name="Kép 4" descr="A képen szöveg, képernyőkép, diagram, térkép látható&#10;&#10;Előfordulhat, hogy az AI által létrehozott tartalom helytelen.">
            <a:extLst>
              <a:ext uri="{FF2B5EF4-FFF2-40B4-BE49-F238E27FC236}">
                <a16:creationId xmlns:a16="http://schemas.microsoft.com/office/drawing/2014/main" id="{054C80AB-B116-2553-375C-210E7922FEB7}"/>
              </a:ext>
            </a:extLst>
          </p:cNvPr>
          <p:cNvPicPr>
            <a:picLocks noChangeAspect="1"/>
          </p:cNvPicPr>
          <p:nvPr/>
        </p:nvPicPr>
        <p:blipFill>
          <a:blip r:embed="rId4"/>
          <a:stretch>
            <a:fillRect/>
          </a:stretch>
        </p:blipFill>
        <p:spPr>
          <a:xfrm>
            <a:off x="769776" y="989142"/>
            <a:ext cx="7604447" cy="3477450"/>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27451464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38A17352-94FD-12F4-6700-C01EBC0C10A2}"/>
            </a:ext>
          </a:extLst>
        </p:cNvPr>
        <p:cNvGrpSpPr/>
        <p:nvPr/>
      </p:nvGrpSpPr>
      <p:grpSpPr>
        <a:xfrm>
          <a:off x="0" y="0"/>
          <a:ext cx="0" cy="0"/>
          <a:chOff x="0" y="0"/>
          <a:chExt cx="0" cy="0"/>
        </a:xfrm>
      </p:grpSpPr>
      <p:sp>
        <p:nvSpPr>
          <p:cNvPr id="29" name="Szövegdoboz 28">
            <a:extLst>
              <a:ext uri="{FF2B5EF4-FFF2-40B4-BE49-F238E27FC236}">
                <a16:creationId xmlns:a16="http://schemas.microsoft.com/office/drawing/2014/main" id="{BE3DE71D-DFA4-5775-4F29-B437BEE3FB4E}"/>
              </a:ext>
            </a:extLst>
          </p:cNvPr>
          <p:cNvSpPr txBox="1"/>
          <p:nvPr/>
        </p:nvSpPr>
        <p:spPr>
          <a:xfrm>
            <a:off x="0" y="109002"/>
            <a:ext cx="7399020" cy="523220"/>
          </a:xfrm>
          <a:prstGeom prst="rect">
            <a:avLst/>
          </a:prstGeom>
          <a:noFill/>
        </p:spPr>
        <p:txBody>
          <a:bodyPr wrap="square">
            <a:spAutoFit/>
          </a:bodyPr>
          <a:lstStyle/>
          <a:p>
            <a:pPr>
              <a:buClr>
                <a:schemeClr val="dk1"/>
              </a:buClr>
              <a:buSzPts val="3600"/>
            </a:pPr>
            <a:r>
              <a:rPr lang="hu-HU" sz="2800" dirty="0">
                <a:solidFill>
                  <a:schemeClr val="dk1"/>
                </a:solidFill>
                <a:latin typeface="Space Grotesk"/>
                <a:cs typeface="Space Grotesk"/>
              </a:rPr>
              <a:t>Távmunkás</a:t>
            </a:r>
            <a:endParaRPr lang="hu-HU" sz="2800" dirty="0">
              <a:solidFill>
                <a:schemeClr val="dk1"/>
              </a:solidFill>
              <a:latin typeface="Space Grotesk"/>
              <a:cs typeface="Space Grotesk"/>
              <a:sym typeface="Space Grotesk"/>
            </a:endParaRPr>
          </a:p>
        </p:txBody>
      </p:sp>
      <p:pic>
        <p:nvPicPr>
          <p:cNvPr id="4" name="Kép 3" descr="A képen képernyőkép, Grafika, Betűtípus, embléma látható&#10;&#10;Előfordulhat, hogy az AI által létrehozott tartalom helytelen.">
            <a:extLst>
              <a:ext uri="{FF2B5EF4-FFF2-40B4-BE49-F238E27FC236}">
                <a16:creationId xmlns:a16="http://schemas.microsoft.com/office/drawing/2014/main" id="{6C7ED316-444C-DEE0-5390-1A92C83E6BAF}"/>
              </a:ext>
            </a:extLst>
          </p:cNvPr>
          <p:cNvPicPr>
            <a:picLocks noChangeAspect="1"/>
          </p:cNvPicPr>
          <p:nvPr/>
        </p:nvPicPr>
        <p:blipFill>
          <a:blip r:embed="rId3"/>
          <a:stretch>
            <a:fillRect/>
          </a:stretch>
        </p:blipFill>
        <p:spPr>
          <a:xfrm>
            <a:off x="8058614" y="4218208"/>
            <a:ext cx="1174947" cy="1174947"/>
          </a:xfrm>
          <a:prstGeom prst="rect">
            <a:avLst/>
          </a:prstGeom>
        </p:spPr>
      </p:pic>
      <p:pic>
        <p:nvPicPr>
          <p:cNvPr id="3" name="Kép 2" descr="A képen szöveg, képernyőkép, térkép, diagram látható&#10;&#10;Előfordulhat, hogy az AI által létrehozott tartalom helytelen.">
            <a:extLst>
              <a:ext uri="{FF2B5EF4-FFF2-40B4-BE49-F238E27FC236}">
                <a16:creationId xmlns:a16="http://schemas.microsoft.com/office/drawing/2014/main" id="{094C0BEC-95CF-17F5-C610-BD42F498F0E3}"/>
              </a:ext>
            </a:extLst>
          </p:cNvPr>
          <p:cNvPicPr>
            <a:picLocks noChangeAspect="1"/>
          </p:cNvPicPr>
          <p:nvPr/>
        </p:nvPicPr>
        <p:blipFill>
          <a:blip r:embed="rId4"/>
          <a:stretch>
            <a:fillRect/>
          </a:stretch>
        </p:blipFill>
        <p:spPr>
          <a:xfrm>
            <a:off x="1095108" y="838488"/>
            <a:ext cx="6798423" cy="3780007"/>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33511538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7">
          <a:extLst>
            <a:ext uri="{FF2B5EF4-FFF2-40B4-BE49-F238E27FC236}">
              <a16:creationId xmlns:a16="http://schemas.microsoft.com/office/drawing/2014/main" id="{C89C28A5-2A82-8020-EA08-3F3F7147F4C9}"/>
            </a:ext>
          </a:extLst>
        </p:cNvPr>
        <p:cNvGrpSpPr/>
        <p:nvPr/>
      </p:nvGrpSpPr>
      <p:grpSpPr>
        <a:xfrm>
          <a:off x="0" y="0"/>
          <a:ext cx="0" cy="0"/>
          <a:chOff x="0" y="0"/>
          <a:chExt cx="0" cy="0"/>
        </a:xfrm>
      </p:grpSpPr>
      <p:sp>
        <p:nvSpPr>
          <p:cNvPr id="29" name="Szövegdoboz 28">
            <a:extLst>
              <a:ext uri="{FF2B5EF4-FFF2-40B4-BE49-F238E27FC236}">
                <a16:creationId xmlns:a16="http://schemas.microsoft.com/office/drawing/2014/main" id="{21ACDBE8-AECC-8460-BEA2-0008ED0D2388}"/>
              </a:ext>
            </a:extLst>
          </p:cNvPr>
          <p:cNvSpPr txBox="1"/>
          <p:nvPr/>
        </p:nvSpPr>
        <p:spPr>
          <a:xfrm>
            <a:off x="213360" y="2151162"/>
            <a:ext cx="9060180" cy="1015663"/>
          </a:xfrm>
          <a:prstGeom prst="rect">
            <a:avLst/>
          </a:prstGeom>
          <a:noFill/>
        </p:spPr>
        <p:txBody>
          <a:bodyPr wrap="square">
            <a:spAutoFit/>
          </a:bodyPr>
          <a:lstStyle/>
          <a:p>
            <a:pPr>
              <a:buClr>
                <a:schemeClr val="dk1"/>
              </a:buClr>
              <a:buSzPts val="3600"/>
            </a:pPr>
            <a:r>
              <a:rPr lang="hu-HU" sz="6000" dirty="0">
                <a:solidFill>
                  <a:schemeClr val="dk1"/>
                </a:solidFill>
                <a:latin typeface="Space Grotesk"/>
                <a:cs typeface="Space Grotesk"/>
              </a:rPr>
              <a:t>Egyelőre itt tart a PPT</a:t>
            </a:r>
            <a:endParaRPr lang="hu-HU" sz="6000" dirty="0">
              <a:solidFill>
                <a:schemeClr val="dk1"/>
              </a:solidFill>
              <a:latin typeface="Space Grotesk"/>
              <a:cs typeface="Space Grotesk"/>
              <a:sym typeface="Space Grotesk"/>
            </a:endParaRPr>
          </a:p>
        </p:txBody>
      </p:sp>
      <p:pic>
        <p:nvPicPr>
          <p:cNvPr id="3" name="Kép 2" descr="A képen képernyőkép, Grafika, Betűtípus, embléma látható&#10;&#10;Előfordulhat, hogy az AI által létrehozott tartalom helytelen.">
            <a:extLst>
              <a:ext uri="{FF2B5EF4-FFF2-40B4-BE49-F238E27FC236}">
                <a16:creationId xmlns:a16="http://schemas.microsoft.com/office/drawing/2014/main" id="{6F174183-9E48-B530-797A-B934A91E4746}"/>
              </a:ext>
            </a:extLst>
          </p:cNvPr>
          <p:cNvPicPr>
            <a:picLocks noChangeAspect="1"/>
          </p:cNvPicPr>
          <p:nvPr/>
        </p:nvPicPr>
        <p:blipFill>
          <a:blip r:embed="rId3"/>
          <a:stretch>
            <a:fillRect/>
          </a:stretch>
        </p:blipFill>
        <p:spPr>
          <a:xfrm>
            <a:off x="8058614" y="4218208"/>
            <a:ext cx="1174947" cy="1174947"/>
          </a:xfrm>
          <a:prstGeom prst="rect">
            <a:avLst/>
          </a:prstGeom>
        </p:spPr>
      </p:pic>
    </p:spTree>
    <p:extLst>
      <p:ext uri="{BB962C8B-B14F-4D97-AF65-F5344CB8AC3E}">
        <p14:creationId xmlns:p14="http://schemas.microsoft.com/office/powerpoint/2010/main" val="3410804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316" name="Google Shape;316;p35"/>
          <p:cNvSpPr txBox="1">
            <a:spLocks noGrp="1"/>
          </p:cNvSpPr>
          <p:nvPr>
            <p:ph type="subTitle" idx="4"/>
          </p:nvPr>
        </p:nvSpPr>
        <p:spPr>
          <a:xfrm>
            <a:off x="865525" y="2046500"/>
            <a:ext cx="2189400" cy="708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Human</a:t>
            </a:r>
            <a:endParaRPr/>
          </a:p>
          <a:p>
            <a:pPr marL="0" lvl="0" indent="0" algn="l" rtl="0">
              <a:spcBef>
                <a:spcPts val="0"/>
              </a:spcBef>
              <a:spcAft>
                <a:spcPts val="0"/>
              </a:spcAft>
              <a:buNone/>
            </a:pPr>
            <a:r>
              <a:rPr lang="en"/>
              <a:t>resources</a:t>
            </a:r>
            <a:endParaRPr/>
          </a:p>
        </p:txBody>
      </p:sp>
      <p:sp>
        <p:nvSpPr>
          <p:cNvPr id="317" name="Google Shape;317;p35"/>
          <p:cNvSpPr txBox="1">
            <a:spLocks noGrp="1"/>
          </p:cNvSpPr>
          <p:nvPr>
            <p:ph type="subTitle" idx="5"/>
          </p:nvPr>
        </p:nvSpPr>
        <p:spPr>
          <a:xfrm>
            <a:off x="3433878" y="2046500"/>
            <a:ext cx="2189400" cy="708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Financial resources</a:t>
            </a:r>
            <a:endParaRPr/>
          </a:p>
        </p:txBody>
      </p:sp>
      <p:sp>
        <p:nvSpPr>
          <p:cNvPr id="318" name="Google Shape;318;p35"/>
          <p:cNvSpPr txBox="1">
            <a:spLocks noGrp="1"/>
          </p:cNvSpPr>
          <p:nvPr>
            <p:ph type="subTitle" idx="1"/>
          </p:nvPr>
        </p:nvSpPr>
        <p:spPr>
          <a:xfrm>
            <a:off x="865525" y="2741725"/>
            <a:ext cx="2189400" cy="186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project team is responsible for the successful execution of the project. Our team is composed of experienced professionals with the necessary skills and expertise to complete the project on time and within budget</a:t>
            </a:r>
            <a:endParaRPr/>
          </a:p>
        </p:txBody>
      </p:sp>
      <p:sp>
        <p:nvSpPr>
          <p:cNvPr id="319" name="Google Shape;319;p35"/>
          <p:cNvSpPr txBox="1">
            <a:spLocks noGrp="1"/>
          </p:cNvSpPr>
          <p:nvPr>
            <p:ph type="subTitle" idx="2"/>
          </p:nvPr>
        </p:nvSpPr>
        <p:spPr>
          <a:xfrm>
            <a:off x="3433873" y="2741725"/>
            <a:ext cx="2189400" cy="186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Our project budget is $100,000. This budget includes all expenses associated with the project, including salaries and equipment. We have allocated these resources to ensure that we are able to complete the project within budget</a:t>
            </a:r>
            <a:endParaRPr/>
          </a:p>
        </p:txBody>
      </p:sp>
      <p:sp>
        <p:nvSpPr>
          <p:cNvPr id="320" name="Google Shape;320;p35"/>
          <p:cNvSpPr txBox="1">
            <a:spLocks noGrp="1"/>
          </p:cNvSpPr>
          <p:nvPr>
            <p:ph type="subTitle" idx="3"/>
          </p:nvPr>
        </p:nvSpPr>
        <p:spPr>
          <a:xfrm>
            <a:off x="6002228" y="2741725"/>
            <a:ext cx="2189400" cy="186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Our project requires a number of specialized pieces of equipment. We will be using [insert equipment and their functions]. All equipment is in good working condition and has been tested and calibrated prior to use</a:t>
            </a:r>
            <a:endParaRPr/>
          </a:p>
        </p:txBody>
      </p:sp>
      <p:sp>
        <p:nvSpPr>
          <p:cNvPr id="321" name="Google Shape;321;p35"/>
          <p:cNvSpPr txBox="1">
            <a:spLocks noGrp="1"/>
          </p:cNvSpPr>
          <p:nvPr>
            <p:ph type="subTitle" idx="6"/>
          </p:nvPr>
        </p:nvSpPr>
        <p:spPr>
          <a:xfrm>
            <a:off x="6002231" y="2046500"/>
            <a:ext cx="2189400" cy="708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Physical resources</a:t>
            </a:r>
            <a:endParaRPr/>
          </a:p>
        </p:txBody>
      </p:sp>
      <p:sp>
        <p:nvSpPr>
          <p:cNvPr id="322" name="Google Shape;322;p35"/>
          <p:cNvSpPr/>
          <p:nvPr/>
        </p:nvSpPr>
        <p:spPr>
          <a:xfrm>
            <a:off x="945610" y="1469197"/>
            <a:ext cx="329188" cy="329175"/>
          </a:xfrm>
          <a:custGeom>
            <a:avLst/>
            <a:gdLst/>
            <a:ahLst/>
            <a:cxnLst/>
            <a:rect l="l" t="t" r="r" b="b"/>
            <a:pathLst>
              <a:path w="11456" h="11551" extrusionOk="0">
                <a:moveTo>
                  <a:pt x="9717" y="715"/>
                </a:moveTo>
                <a:lnTo>
                  <a:pt x="9717" y="1501"/>
                </a:lnTo>
                <a:lnTo>
                  <a:pt x="5311" y="1501"/>
                </a:lnTo>
                <a:cubicBezTo>
                  <a:pt x="5073" y="1501"/>
                  <a:pt x="4906" y="1286"/>
                  <a:pt x="4930" y="1072"/>
                </a:cubicBezTo>
                <a:cubicBezTo>
                  <a:pt x="4954" y="881"/>
                  <a:pt x="5144" y="715"/>
                  <a:pt x="5359" y="715"/>
                </a:cubicBezTo>
                <a:close/>
                <a:moveTo>
                  <a:pt x="10764" y="3858"/>
                </a:moveTo>
                <a:lnTo>
                  <a:pt x="10764" y="4620"/>
                </a:lnTo>
                <a:lnTo>
                  <a:pt x="6359" y="4620"/>
                </a:lnTo>
                <a:cubicBezTo>
                  <a:pt x="6121" y="4620"/>
                  <a:pt x="5954" y="4406"/>
                  <a:pt x="5978" y="4215"/>
                </a:cubicBezTo>
                <a:cubicBezTo>
                  <a:pt x="6002" y="4001"/>
                  <a:pt x="6216" y="3858"/>
                  <a:pt x="6383" y="3858"/>
                </a:cubicBezTo>
                <a:close/>
                <a:moveTo>
                  <a:pt x="2072" y="4358"/>
                </a:moveTo>
                <a:cubicBezTo>
                  <a:pt x="2882" y="4358"/>
                  <a:pt x="3501" y="5001"/>
                  <a:pt x="3501" y="5787"/>
                </a:cubicBezTo>
                <a:cubicBezTo>
                  <a:pt x="3501" y="6597"/>
                  <a:pt x="2882" y="7216"/>
                  <a:pt x="2072" y="7216"/>
                </a:cubicBezTo>
                <a:cubicBezTo>
                  <a:pt x="1262" y="7216"/>
                  <a:pt x="643" y="6549"/>
                  <a:pt x="643" y="5787"/>
                </a:cubicBezTo>
                <a:cubicBezTo>
                  <a:pt x="643" y="4977"/>
                  <a:pt x="1310" y="4358"/>
                  <a:pt x="2072" y="4358"/>
                </a:cubicBezTo>
                <a:close/>
                <a:moveTo>
                  <a:pt x="10764" y="6978"/>
                </a:moveTo>
                <a:lnTo>
                  <a:pt x="10764" y="7740"/>
                </a:lnTo>
                <a:lnTo>
                  <a:pt x="6359" y="7740"/>
                </a:lnTo>
                <a:cubicBezTo>
                  <a:pt x="6121" y="7740"/>
                  <a:pt x="5954" y="7549"/>
                  <a:pt x="5978" y="7335"/>
                </a:cubicBezTo>
                <a:cubicBezTo>
                  <a:pt x="6002" y="7121"/>
                  <a:pt x="6216" y="6978"/>
                  <a:pt x="6383" y="6978"/>
                </a:cubicBezTo>
                <a:close/>
                <a:moveTo>
                  <a:pt x="9717" y="10098"/>
                </a:moveTo>
                <a:lnTo>
                  <a:pt x="9717" y="10883"/>
                </a:lnTo>
                <a:lnTo>
                  <a:pt x="5311" y="10883"/>
                </a:lnTo>
                <a:cubicBezTo>
                  <a:pt x="5073" y="10883"/>
                  <a:pt x="4906" y="10669"/>
                  <a:pt x="4930" y="10455"/>
                </a:cubicBezTo>
                <a:cubicBezTo>
                  <a:pt x="4954" y="10240"/>
                  <a:pt x="5144" y="10098"/>
                  <a:pt x="5359" y="10098"/>
                </a:cubicBezTo>
                <a:close/>
                <a:moveTo>
                  <a:pt x="5359" y="0"/>
                </a:moveTo>
                <a:cubicBezTo>
                  <a:pt x="4882" y="0"/>
                  <a:pt x="4477" y="310"/>
                  <a:pt x="4335" y="739"/>
                </a:cubicBezTo>
                <a:lnTo>
                  <a:pt x="3001" y="739"/>
                </a:lnTo>
                <a:lnTo>
                  <a:pt x="1858" y="3668"/>
                </a:lnTo>
                <a:cubicBezTo>
                  <a:pt x="834" y="3787"/>
                  <a:pt x="0" y="4668"/>
                  <a:pt x="0" y="5787"/>
                </a:cubicBezTo>
                <a:cubicBezTo>
                  <a:pt x="0" y="6883"/>
                  <a:pt x="834" y="7764"/>
                  <a:pt x="1858" y="7883"/>
                </a:cubicBezTo>
                <a:lnTo>
                  <a:pt x="3001" y="10812"/>
                </a:lnTo>
                <a:lnTo>
                  <a:pt x="4335" y="10812"/>
                </a:lnTo>
                <a:cubicBezTo>
                  <a:pt x="4477" y="11217"/>
                  <a:pt x="4882" y="11550"/>
                  <a:pt x="5359" y="11550"/>
                </a:cubicBezTo>
                <a:lnTo>
                  <a:pt x="10407" y="11550"/>
                </a:lnTo>
                <a:lnTo>
                  <a:pt x="10407" y="9383"/>
                </a:lnTo>
                <a:lnTo>
                  <a:pt x="5359" y="9383"/>
                </a:lnTo>
                <a:cubicBezTo>
                  <a:pt x="4882" y="9383"/>
                  <a:pt x="4477" y="9693"/>
                  <a:pt x="4335" y="10121"/>
                </a:cubicBezTo>
                <a:lnTo>
                  <a:pt x="3453" y="10121"/>
                </a:lnTo>
                <a:lnTo>
                  <a:pt x="2548" y="7835"/>
                </a:lnTo>
                <a:cubicBezTo>
                  <a:pt x="2929" y="7740"/>
                  <a:pt x="3287" y="7549"/>
                  <a:pt x="3572" y="7264"/>
                </a:cubicBezTo>
                <a:lnTo>
                  <a:pt x="4477" y="7668"/>
                </a:lnTo>
                <a:lnTo>
                  <a:pt x="5382" y="7668"/>
                </a:lnTo>
                <a:cubicBezTo>
                  <a:pt x="5525" y="8073"/>
                  <a:pt x="5906" y="8407"/>
                  <a:pt x="6383" y="8407"/>
                </a:cubicBezTo>
                <a:lnTo>
                  <a:pt x="11455" y="8407"/>
                </a:lnTo>
                <a:lnTo>
                  <a:pt x="11455" y="6263"/>
                </a:lnTo>
                <a:lnTo>
                  <a:pt x="6383" y="6263"/>
                </a:lnTo>
                <a:cubicBezTo>
                  <a:pt x="5906" y="6263"/>
                  <a:pt x="5525" y="6549"/>
                  <a:pt x="5382" y="7002"/>
                </a:cubicBezTo>
                <a:lnTo>
                  <a:pt x="4644" y="7002"/>
                </a:lnTo>
                <a:lnTo>
                  <a:pt x="3977" y="6740"/>
                </a:lnTo>
                <a:cubicBezTo>
                  <a:pt x="4120" y="6430"/>
                  <a:pt x="4192" y="6144"/>
                  <a:pt x="4192" y="5787"/>
                </a:cubicBezTo>
                <a:cubicBezTo>
                  <a:pt x="4192" y="5430"/>
                  <a:pt x="4096" y="5120"/>
                  <a:pt x="3977" y="4835"/>
                </a:cubicBezTo>
                <a:lnTo>
                  <a:pt x="4644" y="4549"/>
                </a:lnTo>
                <a:lnTo>
                  <a:pt x="5382" y="4549"/>
                </a:lnTo>
                <a:lnTo>
                  <a:pt x="5382" y="4573"/>
                </a:lnTo>
                <a:cubicBezTo>
                  <a:pt x="5525" y="4977"/>
                  <a:pt x="5906" y="5311"/>
                  <a:pt x="6383" y="5311"/>
                </a:cubicBezTo>
                <a:lnTo>
                  <a:pt x="11455" y="5311"/>
                </a:lnTo>
                <a:lnTo>
                  <a:pt x="11455" y="3144"/>
                </a:lnTo>
                <a:lnTo>
                  <a:pt x="6383" y="3144"/>
                </a:lnTo>
                <a:cubicBezTo>
                  <a:pt x="5906" y="3144"/>
                  <a:pt x="5525" y="3430"/>
                  <a:pt x="5382" y="3882"/>
                </a:cubicBezTo>
                <a:lnTo>
                  <a:pt x="4477" y="3882"/>
                </a:lnTo>
                <a:lnTo>
                  <a:pt x="3572" y="4263"/>
                </a:lnTo>
                <a:cubicBezTo>
                  <a:pt x="3287" y="4001"/>
                  <a:pt x="2929" y="3787"/>
                  <a:pt x="2548" y="3691"/>
                </a:cubicBezTo>
                <a:lnTo>
                  <a:pt x="3453" y="1405"/>
                </a:lnTo>
                <a:lnTo>
                  <a:pt x="4335" y="1405"/>
                </a:lnTo>
                <a:cubicBezTo>
                  <a:pt x="4477" y="1810"/>
                  <a:pt x="4882" y="2144"/>
                  <a:pt x="5359" y="2144"/>
                </a:cubicBezTo>
                <a:lnTo>
                  <a:pt x="10407" y="2144"/>
                </a:lnTo>
                <a:lnTo>
                  <a:pt x="1040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3F6F7"/>
              </a:solidFill>
            </a:endParaRPr>
          </a:p>
        </p:txBody>
      </p:sp>
      <p:sp>
        <p:nvSpPr>
          <p:cNvPr id="323" name="Google Shape;323;p35"/>
          <p:cNvSpPr/>
          <p:nvPr/>
        </p:nvSpPr>
        <p:spPr>
          <a:xfrm>
            <a:off x="6092562" y="1470256"/>
            <a:ext cx="329189" cy="329189"/>
          </a:xfrm>
          <a:custGeom>
            <a:avLst/>
            <a:gdLst/>
            <a:ahLst/>
            <a:cxnLst/>
            <a:rect l="l" t="t" r="r" b="b"/>
            <a:pathLst>
              <a:path w="11480" h="11479" extrusionOk="0">
                <a:moveTo>
                  <a:pt x="3216" y="667"/>
                </a:moveTo>
                <a:lnTo>
                  <a:pt x="3216" y="2286"/>
                </a:lnTo>
                <a:lnTo>
                  <a:pt x="668" y="2286"/>
                </a:lnTo>
                <a:lnTo>
                  <a:pt x="668" y="667"/>
                </a:lnTo>
                <a:close/>
                <a:moveTo>
                  <a:pt x="3882" y="1262"/>
                </a:moveTo>
                <a:lnTo>
                  <a:pt x="4668" y="2191"/>
                </a:lnTo>
                <a:lnTo>
                  <a:pt x="4668" y="3406"/>
                </a:lnTo>
                <a:lnTo>
                  <a:pt x="3882" y="2501"/>
                </a:lnTo>
                <a:lnTo>
                  <a:pt x="3882" y="1262"/>
                </a:lnTo>
                <a:close/>
                <a:moveTo>
                  <a:pt x="10003" y="2405"/>
                </a:moveTo>
                <a:lnTo>
                  <a:pt x="10622" y="3215"/>
                </a:lnTo>
                <a:lnTo>
                  <a:pt x="10003" y="4001"/>
                </a:lnTo>
                <a:lnTo>
                  <a:pt x="5335" y="4001"/>
                </a:lnTo>
                <a:lnTo>
                  <a:pt x="5335" y="2405"/>
                </a:lnTo>
                <a:close/>
                <a:moveTo>
                  <a:pt x="3216" y="2929"/>
                </a:moveTo>
                <a:lnTo>
                  <a:pt x="3216" y="4549"/>
                </a:lnTo>
                <a:lnTo>
                  <a:pt x="668" y="4549"/>
                </a:lnTo>
                <a:lnTo>
                  <a:pt x="668" y="2929"/>
                </a:lnTo>
                <a:close/>
                <a:moveTo>
                  <a:pt x="3882" y="3525"/>
                </a:moveTo>
                <a:lnTo>
                  <a:pt x="4668" y="4454"/>
                </a:lnTo>
                <a:lnTo>
                  <a:pt x="4668" y="5668"/>
                </a:lnTo>
                <a:lnTo>
                  <a:pt x="3882" y="4763"/>
                </a:lnTo>
                <a:lnTo>
                  <a:pt x="3882" y="3525"/>
                </a:lnTo>
                <a:close/>
                <a:moveTo>
                  <a:pt x="10003" y="4668"/>
                </a:moveTo>
                <a:lnTo>
                  <a:pt x="10622" y="5478"/>
                </a:lnTo>
                <a:lnTo>
                  <a:pt x="10003" y="6263"/>
                </a:lnTo>
                <a:lnTo>
                  <a:pt x="5335" y="6263"/>
                </a:lnTo>
                <a:lnTo>
                  <a:pt x="5335" y="4668"/>
                </a:lnTo>
                <a:close/>
                <a:moveTo>
                  <a:pt x="3216" y="5239"/>
                </a:moveTo>
                <a:lnTo>
                  <a:pt x="3216" y="6835"/>
                </a:lnTo>
                <a:lnTo>
                  <a:pt x="668" y="6835"/>
                </a:lnTo>
                <a:lnTo>
                  <a:pt x="668" y="5239"/>
                </a:lnTo>
                <a:close/>
                <a:moveTo>
                  <a:pt x="3882" y="5787"/>
                </a:moveTo>
                <a:lnTo>
                  <a:pt x="4668" y="6716"/>
                </a:lnTo>
                <a:lnTo>
                  <a:pt x="4668" y="7930"/>
                </a:lnTo>
                <a:lnTo>
                  <a:pt x="3882" y="7025"/>
                </a:lnTo>
                <a:lnTo>
                  <a:pt x="3882" y="5787"/>
                </a:lnTo>
                <a:close/>
                <a:moveTo>
                  <a:pt x="10003" y="6954"/>
                </a:moveTo>
                <a:lnTo>
                  <a:pt x="10622" y="7764"/>
                </a:lnTo>
                <a:lnTo>
                  <a:pt x="10003" y="8573"/>
                </a:lnTo>
                <a:lnTo>
                  <a:pt x="5335" y="8573"/>
                </a:lnTo>
                <a:lnTo>
                  <a:pt x="5335" y="6954"/>
                </a:lnTo>
                <a:close/>
                <a:moveTo>
                  <a:pt x="3216" y="7478"/>
                </a:moveTo>
                <a:lnTo>
                  <a:pt x="3216" y="9097"/>
                </a:lnTo>
                <a:lnTo>
                  <a:pt x="668" y="9097"/>
                </a:lnTo>
                <a:lnTo>
                  <a:pt x="668" y="7478"/>
                </a:lnTo>
                <a:close/>
                <a:moveTo>
                  <a:pt x="3882" y="8073"/>
                </a:moveTo>
                <a:lnTo>
                  <a:pt x="4668" y="9002"/>
                </a:lnTo>
                <a:lnTo>
                  <a:pt x="4668" y="10217"/>
                </a:lnTo>
                <a:lnTo>
                  <a:pt x="3882" y="9312"/>
                </a:lnTo>
                <a:lnTo>
                  <a:pt x="3882" y="8073"/>
                </a:lnTo>
                <a:close/>
                <a:moveTo>
                  <a:pt x="10003" y="9216"/>
                </a:moveTo>
                <a:lnTo>
                  <a:pt x="10622" y="10026"/>
                </a:lnTo>
                <a:lnTo>
                  <a:pt x="10003" y="10836"/>
                </a:lnTo>
                <a:lnTo>
                  <a:pt x="5335" y="10836"/>
                </a:lnTo>
                <a:lnTo>
                  <a:pt x="5335" y="9216"/>
                </a:lnTo>
                <a:close/>
                <a:moveTo>
                  <a:pt x="1" y="0"/>
                </a:moveTo>
                <a:lnTo>
                  <a:pt x="1" y="9764"/>
                </a:lnTo>
                <a:lnTo>
                  <a:pt x="3382" y="9764"/>
                </a:lnTo>
                <a:lnTo>
                  <a:pt x="4835" y="11479"/>
                </a:lnTo>
                <a:lnTo>
                  <a:pt x="10312" y="11479"/>
                </a:lnTo>
                <a:lnTo>
                  <a:pt x="11479" y="10002"/>
                </a:lnTo>
                <a:lnTo>
                  <a:pt x="10598" y="8859"/>
                </a:lnTo>
                <a:lnTo>
                  <a:pt x="11479" y="7740"/>
                </a:lnTo>
                <a:lnTo>
                  <a:pt x="10598" y="6597"/>
                </a:lnTo>
                <a:lnTo>
                  <a:pt x="11479" y="5478"/>
                </a:lnTo>
                <a:lnTo>
                  <a:pt x="10598" y="4334"/>
                </a:lnTo>
                <a:lnTo>
                  <a:pt x="11479" y="3215"/>
                </a:lnTo>
                <a:lnTo>
                  <a:pt x="10312" y="1715"/>
                </a:lnTo>
                <a:lnTo>
                  <a:pt x="5168" y="1715"/>
                </a:lnTo>
                <a:lnTo>
                  <a:pt x="371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3F6F7"/>
              </a:solidFill>
            </a:endParaRPr>
          </a:p>
        </p:txBody>
      </p:sp>
      <p:sp>
        <p:nvSpPr>
          <p:cNvPr id="324" name="Google Shape;324;p35"/>
          <p:cNvSpPr/>
          <p:nvPr/>
        </p:nvSpPr>
        <p:spPr>
          <a:xfrm>
            <a:off x="3516101" y="1470256"/>
            <a:ext cx="329187" cy="329189"/>
          </a:xfrm>
          <a:custGeom>
            <a:avLst/>
            <a:gdLst/>
            <a:ahLst/>
            <a:cxnLst/>
            <a:rect l="l" t="t" r="r" b="b"/>
            <a:pathLst>
              <a:path w="11503" h="11479" extrusionOk="0">
                <a:moveTo>
                  <a:pt x="10169" y="2429"/>
                </a:moveTo>
                <a:cubicBezTo>
                  <a:pt x="10360" y="2429"/>
                  <a:pt x="10550" y="2620"/>
                  <a:pt x="10550" y="2834"/>
                </a:cubicBezTo>
                <a:cubicBezTo>
                  <a:pt x="10550" y="3024"/>
                  <a:pt x="10360" y="3215"/>
                  <a:pt x="10169" y="3215"/>
                </a:cubicBezTo>
                <a:cubicBezTo>
                  <a:pt x="9955" y="3215"/>
                  <a:pt x="9764" y="3024"/>
                  <a:pt x="9764" y="2834"/>
                </a:cubicBezTo>
                <a:cubicBezTo>
                  <a:pt x="9764" y="2620"/>
                  <a:pt x="9931" y="2429"/>
                  <a:pt x="10169" y="2429"/>
                </a:cubicBezTo>
                <a:close/>
                <a:moveTo>
                  <a:pt x="8669" y="4763"/>
                </a:moveTo>
                <a:cubicBezTo>
                  <a:pt x="8883" y="4763"/>
                  <a:pt x="9050" y="4930"/>
                  <a:pt x="9050" y="5144"/>
                </a:cubicBezTo>
                <a:cubicBezTo>
                  <a:pt x="9050" y="5358"/>
                  <a:pt x="8883" y="5525"/>
                  <a:pt x="8669" y="5525"/>
                </a:cubicBezTo>
                <a:cubicBezTo>
                  <a:pt x="8454" y="5525"/>
                  <a:pt x="8288" y="5358"/>
                  <a:pt x="8288" y="5144"/>
                </a:cubicBezTo>
                <a:cubicBezTo>
                  <a:pt x="8288" y="4930"/>
                  <a:pt x="8454" y="4763"/>
                  <a:pt x="8669" y="4763"/>
                </a:cubicBezTo>
                <a:close/>
                <a:moveTo>
                  <a:pt x="4335" y="5358"/>
                </a:moveTo>
                <a:cubicBezTo>
                  <a:pt x="4525" y="5358"/>
                  <a:pt x="4716" y="5525"/>
                  <a:pt x="4716" y="5739"/>
                </a:cubicBezTo>
                <a:cubicBezTo>
                  <a:pt x="4716" y="5954"/>
                  <a:pt x="4525" y="6120"/>
                  <a:pt x="4335" y="6120"/>
                </a:cubicBezTo>
                <a:cubicBezTo>
                  <a:pt x="4120" y="6120"/>
                  <a:pt x="3930" y="5954"/>
                  <a:pt x="3930" y="5739"/>
                </a:cubicBezTo>
                <a:cubicBezTo>
                  <a:pt x="3906" y="5525"/>
                  <a:pt x="4096" y="5358"/>
                  <a:pt x="4335" y="5358"/>
                </a:cubicBezTo>
                <a:close/>
                <a:moveTo>
                  <a:pt x="6716" y="6811"/>
                </a:moveTo>
                <a:cubicBezTo>
                  <a:pt x="6906" y="6811"/>
                  <a:pt x="7097" y="6978"/>
                  <a:pt x="7097" y="7192"/>
                </a:cubicBezTo>
                <a:cubicBezTo>
                  <a:pt x="7097" y="7406"/>
                  <a:pt x="6906" y="7573"/>
                  <a:pt x="6716" y="7573"/>
                </a:cubicBezTo>
                <a:cubicBezTo>
                  <a:pt x="6502" y="7573"/>
                  <a:pt x="6311" y="7406"/>
                  <a:pt x="6311" y="7192"/>
                </a:cubicBezTo>
                <a:cubicBezTo>
                  <a:pt x="6311" y="6978"/>
                  <a:pt x="6478" y="6811"/>
                  <a:pt x="6716" y="6811"/>
                </a:cubicBezTo>
                <a:close/>
                <a:moveTo>
                  <a:pt x="2715" y="7740"/>
                </a:moveTo>
                <a:cubicBezTo>
                  <a:pt x="2929" y="7740"/>
                  <a:pt x="3096" y="7906"/>
                  <a:pt x="3096" y="8121"/>
                </a:cubicBezTo>
                <a:cubicBezTo>
                  <a:pt x="3096" y="8335"/>
                  <a:pt x="2929" y="8502"/>
                  <a:pt x="2715" y="8502"/>
                </a:cubicBezTo>
                <a:cubicBezTo>
                  <a:pt x="2501" y="8502"/>
                  <a:pt x="2334" y="8335"/>
                  <a:pt x="2334" y="8121"/>
                </a:cubicBezTo>
                <a:cubicBezTo>
                  <a:pt x="2334" y="7906"/>
                  <a:pt x="2501" y="7740"/>
                  <a:pt x="2715" y="7740"/>
                </a:cubicBezTo>
                <a:close/>
                <a:moveTo>
                  <a:pt x="0" y="0"/>
                </a:moveTo>
                <a:lnTo>
                  <a:pt x="0" y="11479"/>
                </a:lnTo>
                <a:lnTo>
                  <a:pt x="11503" y="11479"/>
                </a:lnTo>
                <a:lnTo>
                  <a:pt x="11503" y="10264"/>
                </a:lnTo>
                <a:lnTo>
                  <a:pt x="10836" y="10264"/>
                </a:lnTo>
                <a:lnTo>
                  <a:pt x="10836" y="10288"/>
                </a:lnTo>
                <a:lnTo>
                  <a:pt x="10836" y="10836"/>
                </a:lnTo>
                <a:lnTo>
                  <a:pt x="691" y="10836"/>
                </a:lnTo>
                <a:lnTo>
                  <a:pt x="691" y="9883"/>
                </a:lnTo>
                <a:lnTo>
                  <a:pt x="2072" y="8954"/>
                </a:lnTo>
                <a:cubicBezTo>
                  <a:pt x="2243" y="9082"/>
                  <a:pt x="2490" y="9172"/>
                  <a:pt x="2746" y="9172"/>
                </a:cubicBezTo>
                <a:cubicBezTo>
                  <a:pt x="2775" y="9172"/>
                  <a:pt x="2805" y="9171"/>
                  <a:pt x="2834" y="9169"/>
                </a:cubicBezTo>
                <a:cubicBezTo>
                  <a:pt x="3334" y="9097"/>
                  <a:pt x="3739" y="8716"/>
                  <a:pt x="3787" y="8216"/>
                </a:cubicBezTo>
                <a:cubicBezTo>
                  <a:pt x="3811" y="7930"/>
                  <a:pt x="3739" y="7668"/>
                  <a:pt x="3620" y="7478"/>
                </a:cubicBezTo>
                <a:lnTo>
                  <a:pt x="4049" y="6716"/>
                </a:lnTo>
                <a:cubicBezTo>
                  <a:pt x="4144" y="6740"/>
                  <a:pt x="4239" y="6740"/>
                  <a:pt x="4335" y="6740"/>
                </a:cubicBezTo>
                <a:cubicBezTo>
                  <a:pt x="4596" y="6740"/>
                  <a:pt x="4835" y="6668"/>
                  <a:pt x="5001" y="6478"/>
                </a:cubicBezTo>
                <a:lnTo>
                  <a:pt x="5644" y="6930"/>
                </a:lnTo>
                <a:cubicBezTo>
                  <a:pt x="5597" y="7073"/>
                  <a:pt x="5597" y="7216"/>
                  <a:pt x="5644" y="7382"/>
                </a:cubicBezTo>
                <a:cubicBezTo>
                  <a:pt x="5716" y="7787"/>
                  <a:pt x="6049" y="8121"/>
                  <a:pt x="6478" y="8168"/>
                </a:cubicBezTo>
                <a:cubicBezTo>
                  <a:pt x="6542" y="8180"/>
                  <a:pt x="6606" y="8186"/>
                  <a:pt x="6669" y="8186"/>
                </a:cubicBezTo>
                <a:cubicBezTo>
                  <a:pt x="7234" y="8186"/>
                  <a:pt x="7716" y="7723"/>
                  <a:pt x="7716" y="7144"/>
                </a:cubicBezTo>
                <a:cubicBezTo>
                  <a:pt x="7716" y="6954"/>
                  <a:pt x="7692" y="6811"/>
                  <a:pt x="7597" y="6692"/>
                </a:cubicBezTo>
                <a:lnTo>
                  <a:pt x="8169" y="6073"/>
                </a:lnTo>
                <a:cubicBezTo>
                  <a:pt x="8289" y="6124"/>
                  <a:pt x="8434" y="6163"/>
                  <a:pt x="8585" y="6163"/>
                </a:cubicBezTo>
                <a:cubicBezTo>
                  <a:pt x="8644" y="6163"/>
                  <a:pt x="8704" y="6157"/>
                  <a:pt x="8764" y="6144"/>
                </a:cubicBezTo>
                <a:cubicBezTo>
                  <a:pt x="9240" y="6097"/>
                  <a:pt x="9621" y="5715"/>
                  <a:pt x="9693" y="5239"/>
                </a:cubicBezTo>
                <a:cubicBezTo>
                  <a:pt x="9717" y="4906"/>
                  <a:pt x="9621" y="4620"/>
                  <a:pt x="9407" y="4406"/>
                </a:cubicBezTo>
                <a:lnTo>
                  <a:pt x="9836" y="3810"/>
                </a:lnTo>
                <a:cubicBezTo>
                  <a:pt x="9907" y="3822"/>
                  <a:pt x="9979" y="3828"/>
                  <a:pt x="10056" y="3828"/>
                </a:cubicBezTo>
                <a:cubicBezTo>
                  <a:pt x="10133" y="3828"/>
                  <a:pt x="10217" y="3822"/>
                  <a:pt x="10312" y="3810"/>
                </a:cubicBezTo>
                <a:cubicBezTo>
                  <a:pt x="10717" y="3715"/>
                  <a:pt x="11050" y="3382"/>
                  <a:pt x="11145" y="2977"/>
                </a:cubicBezTo>
                <a:cubicBezTo>
                  <a:pt x="11277" y="2319"/>
                  <a:pt x="10762" y="1701"/>
                  <a:pt x="10121" y="1701"/>
                </a:cubicBezTo>
                <a:cubicBezTo>
                  <a:pt x="10067" y="1701"/>
                  <a:pt x="10011" y="1705"/>
                  <a:pt x="9955" y="1715"/>
                </a:cubicBezTo>
                <a:cubicBezTo>
                  <a:pt x="9478" y="1786"/>
                  <a:pt x="9097" y="2167"/>
                  <a:pt x="9026" y="2667"/>
                </a:cubicBezTo>
                <a:cubicBezTo>
                  <a:pt x="9002" y="2977"/>
                  <a:pt x="9097" y="3239"/>
                  <a:pt x="9264" y="3453"/>
                </a:cubicBezTo>
                <a:lnTo>
                  <a:pt x="8859" y="4072"/>
                </a:lnTo>
                <a:cubicBezTo>
                  <a:pt x="8788" y="4048"/>
                  <a:pt x="8693" y="4048"/>
                  <a:pt x="8645" y="4048"/>
                </a:cubicBezTo>
                <a:cubicBezTo>
                  <a:pt x="8050" y="4048"/>
                  <a:pt x="7573" y="4525"/>
                  <a:pt x="7573" y="5120"/>
                </a:cubicBezTo>
                <a:cubicBezTo>
                  <a:pt x="7573" y="5287"/>
                  <a:pt x="7621" y="5477"/>
                  <a:pt x="7692" y="5620"/>
                </a:cubicBezTo>
                <a:lnTo>
                  <a:pt x="7145" y="6216"/>
                </a:lnTo>
                <a:cubicBezTo>
                  <a:pt x="7002" y="6120"/>
                  <a:pt x="6835" y="6097"/>
                  <a:pt x="6668" y="6097"/>
                </a:cubicBezTo>
                <a:cubicBezTo>
                  <a:pt x="6406" y="6097"/>
                  <a:pt x="6168" y="6192"/>
                  <a:pt x="5954" y="6358"/>
                </a:cubicBezTo>
                <a:lnTo>
                  <a:pt x="5335" y="5906"/>
                </a:lnTo>
                <a:cubicBezTo>
                  <a:pt x="5359" y="5787"/>
                  <a:pt x="5359" y="5692"/>
                  <a:pt x="5335" y="5549"/>
                </a:cubicBezTo>
                <a:cubicBezTo>
                  <a:pt x="5287" y="5096"/>
                  <a:pt x="4882" y="4691"/>
                  <a:pt x="4382" y="4644"/>
                </a:cubicBezTo>
                <a:cubicBezTo>
                  <a:pt x="4344" y="4639"/>
                  <a:pt x="4306" y="4637"/>
                  <a:pt x="4269" y="4637"/>
                </a:cubicBezTo>
                <a:cubicBezTo>
                  <a:pt x="3698" y="4637"/>
                  <a:pt x="3215" y="5134"/>
                  <a:pt x="3215" y="5715"/>
                </a:cubicBezTo>
                <a:cubicBezTo>
                  <a:pt x="3215" y="5977"/>
                  <a:pt x="3310" y="6192"/>
                  <a:pt x="3453" y="6382"/>
                </a:cubicBezTo>
                <a:lnTo>
                  <a:pt x="3049" y="7073"/>
                </a:lnTo>
                <a:cubicBezTo>
                  <a:pt x="2953" y="7049"/>
                  <a:pt x="2834" y="7025"/>
                  <a:pt x="2715" y="7025"/>
                </a:cubicBezTo>
                <a:cubicBezTo>
                  <a:pt x="2120" y="7025"/>
                  <a:pt x="1643" y="7502"/>
                  <a:pt x="1643" y="8097"/>
                </a:cubicBezTo>
                <a:cubicBezTo>
                  <a:pt x="1643" y="8168"/>
                  <a:pt x="1643" y="8264"/>
                  <a:pt x="1667" y="8359"/>
                </a:cubicBezTo>
                <a:lnTo>
                  <a:pt x="691" y="9002"/>
                </a:lnTo>
                <a:lnTo>
                  <a:pt x="691" y="691"/>
                </a:lnTo>
                <a:lnTo>
                  <a:pt x="1239" y="691"/>
                </a:lnTo>
                <a:lnTo>
                  <a:pt x="123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3F6F7"/>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34"/>
          <p:cNvSpPr txBox="1">
            <a:spLocks noGrp="1"/>
          </p:cNvSpPr>
          <p:nvPr>
            <p:ph type="subTitle" idx="4"/>
          </p:nvPr>
        </p:nvSpPr>
        <p:spPr>
          <a:xfrm>
            <a:off x="4911639" y="2244217"/>
            <a:ext cx="2424300" cy="449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The goal</a:t>
            </a:r>
            <a:endParaRPr/>
          </a:p>
        </p:txBody>
      </p:sp>
      <p:sp>
        <p:nvSpPr>
          <p:cNvPr id="303" name="Google Shape;303;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hu-HU" dirty="0"/>
              <a:t>Cégünkről:</a:t>
            </a:r>
            <a:endParaRPr dirty="0"/>
          </a:p>
        </p:txBody>
      </p:sp>
      <p:sp>
        <p:nvSpPr>
          <p:cNvPr id="304" name="Google Shape;304;p34"/>
          <p:cNvSpPr txBox="1">
            <a:spLocks noGrp="1"/>
          </p:cNvSpPr>
          <p:nvPr>
            <p:ph type="subTitle" idx="1"/>
          </p:nvPr>
        </p:nvSpPr>
        <p:spPr>
          <a:xfrm>
            <a:off x="4911639" y="2679824"/>
            <a:ext cx="2424300" cy="1526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Goals inside a company are usually specific and measurable, with clearly defined deadlines and outcomes. The company’s goals help focus the actions of the organization and ensure resources are used effectively</a:t>
            </a:r>
            <a:endParaRPr/>
          </a:p>
        </p:txBody>
      </p:sp>
      <p:sp>
        <p:nvSpPr>
          <p:cNvPr id="305" name="Google Shape;305;p34"/>
          <p:cNvSpPr txBox="1">
            <a:spLocks noGrp="1"/>
          </p:cNvSpPr>
          <p:nvPr>
            <p:ph type="subTitle" idx="2"/>
          </p:nvPr>
        </p:nvSpPr>
        <p:spPr>
          <a:xfrm>
            <a:off x="1808050" y="2679824"/>
            <a:ext cx="2424300" cy="1526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aim in a corporate context is a goal or desired result that the organization seeks to achieve. The aim should be clear and achievable, and often serves as the basis for further planning actions inside the organization</a:t>
            </a:r>
            <a:endParaRPr/>
          </a:p>
        </p:txBody>
      </p:sp>
      <p:sp>
        <p:nvSpPr>
          <p:cNvPr id="306" name="Google Shape;306;p34"/>
          <p:cNvSpPr txBox="1">
            <a:spLocks noGrp="1"/>
          </p:cNvSpPr>
          <p:nvPr>
            <p:ph type="subTitle" idx="3"/>
          </p:nvPr>
        </p:nvSpPr>
        <p:spPr>
          <a:xfrm>
            <a:off x="1808050" y="2244217"/>
            <a:ext cx="2424300" cy="449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Our aim</a:t>
            </a:r>
            <a:endParaRPr/>
          </a:p>
        </p:txBody>
      </p:sp>
      <p:sp>
        <p:nvSpPr>
          <p:cNvPr id="307" name="Google Shape;307;p34"/>
          <p:cNvSpPr/>
          <p:nvPr/>
        </p:nvSpPr>
        <p:spPr>
          <a:xfrm>
            <a:off x="5001124" y="1646465"/>
            <a:ext cx="310898" cy="365762"/>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8" name="Google Shape;308;p34"/>
          <p:cNvGrpSpPr/>
          <p:nvPr/>
        </p:nvGrpSpPr>
        <p:grpSpPr>
          <a:xfrm>
            <a:off x="1892089" y="1646465"/>
            <a:ext cx="329193" cy="329185"/>
            <a:chOff x="-3852025" y="2764950"/>
            <a:chExt cx="291450" cy="293000"/>
          </a:xfrm>
        </p:grpSpPr>
        <p:sp>
          <p:nvSpPr>
            <p:cNvPr id="309" name="Google Shape;309;p34"/>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34"/>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6"/>
          <p:cNvSpPr txBox="1">
            <a:spLocks noGrp="1"/>
          </p:cNvSpPr>
          <p:nvPr>
            <p:ph type="subTitle" idx="6"/>
          </p:nvPr>
        </p:nvSpPr>
        <p:spPr>
          <a:xfrm>
            <a:off x="1225675" y="2992275"/>
            <a:ext cx="3218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Equipment and materials</a:t>
            </a:r>
            <a:endParaRPr/>
          </a:p>
        </p:txBody>
      </p:sp>
      <p:sp>
        <p:nvSpPr>
          <p:cNvPr id="330" name="Google Shape;330;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Budget</a:t>
            </a:r>
            <a:endParaRPr/>
          </a:p>
        </p:txBody>
      </p:sp>
      <p:sp>
        <p:nvSpPr>
          <p:cNvPr id="331" name="Google Shape;331;p36"/>
          <p:cNvSpPr txBox="1">
            <a:spLocks noGrp="1"/>
          </p:cNvSpPr>
          <p:nvPr>
            <p:ph type="subTitle" idx="1"/>
          </p:nvPr>
        </p:nvSpPr>
        <p:spPr>
          <a:xfrm>
            <a:off x="1225674" y="1659425"/>
            <a:ext cx="3218700" cy="120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Funding for a company can come from personal savings or investments, bank loans and other loan options, venture capital and angel investors, grants, competitions or programs, crowdfunding…</a:t>
            </a:r>
            <a:endParaRPr/>
          </a:p>
        </p:txBody>
      </p:sp>
      <p:sp>
        <p:nvSpPr>
          <p:cNvPr id="332" name="Google Shape;332;p36"/>
          <p:cNvSpPr txBox="1">
            <a:spLocks noGrp="1"/>
          </p:cNvSpPr>
          <p:nvPr>
            <p:ph type="subTitle" idx="2"/>
          </p:nvPr>
        </p:nvSpPr>
        <p:spPr>
          <a:xfrm>
            <a:off x="5052125" y="1659425"/>
            <a:ext cx="3218700" cy="120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Personnel costs refer to the expenses incurred in hiring, training and retaining staff for a company. This can include salaries, bonuses, benefits and other payroll-related costs</a:t>
            </a:r>
            <a:endParaRPr/>
          </a:p>
        </p:txBody>
      </p:sp>
      <p:sp>
        <p:nvSpPr>
          <p:cNvPr id="333" name="Google Shape;333;p36"/>
          <p:cNvSpPr txBox="1">
            <a:spLocks noGrp="1"/>
          </p:cNvSpPr>
          <p:nvPr>
            <p:ph type="subTitle" idx="3"/>
          </p:nvPr>
        </p:nvSpPr>
        <p:spPr>
          <a:xfrm>
            <a:off x="1225674" y="3320000"/>
            <a:ext cx="3218700" cy="120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Equipment and materials costs refer to all the expenses related to the purchasing, maintenance and upkeep of any physical items used in production or other business processes inside the company</a:t>
            </a:r>
            <a:endParaRPr/>
          </a:p>
        </p:txBody>
      </p:sp>
      <p:sp>
        <p:nvSpPr>
          <p:cNvPr id="334" name="Google Shape;334;p36"/>
          <p:cNvSpPr txBox="1">
            <a:spLocks noGrp="1"/>
          </p:cNvSpPr>
          <p:nvPr>
            <p:ph type="subTitle" idx="4"/>
          </p:nvPr>
        </p:nvSpPr>
        <p:spPr>
          <a:xfrm>
            <a:off x="5052125" y="3320000"/>
            <a:ext cx="3218700" cy="120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Travel and miscellaneous costs refer to expenses related to any travel-related activities, such as conferences, trainings or business trips. It may also include office supplies, communications services, licenses and other miscellaneous expenses</a:t>
            </a:r>
            <a:endParaRPr/>
          </a:p>
        </p:txBody>
      </p:sp>
      <p:sp>
        <p:nvSpPr>
          <p:cNvPr id="335" name="Google Shape;335;p36"/>
          <p:cNvSpPr txBox="1">
            <a:spLocks noGrp="1"/>
          </p:cNvSpPr>
          <p:nvPr>
            <p:ph type="subTitle" idx="5"/>
          </p:nvPr>
        </p:nvSpPr>
        <p:spPr>
          <a:xfrm>
            <a:off x="1225675" y="1331675"/>
            <a:ext cx="3218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Sources of funding</a:t>
            </a:r>
            <a:endParaRPr/>
          </a:p>
        </p:txBody>
      </p:sp>
      <p:sp>
        <p:nvSpPr>
          <p:cNvPr id="336" name="Google Shape;336;p36"/>
          <p:cNvSpPr txBox="1">
            <a:spLocks noGrp="1"/>
          </p:cNvSpPr>
          <p:nvPr>
            <p:ph type="subTitle" idx="7"/>
          </p:nvPr>
        </p:nvSpPr>
        <p:spPr>
          <a:xfrm>
            <a:off x="5052099" y="1331675"/>
            <a:ext cx="3218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Personnel costs</a:t>
            </a:r>
            <a:endParaRPr/>
          </a:p>
        </p:txBody>
      </p:sp>
      <p:sp>
        <p:nvSpPr>
          <p:cNvPr id="337" name="Google Shape;337;p36"/>
          <p:cNvSpPr txBox="1">
            <a:spLocks noGrp="1"/>
          </p:cNvSpPr>
          <p:nvPr>
            <p:ph type="subTitle" idx="8"/>
          </p:nvPr>
        </p:nvSpPr>
        <p:spPr>
          <a:xfrm>
            <a:off x="5052099" y="2992275"/>
            <a:ext cx="3218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Travel and miscellaneous</a:t>
            </a:r>
            <a:endParaRPr/>
          </a:p>
        </p:txBody>
      </p:sp>
      <p:grpSp>
        <p:nvGrpSpPr>
          <p:cNvPr id="338" name="Google Shape;338;p36"/>
          <p:cNvGrpSpPr/>
          <p:nvPr/>
        </p:nvGrpSpPr>
        <p:grpSpPr>
          <a:xfrm>
            <a:off x="4631496" y="1425509"/>
            <a:ext cx="329201" cy="329201"/>
            <a:chOff x="5648375" y="238125"/>
            <a:chExt cx="483125" cy="483125"/>
          </a:xfrm>
        </p:grpSpPr>
        <p:sp>
          <p:nvSpPr>
            <p:cNvPr id="339" name="Google Shape;339;p36"/>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0" name="Google Shape;340;p36"/>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1" name="Google Shape;341;p36"/>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2" name="Google Shape;342;p36"/>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3" name="Google Shape;343;p36"/>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4" name="Google Shape;344;p36"/>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5" name="Google Shape;345;p36"/>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6" name="Google Shape;346;p36"/>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7" name="Google Shape;347;p36"/>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48" name="Google Shape;348;p36"/>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349" name="Google Shape;349;p36"/>
          <p:cNvSpPr/>
          <p:nvPr/>
        </p:nvSpPr>
        <p:spPr>
          <a:xfrm>
            <a:off x="804027" y="1425509"/>
            <a:ext cx="329170" cy="311403"/>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350" name="Google Shape;350;p36"/>
          <p:cNvGrpSpPr/>
          <p:nvPr/>
        </p:nvGrpSpPr>
        <p:grpSpPr>
          <a:xfrm>
            <a:off x="4626801" y="3095818"/>
            <a:ext cx="338591" cy="329186"/>
            <a:chOff x="-31889075" y="2658950"/>
            <a:chExt cx="302475" cy="290775"/>
          </a:xfrm>
        </p:grpSpPr>
        <p:sp>
          <p:nvSpPr>
            <p:cNvPr id="351" name="Google Shape;351;p36"/>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36"/>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36"/>
          <p:cNvGrpSpPr/>
          <p:nvPr/>
        </p:nvGrpSpPr>
        <p:grpSpPr>
          <a:xfrm>
            <a:off x="777477" y="3095818"/>
            <a:ext cx="382269" cy="329184"/>
            <a:chOff x="-45664625" y="2352225"/>
            <a:chExt cx="300125" cy="263875"/>
          </a:xfrm>
        </p:grpSpPr>
        <p:sp>
          <p:nvSpPr>
            <p:cNvPr id="354" name="Google Shape;354;p36"/>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36"/>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36"/>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36"/>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36"/>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36"/>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36"/>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grpSp>
        <p:nvGrpSpPr>
          <p:cNvPr id="405" name="Google Shape;405;p38"/>
          <p:cNvGrpSpPr/>
          <p:nvPr/>
        </p:nvGrpSpPr>
        <p:grpSpPr>
          <a:xfrm rot="4659980" flipH="1">
            <a:off x="3840892" y="3123036"/>
            <a:ext cx="4573980" cy="3479278"/>
            <a:chOff x="1522650" y="1117750"/>
            <a:chExt cx="4574075" cy="3479350"/>
          </a:xfrm>
        </p:grpSpPr>
        <p:sp>
          <p:nvSpPr>
            <p:cNvPr id="406" name="Google Shape;406;p38"/>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38"/>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8" name="Google Shape;408;p38"/>
          <p:cNvSpPr txBox="1">
            <a:spLocks noGrp="1"/>
          </p:cNvSpPr>
          <p:nvPr>
            <p:ph type="subTitle" idx="1"/>
          </p:nvPr>
        </p:nvSpPr>
        <p:spPr>
          <a:xfrm>
            <a:off x="1200575" y="2948884"/>
            <a:ext cx="2739300" cy="36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Break-even point </a:t>
            </a:r>
            <a:endParaRPr/>
          </a:p>
        </p:txBody>
      </p:sp>
      <p:sp>
        <p:nvSpPr>
          <p:cNvPr id="409" name="Google Shape;409;p38"/>
          <p:cNvSpPr txBox="1">
            <a:spLocks noGrp="1"/>
          </p:cNvSpPr>
          <p:nvPr>
            <p:ph type="title"/>
          </p:nvPr>
        </p:nvSpPr>
        <p:spPr>
          <a:xfrm>
            <a:off x="1200575" y="2266166"/>
            <a:ext cx="2739300" cy="667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200 units</a:t>
            </a:r>
            <a:endParaRPr/>
          </a:p>
        </p:txBody>
      </p:sp>
      <p:sp>
        <p:nvSpPr>
          <p:cNvPr id="410" name="Google Shape;410;p38"/>
          <p:cNvSpPr txBox="1">
            <a:spLocks noGrp="1"/>
          </p:cNvSpPr>
          <p:nvPr>
            <p:ph type="title" idx="2"/>
          </p:nvPr>
        </p:nvSpPr>
        <p:spPr>
          <a:xfrm>
            <a:off x="1200575" y="977950"/>
            <a:ext cx="2739300" cy="666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$500,000</a:t>
            </a:r>
            <a:endParaRPr/>
          </a:p>
        </p:txBody>
      </p:sp>
      <p:sp>
        <p:nvSpPr>
          <p:cNvPr id="411" name="Google Shape;411;p38"/>
          <p:cNvSpPr txBox="1">
            <a:spLocks noGrp="1"/>
          </p:cNvSpPr>
          <p:nvPr>
            <p:ph type="subTitle" idx="3"/>
          </p:nvPr>
        </p:nvSpPr>
        <p:spPr>
          <a:xfrm>
            <a:off x="1200575" y="1669422"/>
            <a:ext cx="2739300" cy="361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Net profit of the project</a:t>
            </a:r>
            <a:endParaRPr/>
          </a:p>
        </p:txBody>
      </p:sp>
      <p:sp>
        <p:nvSpPr>
          <p:cNvPr id="412" name="Google Shape;412;p38"/>
          <p:cNvSpPr txBox="1">
            <a:spLocks noGrp="1"/>
          </p:cNvSpPr>
          <p:nvPr>
            <p:ph type="title" idx="4"/>
          </p:nvPr>
        </p:nvSpPr>
        <p:spPr>
          <a:xfrm>
            <a:off x="1200575" y="3555582"/>
            <a:ext cx="2739300" cy="667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25%</a:t>
            </a:r>
            <a:endParaRPr/>
          </a:p>
        </p:txBody>
      </p:sp>
      <p:sp>
        <p:nvSpPr>
          <p:cNvPr id="413" name="Google Shape;413;p38"/>
          <p:cNvSpPr txBox="1">
            <a:spLocks noGrp="1"/>
          </p:cNvSpPr>
          <p:nvPr>
            <p:ph type="subTitle" idx="5"/>
          </p:nvPr>
        </p:nvSpPr>
        <p:spPr>
          <a:xfrm>
            <a:off x="1200575" y="4238300"/>
            <a:ext cx="2739300" cy="36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Market share in the industry</a:t>
            </a:r>
            <a:endParaRPr/>
          </a:p>
        </p:txBody>
      </p:sp>
      <p:pic>
        <p:nvPicPr>
          <p:cNvPr id="414" name="Google Shape;414;p38"/>
          <p:cNvPicPr preferRelativeResize="0"/>
          <p:nvPr/>
        </p:nvPicPr>
        <p:blipFill>
          <a:blip r:embed="rId3">
            <a:alphaModFix/>
          </a:blip>
          <a:stretch>
            <a:fillRect/>
          </a:stretch>
        </p:blipFill>
        <p:spPr>
          <a:xfrm rot="10800000" flipH="1">
            <a:off x="5738810" y="0"/>
            <a:ext cx="3405191" cy="51435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39"/>
          <p:cNvSpPr txBox="1">
            <a:spLocks noGrp="1"/>
          </p:cNvSpPr>
          <p:nvPr>
            <p:ph type="title"/>
          </p:nvPr>
        </p:nvSpPr>
        <p:spPr>
          <a:xfrm>
            <a:off x="4076350" y="2296400"/>
            <a:ext cx="3843300" cy="1085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10 million</a:t>
            </a:r>
            <a:endParaRPr/>
          </a:p>
        </p:txBody>
      </p:sp>
      <p:sp>
        <p:nvSpPr>
          <p:cNvPr id="420" name="Google Shape;420;p39"/>
          <p:cNvSpPr txBox="1">
            <a:spLocks noGrp="1"/>
          </p:cNvSpPr>
          <p:nvPr>
            <p:ph type="subTitle" idx="1"/>
          </p:nvPr>
        </p:nvSpPr>
        <p:spPr>
          <a:xfrm>
            <a:off x="4076350" y="3426700"/>
            <a:ext cx="38433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First-year revenue of the project</a:t>
            </a:r>
            <a:endParaRPr/>
          </a:p>
        </p:txBody>
      </p:sp>
      <p:pic>
        <p:nvPicPr>
          <p:cNvPr id="421" name="Google Shape;421;p39"/>
          <p:cNvPicPr preferRelativeResize="0"/>
          <p:nvPr/>
        </p:nvPicPr>
        <p:blipFill>
          <a:blip r:embed="rId3">
            <a:alphaModFix/>
          </a:blip>
          <a:stretch>
            <a:fillRect/>
          </a:stretch>
        </p:blipFill>
        <p:spPr>
          <a:xfrm flipH="1">
            <a:off x="10" y="0"/>
            <a:ext cx="3405191" cy="5143500"/>
          </a:xfrm>
          <a:prstGeom prst="rect">
            <a:avLst/>
          </a:prstGeom>
          <a:noFill/>
          <a:ln>
            <a:noFill/>
          </a:ln>
        </p:spPr>
      </p:pic>
      <p:grpSp>
        <p:nvGrpSpPr>
          <p:cNvPr id="422" name="Google Shape;422;p39"/>
          <p:cNvGrpSpPr/>
          <p:nvPr/>
        </p:nvGrpSpPr>
        <p:grpSpPr>
          <a:xfrm flipH="1">
            <a:off x="4821451" y="-1610442"/>
            <a:ext cx="4574075" cy="3479350"/>
            <a:chOff x="1522650" y="1117750"/>
            <a:chExt cx="4574075" cy="3479350"/>
          </a:xfrm>
        </p:grpSpPr>
        <p:sp>
          <p:nvSpPr>
            <p:cNvPr id="423" name="Google Shape;423;p39"/>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9"/>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Project data</a:t>
            </a:r>
            <a:endParaRPr/>
          </a:p>
        </p:txBody>
      </p:sp>
      <p:sp>
        <p:nvSpPr>
          <p:cNvPr id="430" name="Google Shape;430;p40"/>
          <p:cNvSpPr txBox="1">
            <a:spLocks noGrp="1"/>
          </p:cNvSpPr>
          <p:nvPr>
            <p:ph type="title" idx="4294967295"/>
          </p:nvPr>
        </p:nvSpPr>
        <p:spPr>
          <a:xfrm>
            <a:off x="5879413" y="1500563"/>
            <a:ext cx="1673100" cy="817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Benefits of using graphs</a:t>
            </a:r>
            <a:endParaRPr sz="1800"/>
          </a:p>
        </p:txBody>
      </p:sp>
      <p:sp>
        <p:nvSpPr>
          <p:cNvPr id="431" name="Google Shape;431;p40"/>
          <p:cNvSpPr txBox="1">
            <a:spLocks noGrp="1"/>
          </p:cNvSpPr>
          <p:nvPr>
            <p:ph type="subTitle" idx="4294967295"/>
          </p:nvPr>
        </p:nvSpPr>
        <p:spPr>
          <a:xfrm>
            <a:off x="5879413" y="2259863"/>
            <a:ext cx="2359200" cy="16821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t>Graphs in project proposals offer visual organization, enabling clear presentation of information in a structured format. They enhance the visual appeal, facilitate data comparison and improve overall clarity and professionalism of your project proposal</a:t>
            </a:r>
            <a:endParaRPr/>
          </a:p>
        </p:txBody>
      </p:sp>
      <p:pic>
        <p:nvPicPr>
          <p:cNvPr id="432" name="Google Shape;432;p40" title="Chart">
            <a:hlinkClick r:id="rId3"/>
          </p:cNvPr>
          <p:cNvPicPr preferRelativeResize="0"/>
          <p:nvPr/>
        </p:nvPicPr>
        <p:blipFill>
          <a:blip r:embed="rId4">
            <a:alphaModFix/>
          </a:blip>
          <a:stretch>
            <a:fillRect/>
          </a:stretch>
        </p:blipFill>
        <p:spPr>
          <a:xfrm>
            <a:off x="905388" y="1321362"/>
            <a:ext cx="4524573" cy="2799824"/>
          </a:xfrm>
          <a:prstGeom prst="rect">
            <a:avLst/>
          </a:prstGeom>
          <a:noFill/>
          <a:ln>
            <a:noFill/>
          </a:ln>
        </p:spPr>
      </p:pic>
      <p:sp>
        <p:nvSpPr>
          <p:cNvPr id="433" name="Google Shape;433;p40"/>
          <p:cNvSpPr txBox="1"/>
          <p:nvPr/>
        </p:nvSpPr>
        <p:spPr>
          <a:xfrm>
            <a:off x="981900" y="4350500"/>
            <a:ext cx="7180200" cy="253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Cairo"/>
                <a:ea typeface="Cairo"/>
                <a:cs typeface="Cairo"/>
                <a:sym typeface="Cairo"/>
              </a:rPr>
              <a:t>Follow the link in the graph to modify its data and then paste the new one here. </a:t>
            </a:r>
            <a:r>
              <a:rPr lang="en" sz="1000">
                <a:solidFill>
                  <a:schemeClr val="dk1"/>
                </a:solidFill>
                <a:uFill>
                  <a:noFill/>
                </a:uFill>
                <a:latin typeface="Cairo"/>
                <a:ea typeface="Cairo"/>
                <a:cs typeface="Cairo"/>
                <a:sym typeface="Cairo"/>
                <a:hlinkClick r:id="rId5">
                  <a:extLst>
                    <a:ext uri="{A12FA001-AC4F-418D-AE19-62706E023703}">
                      <ahyp:hlinkClr xmlns:ahyp="http://schemas.microsoft.com/office/drawing/2018/hyperlinkcolor" val="tx"/>
                    </a:ext>
                  </a:extLst>
                </a:hlinkClick>
              </a:rPr>
              <a:t>For more info, click </a:t>
            </a:r>
            <a:r>
              <a:rPr lang="en" sz="1000" b="1" u="sng">
                <a:solidFill>
                  <a:schemeClr val="dk1"/>
                </a:solidFill>
                <a:latin typeface="Cairo"/>
                <a:ea typeface="Cairo"/>
                <a:cs typeface="Cairo"/>
                <a:sym typeface="Cairo"/>
                <a:hlinkClick r:id="rId5">
                  <a:extLst>
                    <a:ext uri="{A12FA001-AC4F-418D-AE19-62706E023703}">
                      <ahyp:hlinkClr xmlns:ahyp="http://schemas.microsoft.com/office/drawing/2018/hyperlinkcolor" val="tx"/>
                    </a:ext>
                  </a:extLst>
                </a:hlinkClick>
              </a:rPr>
              <a:t>here</a:t>
            </a:r>
            <a:endParaRPr sz="1000" b="1" u="sng">
              <a:solidFill>
                <a:schemeClr val="dk1"/>
              </a:solidFill>
              <a:latin typeface="Cairo"/>
              <a:ea typeface="Cairo"/>
              <a:cs typeface="Cairo"/>
              <a:sym typeface="Cair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Project activities</a:t>
            </a:r>
            <a:endParaRPr/>
          </a:p>
        </p:txBody>
      </p:sp>
      <p:graphicFrame>
        <p:nvGraphicFramePr>
          <p:cNvPr id="439" name="Google Shape;439;p41"/>
          <p:cNvGraphicFramePr/>
          <p:nvPr/>
        </p:nvGraphicFramePr>
        <p:xfrm>
          <a:off x="798538" y="1250585"/>
          <a:ext cx="3000000" cy="3000000"/>
        </p:xfrm>
        <a:graphic>
          <a:graphicData uri="http://schemas.openxmlformats.org/drawingml/2006/table">
            <a:tbl>
              <a:tblPr>
                <a:noFill/>
                <a:tableStyleId>{DEA0FF39-183A-48A0-943C-5F7EB11CAE00}</a:tableStyleId>
              </a:tblPr>
              <a:tblGrid>
                <a:gridCol w="1335375">
                  <a:extLst>
                    <a:ext uri="{9D8B030D-6E8A-4147-A177-3AD203B41FA5}">
                      <a16:colId xmlns:a16="http://schemas.microsoft.com/office/drawing/2014/main" val="20000"/>
                    </a:ext>
                  </a:extLst>
                </a:gridCol>
                <a:gridCol w="1335375">
                  <a:extLst>
                    <a:ext uri="{9D8B030D-6E8A-4147-A177-3AD203B41FA5}">
                      <a16:colId xmlns:a16="http://schemas.microsoft.com/office/drawing/2014/main" val="20001"/>
                    </a:ext>
                  </a:extLst>
                </a:gridCol>
                <a:gridCol w="1335375">
                  <a:extLst>
                    <a:ext uri="{9D8B030D-6E8A-4147-A177-3AD203B41FA5}">
                      <a16:colId xmlns:a16="http://schemas.microsoft.com/office/drawing/2014/main" val="20002"/>
                    </a:ext>
                  </a:extLst>
                </a:gridCol>
                <a:gridCol w="1335375">
                  <a:extLst>
                    <a:ext uri="{9D8B030D-6E8A-4147-A177-3AD203B41FA5}">
                      <a16:colId xmlns:a16="http://schemas.microsoft.com/office/drawing/2014/main" val="20003"/>
                    </a:ext>
                  </a:extLst>
                </a:gridCol>
                <a:gridCol w="982925">
                  <a:extLst>
                    <a:ext uri="{9D8B030D-6E8A-4147-A177-3AD203B41FA5}">
                      <a16:colId xmlns:a16="http://schemas.microsoft.com/office/drawing/2014/main" val="20004"/>
                    </a:ext>
                  </a:extLst>
                </a:gridCol>
                <a:gridCol w="1222475">
                  <a:extLst>
                    <a:ext uri="{9D8B030D-6E8A-4147-A177-3AD203B41FA5}">
                      <a16:colId xmlns:a16="http://schemas.microsoft.com/office/drawing/2014/main" val="20005"/>
                    </a:ext>
                  </a:extLst>
                </a:gridCol>
              </a:tblGrid>
              <a:tr h="444850">
                <a:tc>
                  <a:txBody>
                    <a:bodyPr/>
                    <a:lstStyle/>
                    <a:p>
                      <a:pPr marL="0" lvl="0" indent="0" algn="ctr" rtl="0">
                        <a:spcBef>
                          <a:spcPts val="0"/>
                        </a:spcBef>
                        <a:spcAft>
                          <a:spcPts val="0"/>
                        </a:spcAft>
                        <a:buNone/>
                      </a:pPr>
                      <a:r>
                        <a:rPr lang="en" sz="1800">
                          <a:solidFill>
                            <a:schemeClr val="dk1"/>
                          </a:solidFill>
                          <a:latin typeface="Space Grotesk Medium"/>
                          <a:ea typeface="Space Grotesk Medium"/>
                          <a:cs typeface="Space Grotesk Medium"/>
                          <a:sym typeface="Space Grotesk Medium"/>
                        </a:rPr>
                        <a:t>Activity</a:t>
                      </a:r>
                      <a:endParaRPr sz="1800">
                        <a:solidFill>
                          <a:schemeClr val="dk1"/>
                        </a:solidFill>
                        <a:latin typeface="Space Grotesk Medium"/>
                        <a:ea typeface="Space Grotesk Medium"/>
                        <a:cs typeface="Space Grotesk Medium"/>
                        <a:sym typeface="Space Grotesk Medium"/>
                      </a:endParaRPr>
                    </a:p>
                  </a:txBody>
                  <a:tcPr marL="91425" marR="91425" marT="68575" marB="6857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800">
                          <a:solidFill>
                            <a:schemeClr val="dk1"/>
                          </a:solidFill>
                          <a:latin typeface="Space Grotesk Medium"/>
                          <a:ea typeface="Space Grotesk Medium"/>
                          <a:cs typeface="Space Grotesk Medium"/>
                          <a:sym typeface="Space Grotesk Medium"/>
                        </a:rPr>
                        <a:t>Start date</a:t>
                      </a:r>
                      <a:endParaRPr sz="1800">
                        <a:solidFill>
                          <a:schemeClr val="dk1"/>
                        </a:solidFill>
                        <a:latin typeface="Space Grotesk Medium"/>
                        <a:ea typeface="Space Grotesk Medium"/>
                        <a:cs typeface="Space Grotesk Medium"/>
                        <a:sym typeface="Space Grotesk Medium"/>
                      </a:endParaRPr>
                    </a:p>
                  </a:txBody>
                  <a:tcPr marL="91425" marR="91425" marT="68575" marB="6857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800">
                          <a:solidFill>
                            <a:schemeClr val="dk1"/>
                          </a:solidFill>
                          <a:latin typeface="Space Grotesk Medium"/>
                          <a:ea typeface="Space Grotesk Medium"/>
                          <a:cs typeface="Space Grotesk Medium"/>
                          <a:sym typeface="Space Grotesk Medium"/>
                        </a:rPr>
                        <a:t>End date</a:t>
                      </a:r>
                      <a:endParaRPr sz="1800">
                        <a:solidFill>
                          <a:schemeClr val="dk1"/>
                        </a:solidFill>
                        <a:latin typeface="Space Grotesk Medium"/>
                        <a:ea typeface="Space Grotesk Medium"/>
                        <a:cs typeface="Space Grotesk Medium"/>
                        <a:sym typeface="Space Grotesk Medium"/>
                      </a:endParaRPr>
                    </a:p>
                  </a:txBody>
                  <a:tcPr marL="91425" marR="91425" marT="68575" marB="6857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r>
                        <a:rPr lang="en" sz="1800">
                          <a:solidFill>
                            <a:schemeClr val="dk1"/>
                          </a:solidFill>
                          <a:latin typeface="Space Grotesk Medium"/>
                          <a:ea typeface="Space Grotesk Medium"/>
                          <a:cs typeface="Space Grotesk Medium"/>
                          <a:sym typeface="Space Grotesk Medium"/>
                        </a:rPr>
                        <a:t>Resource</a:t>
                      </a:r>
                      <a:endParaRPr sz="1800">
                        <a:solidFill>
                          <a:schemeClr val="dk1"/>
                        </a:solidFill>
                        <a:latin typeface="Space Grotesk Medium"/>
                        <a:ea typeface="Space Grotesk Medium"/>
                        <a:cs typeface="Space Grotesk Medium"/>
                        <a:sym typeface="Space Grotesk Medium"/>
                      </a:endParaRPr>
                    </a:p>
                  </a:txBody>
                  <a:tcPr marL="91425" marR="91425" marT="68575" marB="6857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800">
                          <a:solidFill>
                            <a:schemeClr val="dk1"/>
                          </a:solidFill>
                          <a:latin typeface="Space Grotesk Medium"/>
                          <a:ea typeface="Space Grotesk Medium"/>
                          <a:cs typeface="Space Grotesk Medium"/>
                          <a:sym typeface="Space Grotesk Medium"/>
                        </a:rPr>
                        <a:t>Cost</a:t>
                      </a:r>
                      <a:endParaRPr sz="1800">
                        <a:solidFill>
                          <a:schemeClr val="dk1"/>
                        </a:solidFill>
                        <a:latin typeface="Space Grotesk Medium"/>
                        <a:ea typeface="Space Grotesk Medium"/>
                        <a:cs typeface="Space Grotesk Medium"/>
                        <a:sym typeface="Space Grotesk Medium"/>
                      </a:endParaRPr>
                    </a:p>
                  </a:txBody>
                  <a:tcPr marL="91425" marR="91425" marT="68575" marB="6857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800">
                          <a:solidFill>
                            <a:schemeClr val="dk1"/>
                          </a:solidFill>
                          <a:latin typeface="Space Grotesk Medium"/>
                          <a:ea typeface="Space Grotesk Medium"/>
                          <a:cs typeface="Space Grotesk Medium"/>
                          <a:sym typeface="Space Grotesk Medium"/>
                        </a:rPr>
                        <a:t>Revenue</a:t>
                      </a:r>
                      <a:endParaRPr sz="1800">
                        <a:solidFill>
                          <a:schemeClr val="dk1"/>
                        </a:solidFill>
                        <a:latin typeface="Space Grotesk Medium"/>
                        <a:ea typeface="Space Grotesk Medium"/>
                        <a:cs typeface="Space Grotesk Medium"/>
                        <a:sym typeface="Space Grotesk Medium"/>
                      </a:endParaRPr>
                    </a:p>
                  </a:txBody>
                  <a:tcPr marL="91425" marR="91425" marT="68575" marB="6857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460400">
                <a:tc>
                  <a:txBody>
                    <a:bodyPr/>
                    <a:lstStyle/>
                    <a:p>
                      <a:pPr marL="0" lvl="0" indent="0" algn="l" rtl="0">
                        <a:spcBef>
                          <a:spcPts val="0"/>
                        </a:spcBef>
                        <a:spcAft>
                          <a:spcPts val="0"/>
                        </a:spcAft>
                        <a:buNone/>
                      </a:pPr>
                      <a:r>
                        <a:rPr lang="en" sz="1200" b="1">
                          <a:solidFill>
                            <a:schemeClr val="dk1"/>
                          </a:solidFill>
                          <a:latin typeface="Cairo"/>
                          <a:ea typeface="Cairo"/>
                          <a:cs typeface="Cairo"/>
                          <a:sym typeface="Cairo"/>
                        </a:rPr>
                        <a:t>Market research</a:t>
                      </a:r>
                      <a:endParaRPr sz="1200" b="1">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1/1/20XX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1/15/20XX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Market</a:t>
                      </a:r>
                      <a:endParaRPr sz="1200">
                        <a:solidFill>
                          <a:schemeClr val="dk1"/>
                        </a:solidFill>
                        <a:latin typeface="Cairo"/>
                        <a:ea typeface="Cairo"/>
                        <a:cs typeface="Cairo"/>
                        <a:sym typeface="Cairo"/>
                      </a:endParaRPr>
                    </a:p>
                    <a:p>
                      <a:pPr marL="0" lvl="0" indent="0" algn="l" rtl="0">
                        <a:spcBef>
                          <a:spcPts val="0"/>
                        </a:spcBef>
                        <a:spcAft>
                          <a:spcPts val="0"/>
                        </a:spcAft>
                        <a:buNone/>
                      </a:pPr>
                      <a:r>
                        <a:rPr lang="en" sz="1200">
                          <a:solidFill>
                            <a:schemeClr val="dk1"/>
                          </a:solidFill>
                          <a:latin typeface="Cairo"/>
                          <a:ea typeface="Cairo"/>
                          <a:cs typeface="Cairo"/>
                          <a:sym typeface="Cairo"/>
                        </a:rPr>
                        <a:t>research firm</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$20,000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460400">
                <a:tc>
                  <a:txBody>
                    <a:bodyPr/>
                    <a:lstStyle/>
                    <a:p>
                      <a:pPr marL="0" lvl="0" indent="0" algn="l" rtl="0">
                        <a:spcBef>
                          <a:spcPts val="0"/>
                        </a:spcBef>
                        <a:spcAft>
                          <a:spcPts val="0"/>
                        </a:spcAft>
                        <a:buNone/>
                      </a:pPr>
                      <a:r>
                        <a:rPr lang="en" sz="1200" b="1">
                          <a:solidFill>
                            <a:schemeClr val="dk1"/>
                          </a:solidFill>
                          <a:latin typeface="Cairo"/>
                          <a:ea typeface="Cairo"/>
                          <a:cs typeface="Cairo"/>
                          <a:sym typeface="Cairo"/>
                        </a:rPr>
                        <a:t>Product development</a:t>
                      </a:r>
                      <a:endParaRPr sz="1200" b="1">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1/16/20XX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6/30/20XX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R&amp;D team</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$200,000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451475">
                <a:tc>
                  <a:txBody>
                    <a:bodyPr/>
                    <a:lstStyle/>
                    <a:p>
                      <a:pPr marL="0" lvl="0" indent="0" algn="l" rtl="0">
                        <a:spcBef>
                          <a:spcPts val="0"/>
                        </a:spcBef>
                        <a:spcAft>
                          <a:spcPts val="0"/>
                        </a:spcAft>
                        <a:buNone/>
                      </a:pPr>
                      <a:r>
                        <a:rPr lang="en" sz="1200" b="1">
                          <a:solidFill>
                            <a:schemeClr val="dk1"/>
                          </a:solidFill>
                          <a:latin typeface="Cairo"/>
                          <a:ea typeface="Cairo"/>
                          <a:cs typeface="Cairo"/>
                          <a:sym typeface="Cairo"/>
                        </a:rPr>
                        <a:t>Beta testing</a:t>
                      </a:r>
                      <a:endParaRPr sz="1200" b="1">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7/1/20XX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8/15/20XX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Beta testers</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460400">
                <a:tc>
                  <a:txBody>
                    <a:bodyPr/>
                    <a:lstStyle/>
                    <a:p>
                      <a:pPr marL="0" lvl="0" indent="0" algn="l" rtl="0">
                        <a:spcBef>
                          <a:spcPts val="0"/>
                        </a:spcBef>
                        <a:spcAft>
                          <a:spcPts val="0"/>
                        </a:spcAft>
                        <a:buNone/>
                      </a:pPr>
                      <a:r>
                        <a:rPr lang="en" sz="1200" b="1">
                          <a:solidFill>
                            <a:schemeClr val="dk1"/>
                          </a:solidFill>
                          <a:latin typeface="Cairo"/>
                          <a:ea typeface="Cairo"/>
                          <a:cs typeface="Cairo"/>
                          <a:sym typeface="Cairo"/>
                        </a:rPr>
                        <a:t>Marketing campaign</a:t>
                      </a:r>
                      <a:endParaRPr sz="1200" b="1">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1/1/20XX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1/15/20XX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Advertising agency</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$100,000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460400">
                <a:tc>
                  <a:txBody>
                    <a:bodyPr/>
                    <a:lstStyle/>
                    <a:p>
                      <a:pPr marL="0" lvl="0" indent="0" algn="l" rtl="0">
                        <a:spcBef>
                          <a:spcPts val="0"/>
                        </a:spcBef>
                        <a:spcAft>
                          <a:spcPts val="0"/>
                        </a:spcAft>
                        <a:buNone/>
                      </a:pPr>
                      <a:r>
                        <a:rPr lang="en" sz="1200" b="1">
                          <a:solidFill>
                            <a:schemeClr val="dk1"/>
                          </a:solidFill>
                          <a:latin typeface="Cairo"/>
                          <a:ea typeface="Cairo"/>
                          <a:cs typeface="Cairo"/>
                          <a:sym typeface="Cairo"/>
                        </a:rPr>
                        <a:t>Product launch</a:t>
                      </a:r>
                      <a:endParaRPr sz="1200" b="1">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1/16/20XX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6/30/20XX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Sales team</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$50,000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$500,000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460400">
                <a:tc>
                  <a:txBody>
                    <a:bodyPr/>
                    <a:lstStyle/>
                    <a:p>
                      <a:pPr marL="0" lvl="0" indent="0" algn="l" rtl="0">
                        <a:spcBef>
                          <a:spcPts val="0"/>
                        </a:spcBef>
                        <a:spcAft>
                          <a:spcPts val="0"/>
                        </a:spcAft>
                        <a:buNone/>
                      </a:pPr>
                      <a:r>
                        <a:rPr lang="en" sz="1200" b="1">
                          <a:solidFill>
                            <a:schemeClr val="dk1"/>
                          </a:solidFill>
                          <a:latin typeface="Cairo"/>
                          <a:ea typeface="Cairo"/>
                          <a:cs typeface="Cairo"/>
                          <a:sym typeface="Cairo"/>
                        </a:rPr>
                        <a:t>Post-launch support</a:t>
                      </a:r>
                      <a:endParaRPr sz="1200" b="1">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7/1/20XX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8/15/20XX</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Support team</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$50,000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$800,000</a:t>
                      </a:r>
                      <a:endParaRPr sz="1200">
                        <a:solidFill>
                          <a:schemeClr val="dk1"/>
                        </a:solidFill>
                        <a:latin typeface="Cairo"/>
                        <a:ea typeface="Cairo"/>
                        <a:cs typeface="Cairo"/>
                        <a:sym typeface="Cairo"/>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2"/>
          <p:cNvSpPr txBox="1">
            <a:spLocks noGrp="1"/>
          </p:cNvSpPr>
          <p:nvPr>
            <p:ph type="title"/>
          </p:nvPr>
        </p:nvSpPr>
        <p:spPr>
          <a:xfrm>
            <a:off x="3889175" y="1000050"/>
            <a:ext cx="3205500" cy="105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to show in a mockup</a:t>
            </a:r>
            <a:endParaRPr/>
          </a:p>
        </p:txBody>
      </p:sp>
      <p:sp>
        <p:nvSpPr>
          <p:cNvPr id="445" name="Google Shape;445;p42"/>
          <p:cNvSpPr txBox="1">
            <a:spLocks noGrp="1"/>
          </p:cNvSpPr>
          <p:nvPr>
            <p:ph type="subTitle" idx="1"/>
          </p:nvPr>
        </p:nvSpPr>
        <p:spPr>
          <a:xfrm>
            <a:off x="3889175" y="2131950"/>
            <a:ext cx="4185300" cy="20115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AutoNum type="arabicPeriod"/>
            </a:pPr>
            <a:r>
              <a:rPr lang="en"/>
              <a:t>Product/website description: A brief overview of the product/website, including its key features, dimensions, and materials used</a:t>
            </a:r>
            <a:endParaRPr/>
          </a:p>
          <a:p>
            <a:pPr marL="457200" lvl="0" indent="-304800" algn="l" rtl="0">
              <a:spcBef>
                <a:spcPts val="0"/>
              </a:spcBef>
              <a:spcAft>
                <a:spcPts val="0"/>
              </a:spcAft>
              <a:buSzPts val="1200"/>
              <a:buAutoNum type="arabicPeriod"/>
            </a:pPr>
            <a:r>
              <a:rPr lang="en"/>
              <a:t>Features and benefits: A detailed explanation of the product's/website's features and how they will benefit the user</a:t>
            </a:r>
            <a:endParaRPr/>
          </a:p>
          <a:p>
            <a:pPr marL="457200" lvl="0" indent="-304800" algn="l" rtl="0">
              <a:spcBef>
                <a:spcPts val="0"/>
              </a:spcBef>
              <a:spcAft>
                <a:spcPts val="0"/>
              </a:spcAft>
              <a:buSzPts val="1200"/>
              <a:buAutoNum type="arabicPeriod"/>
            </a:pPr>
            <a:r>
              <a:rPr lang="en"/>
              <a:t>Technical specifications: A list of the product's/website's technical specifications, such as dimensions, weight, power requirements, connectivity options and hosting platform</a:t>
            </a:r>
            <a:endParaRPr/>
          </a:p>
        </p:txBody>
      </p:sp>
      <p:sp>
        <p:nvSpPr>
          <p:cNvPr id="446" name="Google Shape;446;p42"/>
          <p:cNvSpPr/>
          <p:nvPr/>
        </p:nvSpPr>
        <p:spPr>
          <a:xfrm>
            <a:off x="1608529" y="891931"/>
            <a:ext cx="1664618" cy="3176204"/>
          </a:xfrm>
          <a:custGeom>
            <a:avLst/>
            <a:gdLst/>
            <a:ahLst/>
            <a:cxnLst/>
            <a:rect l="l" t="t" r="r" b="b"/>
            <a:pathLst>
              <a:path w="84552" h="161331" extrusionOk="0">
                <a:moveTo>
                  <a:pt x="1" y="1"/>
                </a:moveTo>
                <a:lnTo>
                  <a:pt x="1" y="161331"/>
                </a:lnTo>
                <a:lnTo>
                  <a:pt x="84551" y="161331"/>
                </a:lnTo>
                <a:lnTo>
                  <a:pt x="84551" y="1"/>
                </a:lnTo>
                <a:close/>
              </a:path>
            </a:pathLst>
          </a:custGeom>
          <a:solidFill>
            <a:srgbClr val="9090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7" name="Google Shape;447;p42"/>
          <p:cNvGrpSpPr/>
          <p:nvPr/>
        </p:nvGrpSpPr>
        <p:grpSpPr>
          <a:xfrm>
            <a:off x="1523351" y="709411"/>
            <a:ext cx="1834973" cy="3724678"/>
            <a:chOff x="5186401" y="494525"/>
            <a:chExt cx="1834973" cy="3724678"/>
          </a:xfrm>
        </p:grpSpPr>
        <p:sp>
          <p:nvSpPr>
            <p:cNvPr id="448" name="Google Shape;448;p42"/>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42"/>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450" name="Google Shape;450;p42"/>
          <p:cNvPicPr preferRelativeResize="0"/>
          <p:nvPr/>
        </p:nvPicPr>
        <p:blipFill rotWithShape="1">
          <a:blip r:embed="rId3">
            <a:alphaModFix/>
          </a:blip>
          <a:srcRect l="990" r="990"/>
          <a:stretch/>
        </p:blipFill>
        <p:spPr>
          <a:xfrm>
            <a:off x="1608538" y="891935"/>
            <a:ext cx="1664599" cy="3176198"/>
          </a:xfrm>
          <a:prstGeom prst="rect">
            <a:avLst/>
          </a:prstGeom>
          <a:noFill/>
          <a:ln>
            <a:noFill/>
          </a:ln>
        </p:spPr>
      </p:pic>
      <p:pic>
        <p:nvPicPr>
          <p:cNvPr id="451" name="Google Shape;451;p42"/>
          <p:cNvPicPr preferRelativeResize="0"/>
          <p:nvPr/>
        </p:nvPicPr>
        <p:blipFill rotWithShape="1">
          <a:blip r:embed="rId4">
            <a:alphaModFix/>
          </a:blip>
          <a:srcRect l="4813" r="12199"/>
          <a:stretch/>
        </p:blipFill>
        <p:spPr>
          <a:xfrm>
            <a:off x="1608550" y="891925"/>
            <a:ext cx="1664575" cy="317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Project timeline</a:t>
            </a:r>
            <a:endParaRPr/>
          </a:p>
        </p:txBody>
      </p:sp>
      <p:sp>
        <p:nvSpPr>
          <p:cNvPr id="457" name="Google Shape;457;p43"/>
          <p:cNvSpPr/>
          <p:nvPr/>
        </p:nvSpPr>
        <p:spPr>
          <a:xfrm>
            <a:off x="1652300" y="1361700"/>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43"/>
          <p:cNvSpPr/>
          <p:nvPr/>
        </p:nvSpPr>
        <p:spPr>
          <a:xfrm>
            <a:off x="3540000" y="1361700"/>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43"/>
          <p:cNvSpPr/>
          <p:nvPr/>
        </p:nvSpPr>
        <p:spPr>
          <a:xfrm>
            <a:off x="5427700" y="1361700"/>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43"/>
          <p:cNvSpPr/>
          <p:nvPr/>
        </p:nvSpPr>
        <p:spPr>
          <a:xfrm>
            <a:off x="7315400" y="1361700"/>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43"/>
          <p:cNvSpPr txBox="1"/>
          <p:nvPr/>
        </p:nvSpPr>
        <p:spPr>
          <a:xfrm flipH="1">
            <a:off x="834300" y="1786375"/>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Conduct market research and analyze the target audience to identify opportunities</a:t>
            </a:r>
            <a:endParaRPr sz="1200">
              <a:solidFill>
                <a:schemeClr val="dk1"/>
              </a:solidFill>
              <a:latin typeface="Cairo"/>
              <a:ea typeface="Cairo"/>
              <a:cs typeface="Cairo"/>
              <a:sym typeface="Cairo"/>
            </a:endParaRPr>
          </a:p>
        </p:txBody>
      </p:sp>
      <p:sp>
        <p:nvSpPr>
          <p:cNvPr id="462" name="Google Shape;462;p43"/>
          <p:cNvSpPr txBox="1"/>
          <p:nvPr/>
        </p:nvSpPr>
        <p:spPr>
          <a:xfrm flipH="1">
            <a:off x="2722000" y="1786375"/>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Create the product or service by defining features, design, and functionality</a:t>
            </a:r>
            <a:endParaRPr sz="1200">
              <a:solidFill>
                <a:schemeClr val="dk1"/>
              </a:solidFill>
              <a:latin typeface="Cairo"/>
              <a:ea typeface="Cairo"/>
              <a:cs typeface="Cairo"/>
              <a:sym typeface="Cairo"/>
            </a:endParaRPr>
          </a:p>
        </p:txBody>
      </p:sp>
      <p:sp>
        <p:nvSpPr>
          <p:cNvPr id="463" name="Google Shape;463;p43"/>
          <p:cNvSpPr txBox="1"/>
          <p:nvPr/>
        </p:nvSpPr>
        <p:spPr>
          <a:xfrm flipH="1">
            <a:off x="4609700" y="1786375"/>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Test the product with a group of users to receive feedback and improve the product</a:t>
            </a:r>
            <a:endParaRPr sz="1200">
              <a:solidFill>
                <a:schemeClr val="dk1"/>
              </a:solidFill>
              <a:latin typeface="Cairo"/>
              <a:ea typeface="Cairo"/>
              <a:cs typeface="Cairo"/>
              <a:sym typeface="Cairo"/>
            </a:endParaRPr>
          </a:p>
        </p:txBody>
      </p:sp>
      <p:sp>
        <p:nvSpPr>
          <p:cNvPr id="464" name="Google Shape;464;p43"/>
          <p:cNvSpPr txBox="1"/>
          <p:nvPr/>
        </p:nvSpPr>
        <p:spPr>
          <a:xfrm flipH="1">
            <a:off x="6497400" y="1786375"/>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Execute a marketing campaign to promote the product to the target audience</a:t>
            </a:r>
            <a:endParaRPr sz="1200">
              <a:solidFill>
                <a:schemeClr val="dk1"/>
              </a:solidFill>
              <a:latin typeface="Cairo"/>
              <a:ea typeface="Cairo"/>
              <a:cs typeface="Cairo"/>
              <a:sym typeface="Cairo"/>
            </a:endParaRPr>
          </a:p>
        </p:txBody>
      </p:sp>
      <p:cxnSp>
        <p:nvCxnSpPr>
          <p:cNvPr id="465" name="Google Shape;465;p43"/>
          <p:cNvCxnSpPr>
            <a:stCxn id="457" idx="6"/>
            <a:endCxn id="458" idx="2"/>
          </p:cNvCxnSpPr>
          <p:nvPr/>
        </p:nvCxnSpPr>
        <p:spPr>
          <a:xfrm>
            <a:off x="1828700" y="1449900"/>
            <a:ext cx="1711200" cy="0"/>
          </a:xfrm>
          <a:prstGeom prst="straightConnector1">
            <a:avLst/>
          </a:prstGeom>
          <a:noFill/>
          <a:ln w="9525" cap="flat" cmpd="sng">
            <a:solidFill>
              <a:schemeClr val="dk1"/>
            </a:solidFill>
            <a:prstDash val="solid"/>
            <a:round/>
            <a:headEnd type="none" w="med" len="med"/>
            <a:tailEnd type="none" w="med" len="med"/>
          </a:ln>
        </p:spPr>
      </p:cxnSp>
      <p:cxnSp>
        <p:nvCxnSpPr>
          <p:cNvPr id="466" name="Google Shape;466;p43"/>
          <p:cNvCxnSpPr>
            <a:stCxn id="458" idx="6"/>
            <a:endCxn id="459" idx="2"/>
          </p:cNvCxnSpPr>
          <p:nvPr/>
        </p:nvCxnSpPr>
        <p:spPr>
          <a:xfrm>
            <a:off x="3716400" y="1449900"/>
            <a:ext cx="1711200" cy="0"/>
          </a:xfrm>
          <a:prstGeom prst="straightConnector1">
            <a:avLst/>
          </a:prstGeom>
          <a:noFill/>
          <a:ln w="9525" cap="flat" cmpd="sng">
            <a:solidFill>
              <a:schemeClr val="dk1"/>
            </a:solidFill>
            <a:prstDash val="solid"/>
            <a:round/>
            <a:headEnd type="none" w="med" len="med"/>
            <a:tailEnd type="none" w="med" len="med"/>
          </a:ln>
        </p:spPr>
      </p:cxnSp>
      <p:cxnSp>
        <p:nvCxnSpPr>
          <p:cNvPr id="467" name="Google Shape;467;p43"/>
          <p:cNvCxnSpPr>
            <a:stCxn id="459" idx="6"/>
            <a:endCxn id="460" idx="2"/>
          </p:cNvCxnSpPr>
          <p:nvPr/>
        </p:nvCxnSpPr>
        <p:spPr>
          <a:xfrm>
            <a:off x="5604100" y="1449900"/>
            <a:ext cx="1711200" cy="0"/>
          </a:xfrm>
          <a:prstGeom prst="straightConnector1">
            <a:avLst/>
          </a:prstGeom>
          <a:noFill/>
          <a:ln w="9525" cap="flat" cmpd="sng">
            <a:solidFill>
              <a:schemeClr val="dk1"/>
            </a:solidFill>
            <a:prstDash val="solid"/>
            <a:round/>
            <a:headEnd type="none" w="med" len="med"/>
            <a:tailEnd type="none" w="med" len="med"/>
          </a:ln>
        </p:spPr>
      </p:cxnSp>
      <p:cxnSp>
        <p:nvCxnSpPr>
          <p:cNvPr id="468" name="Google Shape;468;p43"/>
          <p:cNvCxnSpPr>
            <a:stCxn id="457" idx="4"/>
            <a:endCxn id="461" idx="0"/>
          </p:cNvCxnSpPr>
          <p:nvPr/>
        </p:nvCxnSpPr>
        <p:spPr>
          <a:xfrm>
            <a:off x="1740500" y="1538100"/>
            <a:ext cx="0" cy="248400"/>
          </a:xfrm>
          <a:prstGeom prst="straightConnector1">
            <a:avLst/>
          </a:prstGeom>
          <a:noFill/>
          <a:ln w="9525" cap="flat" cmpd="sng">
            <a:solidFill>
              <a:schemeClr val="dk1"/>
            </a:solidFill>
            <a:prstDash val="solid"/>
            <a:round/>
            <a:headEnd type="none" w="med" len="med"/>
            <a:tailEnd type="none" w="med" len="med"/>
          </a:ln>
        </p:spPr>
      </p:cxnSp>
      <p:cxnSp>
        <p:nvCxnSpPr>
          <p:cNvPr id="469" name="Google Shape;469;p43"/>
          <p:cNvCxnSpPr>
            <a:stCxn id="458" idx="4"/>
            <a:endCxn id="462" idx="0"/>
          </p:cNvCxnSpPr>
          <p:nvPr/>
        </p:nvCxnSpPr>
        <p:spPr>
          <a:xfrm>
            <a:off x="3628200" y="1538100"/>
            <a:ext cx="0" cy="248400"/>
          </a:xfrm>
          <a:prstGeom prst="straightConnector1">
            <a:avLst/>
          </a:prstGeom>
          <a:noFill/>
          <a:ln w="9525" cap="flat" cmpd="sng">
            <a:solidFill>
              <a:schemeClr val="dk1"/>
            </a:solidFill>
            <a:prstDash val="solid"/>
            <a:round/>
            <a:headEnd type="none" w="med" len="med"/>
            <a:tailEnd type="none" w="med" len="med"/>
          </a:ln>
        </p:spPr>
      </p:cxnSp>
      <p:cxnSp>
        <p:nvCxnSpPr>
          <p:cNvPr id="470" name="Google Shape;470;p43"/>
          <p:cNvCxnSpPr>
            <a:stCxn id="459" idx="4"/>
            <a:endCxn id="463" idx="0"/>
          </p:cNvCxnSpPr>
          <p:nvPr/>
        </p:nvCxnSpPr>
        <p:spPr>
          <a:xfrm>
            <a:off x="5515900" y="1538100"/>
            <a:ext cx="0" cy="248400"/>
          </a:xfrm>
          <a:prstGeom prst="straightConnector1">
            <a:avLst/>
          </a:prstGeom>
          <a:noFill/>
          <a:ln w="9525" cap="flat" cmpd="sng">
            <a:solidFill>
              <a:schemeClr val="dk1"/>
            </a:solidFill>
            <a:prstDash val="solid"/>
            <a:round/>
            <a:headEnd type="none" w="med" len="med"/>
            <a:tailEnd type="none" w="med" len="med"/>
          </a:ln>
        </p:spPr>
      </p:cxnSp>
      <p:cxnSp>
        <p:nvCxnSpPr>
          <p:cNvPr id="471" name="Google Shape;471;p43"/>
          <p:cNvCxnSpPr>
            <a:stCxn id="460" idx="4"/>
            <a:endCxn id="464" idx="0"/>
          </p:cNvCxnSpPr>
          <p:nvPr/>
        </p:nvCxnSpPr>
        <p:spPr>
          <a:xfrm>
            <a:off x="7403600" y="1538100"/>
            <a:ext cx="0" cy="248400"/>
          </a:xfrm>
          <a:prstGeom prst="straightConnector1">
            <a:avLst/>
          </a:prstGeom>
          <a:noFill/>
          <a:ln w="9525" cap="flat" cmpd="sng">
            <a:solidFill>
              <a:schemeClr val="dk1"/>
            </a:solidFill>
            <a:prstDash val="solid"/>
            <a:round/>
            <a:headEnd type="none" w="med" len="med"/>
            <a:tailEnd type="none" w="med" len="med"/>
          </a:ln>
        </p:spPr>
      </p:cxnSp>
      <p:sp>
        <p:nvSpPr>
          <p:cNvPr id="472" name="Google Shape;472;p43"/>
          <p:cNvSpPr/>
          <p:nvPr/>
        </p:nvSpPr>
        <p:spPr>
          <a:xfrm>
            <a:off x="1652300" y="3176925"/>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43"/>
          <p:cNvSpPr/>
          <p:nvPr/>
        </p:nvSpPr>
        <p:spPr>
          <a:xfrm>
            <a:off x="3540000" y="3176925"/>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43"/>
          <p:cNvSpPr/>
          <p:nvPr/>
        </p:nvSpPr>
        <p:spPr>
          <a:xfrm>
            <a:off x="5427700" y="3176925"/>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43"/>
          <p:cNvSpPr/>
          <p:nvPr/>
        </p:nvSpPr>
        <p:spPr>
          <a:xfrm>
            <a:off x="7315400" y="3176925"/>
            <a:ext cx="176400" cy="176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43"/>
          <p:cNvSpPr txBox="1"/>
          <p:nvPr/>
        </p:nvSpPr>
        <p:spPr>
          <a:xfrm flipH="1">
            <a:off x="834300" y="3601600"/>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Release the product or service to the market with a comprehensive launch plan</a:t>
            </a:r>
            <a:endParaRPr sz="1200">
              <a:solidFill>
                <a:schemeClr val="dk1"/>
              </a:solidFill>
              <a:latin typeface="Cairo"/>
              <a:ea typeface="Cairo"/>
              <a:cs typeface="Cairo"/>
              <a:sym typeface="Cairo"/>
            </a:endParaRPr>
          </a:p>
        </p:txBody>
      </p:sp>
      <p:sp>
        <p:nvSpPr>
          <p:cNvPr id="477" name="Google Shape;477;p43"/>
          <p:cNvSpPr txBox="1"/>
          <p:nvPr/>
        </p:nvSpPr>
        <p:spPr>
          <a:xfrm flipH="1">
            <a:off x="2722000" y="3601600"/>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Provide customer support to ensure customer satisfaction</a:t>
            </a:r>
            <a:endParaRPr sz="1200">
              <a:solidFill>
                <a:schemeClr val="dk1"/>
              </a:solidFill>
              <a:latin typeface="Cairo"/>
              <a:ea typeface="Cairo"/>
              <a:cs typeface="Cairo"/>
              <a:sym typeface="Cairo"/>
            </a:endParaRPr>
          </a:p>
        </p:txBody>
      </p:sp>
      <p:sp>
        <p:nvSpPr>
          <p:cNvPr id="478" name="Google Shape;478;p43"/>
          <p:cNvSpPr txBox="1"/>
          <p:nvPr/>
        </p:nvSpPr>
        <p:spPr>
          <a:xfrm flipH="1">
            <a:off x="4609700" y="3601600"/>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Explore opportunities for growth and expansion of the product or service</a:t>
            </a:r>
            <a:endParaRPr sz="1200">
              <a:solidFill>
                <a:schemeClr val="dk1"/>
              </a:solidFill>
              <a:latin typeface="Cairo"/>
              <a:ea typeface="Cairo"/>
              <a:cs typeface="Cairo"/>
              <a:sym typeface="Cairo"/>
            </a:endParaRPr>
          </a:p>
        </p:txBody>
      </p:sp>
      <p:sp>
        <p:nvSpPr>
          <p:cNvPr id="479" name="Google Shape;479;p43"/>
          <p:cNvSpPr txBox="1"/>
          <p:nvPr/>
        </p:nvSpPr>
        <p:spPr>
          <a:xfrm flipH="1">
            <a:off x="6497400" y="3601600"/>
            <a:ext cx="1812300" cy="85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Cairo"/>
                <a:ea typeface="Cairo"/>
                <a:cs typeface="Cairo"/>
                <a:sym typeface="Cairo"/>
              </a:rPr>
              <a:t>Continuously improve the product based on customer feedback and market trends</a:t>
            </a:r>
            <a:endParaRPr sz="1200">
              <a:solidFill>
                <a:schemeClr val="dk1"/>
              </a:solidFill>
              <a:latin typeface="Cairo"/>
              <a:ea typeface="Cairo"/>
              <a:cs typeface="Cairo"/>
              <a:sym typeface="Cairo"/>
            </a:endParaRPr>
          </a:p>
        </p:txBody>
      </p:sp>
      <p:cxnSp>
        <p:nvCxnSpPr>
          <p:cNvPr id="480" name="Google Shape;480;p43"/>
          <p:cNvCxnSpPr>
            <a:stCxn id="472" idx="6"/>
            <a:endCxn id="473" idx="2"/>
          </p:cNvCxnSpPr>
          <p:nvPr/>
        </p:nvCxnSpPr>
        <p:spPr>
          <a:xfrm>
            <a:off x="1828700" y="3265125"/>
            <a:ext cx="1711200" cy="0"/>
          </a:xfrm>
          <a:prstGeom prst="straightConnector1">
            <a:avLst/>
          </a:prstGeom>
          <a:noFill/>
          <a:ln w="9525" cap="flat" cmpd="sng">
            <a:solidFill>
              <a:schemeClr val="dk1"/>
            </a:solidFill>
            <a:prstDash val="solid"/>
            <a:round/>
            <a:headEnd type="none" w="med" len="med"/>
            <a:tailEnd type="none" w="med" len="med"/>
          </a:ln>
        </p:spPr>
      </p:cxnSp>
      <p:cxnSp>
        <p:nvCxnSpPr>
          <p:cNvPr id="481" name="Google Shape;481;p43"/>
          <p:cNvCxnSpPr>
            <a:stCxn id="473" idx="6"/>
            <a:endCxn id="474" idx="2"/>
          </p:cNvCxnSpPr>
          <p:nvPr/>
        </p:nvCxnSpPr>
        <p:spPr>
          <a:xfrm>
            <a:off x="3716400" y="3265125"/>
            <a:ext cx="1711200" cy="0"/>
          </a:xfrm>
          <a:prstGeom prst="straightConnector1">
            <a:avLst/>
          </a:prstGeom>
          <a:noFill/>
          <a:ln w="9525" cap="flat" cmpd="sng">
            <a:solidFill>
              <a:schemeClr val="dk1"/>
            </a:solidFill>
            <a:prstDash val="solid"/>
            <a:round/>
            <a:headEnd type="none" w="med" len="med"/>
            <a:tailEnd type="none" w="med" len="med"/>
          </a:ln>
        </p:spPr>
      </p:cxnSp>
      <p:cxnSp>
        <p:nvCxnSpPr>
          <p:cNvPr id="482" name="Google Shape;482;p43"/>
          <p:cNvCxnSpPr>
            <a:stCxn id="474" idx="6"/>
            <a:endCxn id="475" idx="2"/>
          </p:cNvCxnSpPr>
          <p:nvPr/>
        </p:nvCxnSpPr>
        <p:spPr>
          <a:xfrm>
            <a:off x="5604100" y="3265125"/>
            <a:ext cx="1711200" cy="0"/>
          </a:xfrm>
          <a:prstGeom prst="straightConnector1">
            <a:avLst/>
          </a:prstGeom>
          <a:noFill/>
          <a:ln w="9525" cap="flat" cmpd="sng">
            <a:solidFill>
              <a:schemeClr val="dk1"/>
            </a:solidFill>
            <a:prstDash val="solid"/>
            <a:round/>
            <a:headEnd type="none" w="med" len="med"/>
            <a:tailEnd type="none" w="med" len="med"/>
          </a:ln>
        </p:spPr>
      </p:cxnSp>
      <p:cxnSp>
        <p:nvCxnSpPr>
          <p:cNvPr id="483" name="Google Shape;483;p43"/>
          <p:cNvCxnSpPr>
            <a:stCxn id="472" idx="4"/>
            <a:endCxn id="476" idx="0"/>
          </p:cNvCxnSpPr>
          <p:nvPr/>
        </p:nvCxnSpPr>
        <p:spPr>
          <a:xfrm>
            <a:off x="1740500" y="3353325"/>
            <a:ext cx="0" cy="248400"/>
          </a:xfrm>
          <a:prstGeom prst="straightConnector1">
            <a:avLst/>
          </a:prstGeom>
          <a:noFill/>
          <a:ln w="9525" cap="flat" cmpd="sng">
            <a:solidFill>
              <a:schemeClr val="dk1"/>
            </a:solidFill>
            <a:prstDash val="solid"/>
            <a:round/>
            <a:headEnd type="none" w="med" len="med"/>
            <a:tailEnd type="none" w="med" len="med"/>
          </a:ln>
        </p:spPr>
      </p:cxnSp>
      <p:cxnSp>
        <p:nvCxnSpPr>
          <p:cNvPr id="484" name="Google Shape;484;p43"/>
          <p:cNvCxnSpPr>
            <a:stCxn id="473" idx="4"/>
            <a:endCxn id="477" idx="0"/>
          </p:cNvCxnSpPr>
          <p:nvPr/>
        </p:nvCxnSpPr>
        <p:spPr>
          <a:xfrm>
            <a:off x="3628200" y="3353325"/>
            <a:ext cx="0" cy="248400"/>
          </a:xfrm>
          <a:prstGeom prst="straightConnector1">
            <a:avLst/>
          </a:prstGeom>
          <a:noFill/>
          <a:ln w="9525" cap="flat" cmpd="sng">
            <a:solidFill>
              <a:schemeClr val="dk1"/>
            </a:solidFill>
            <a:prstDash val="solid"/>
            <a:round/>
            <a:headEnd type="none" w="med" len="med"/>
            <a:tailEnd type="none" w="med" len="med"/>
          </a:ln>
        </p:spPr>
      </p:cxnSp>
      <p:cxnSp>
        <p:nvCxnSpPr>
          <p:cNvPr id="485" name="Google Shape;485;p43"/>
          <p:cNvCxnSpPr>
            <a:stCxn id="474" idx="4"/>
            <a:endCxn id="478" idx="0"/>
          </p:cNvCxnSpPr>
          <p:nvPr/>
        </p:nvCxnSpPr>
        <p:spPr>
          <a:xfrm>
            <a:off x="5515900" y="3353325"/>
            <a:ext cx="0" cy="248400"/>
          </a:xfrm>
          <a:prstGeom prst="straightConnector1">
            <a:avLst/>
          </a:prstGeom>
          <a:noFill/>
          <a:ln w="9525" cap="flat" cmpd="sng">
            <a:solidFill>
              <a:schemeClr val="dk1"/>
            </a:solidFill>
            <a:prstDash val="solid"/>
            <a:round/>
            <a:headEnd type="none" w="med" len="med"/>
            <a:tailEnd type="none" w="med" len="med"/>
          </a:ln>
        </p:spPr>
      </p:cxnSp>
      <p:cxnSp>
        <p:nvCxnSpPr>
          <p:cNvPr id="486" name="Google Shape;486;p43"/>
          <p:cNvCxnSpPr>
            <a:stCxn id="475" idx="4"/>
            <a:endCxn id="479" idx="0"/>
          </p:cNvCxnSpPr>
          <p:nvPr/>
        </p:nvCxnSpPr>
        <p:spPr>
          <a:xfrm>
            <a:off x="7403600" y="3353325"/>
            <a:ext cx="0" cy="248400"/>
          </a:xfrm>
          <a:prstGeom prst="straightConnector1">
            <a:avLst/>
          </a:prstGeom>
          <a:noFill/>
          <a:ln w="9525" cap="flat" cmpd="sng">
            <a:solidFill>
              <a:schemeClr val="dk1"/>
            </a:solidFill>
            <a:prstDash val="solid"/>
            <a:round/>
            <a:headEnd type="none" w="med" len="med"/>
            <a:tailEnd type="none" w="med" len="med"/>
          </a:ln>
        </p:spPr>
      </p:cxnSp>
      <p:cxnSp>
        <p:nvCxnSpPr>
          <p:cNvPr id="487" name="Google Shape;487;p43"/>
          <p:cNvCxnSpPr>
            <a:stCxn id="460" idx="6"/>
            <a:endCxn id="472" idx="2"/>
          </p:cNvCxnSpPr>
          <p:nvPr/>
        </p:nvCxnSpPr>
        <p:spPr>
          <a:xfrm flipH="1">
            <a:off x="1652300" y="1449900"/>
            <a:ext cx="5839500" cy="1815300"/>
          </a:xfrm>
          <a:prstGeom prst="bentConnector5">
            <a:avLst>
              <a:gd name="adj1" fmla="val -16013"/>
              <a:gd name="adj2" fmla="val 80359"/>
              <a:gd name="adj3" fmla="val 115867"/>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sp>
        <p:nvSpPr>
          <p:cNvPr id="492" name="Google Shape;492;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Project roadmap</a:t>
            </a:r>
            <a:endParaRPr/>
          </a:p>
        </p:txBody>
      </p:sp>
      <p:graphicFrame>
        <p:nvGraphicFramePr>
          <p:cNvPr id="493" name="Google Shape;493;p44"/>
          <p:cNvGraphicFramePr/>
          <p:nvPr/>
        </p:nvGraphicFramePr>
        <p:xfrm>
          <a:off x="788775" y="1353913"/>
          <a:ext cx="7566450" cy="3146650"/>
        </p:xfrm>
        <a:graphic>
          <a:graphicData uri="http://schemas.openxmlformats.org/drawingml/2006/table">
            <a:tbl>
              <a:tblPr>
                <a:noFill/>
                <a:tableStyleId>{DEA0FF39-183A-48A0-943C-5F7EB11CAE00}</a:tableStyleId>
              </a:tblPr>
              <a:tblGrid>
                <a:gridCol w="1337525">
                  <a:extLst>
                    <a:ext uri="{9D8B030D-6E8A-4147-A177-3AD203B41FA5}">
                      <a16:colId xmlns:a16="http://schemas.microsoft.com/office/drawing/2014/main" val="20000"/>
                    </a:ext>
                  </a:extLst>
                </a:gridCol>
                <a:gridCol w="2004625">
                  <a:extLst>
                    <a:ext uri="{9D8B030D-6E8A-4147-A177-3AD203B41FA5}">
                      <a16:colId xmlns:a16="http://schemas.microsoft.com/office/drawing/2014/main" val="20001"/>
                    </a:ext>
                  </a:extLst>
                </a:gridCol>
                <a:gridCol w="352025">
                  <a:extLst>
                    <a:ext uri="{9D8B030D-6E8A-4147-A177-3AD203B41FA5}">
                      <a16:colId xmlns:a16="http://schemas.microsoft.com/office/drawing/2014/main" val="20002"/>
                    </a:ext>
                  </a:extLst>
                </a:gridCol>
                <a:gridCol w="352025">
                  <a:extLst>
                    <a:ext uri="{9D8B030D-6E8A-4147-A177-3AD203B41FA5}">
                      <a16:colId xmlns:a16="http://schemas.microsoft.com/office/drawing/2014/main" val="20003"/>
                    </a:ext>
                  </a:extLst>
                </a:gridCol>
                <a:gridCol w="352025">
                  <a:extLst>
                    <a:ext uri="{9D8B030D-6E8A-4147-A177-3AD203B41FA5}">
                      <a16:colId xmlns:a16="http://schemas.microsoft.com/office/drawing/2014/main" val="20004"/>
                    </a:ext>
                  </a:extLst>
                </a:gridCol>
                <a:gridCol w="352025">
                  <a:extLst>
                    <a:ext uri="{9D8B030D-6E8A-4147-A177-3AD203B41FA5}">
                      <a16:colId xmlns:a16="http://schemas.microsoft.com/office/drawing/2014/main" val="20005"/>
                    </a:ext>
                  </a:extLst>
                </a:gridCol>
                <a:gridCol w="352025">
                  <a:extLst>
                    <a:ext uri="{9D8B030D-6E8A-4147-A177-3AD203B41FA5}">
                      <a16:colId xmlns:a16="http://schemas.microsoft.com/office/drawing/2014/main" val="20006"/>
                    </a:ext>
                  </a:extLst>
                </a:gridCol>
                <a:gridCol w="352025">
                  <a:extLst>
                    <a:ext uri="{9D8B030D-6E8A-4147-A177-3AD203B41FA5}">
                      <a16:colId xmlns:a16="http://schemas.microsoft.com/office/drawing/2014/main" val="20007"/>
                    </a:ext>
                  </a:extLst>
                </a:gridCol>
                <a:gridCol w="352025">
                  <a:extLst>
                    <a:ext uri="{9D8B030D-6E8A-4147-A177-3AD203B41FA5}">
                      <a16:colId xmlns:a16="http://schemas.microsoft.com/office/drawing/2014/main" val="20008"/>
                    </a:ext>
                  </a:extLst>
                </a:gridCol>
                <a:gridCol w="352025">
                  <a:extLst>
                    <a:ext uri="{9D8B030D-6E8A-4147-A177-3AD203B41FA5}">
                      <a16:colId xmlns:a16="http://schemas.microsoft.com/office/drawing/2014/main" val="20009"/>
                    </a:ext>
                  </a:extLst>
                </a:gridCol>
                <a:gridCol w="352025">
                  <a:extLst>
                    <a:ext uri="{9D8B030D-6E8A-4147-A177-3AD203B41FA5}">
                      <a16:colId xmlns:a16="http://schemas.microsoft.com/office/drawing/2014/main" val="20010"/>
                    </a:ext>
                  </a:extLst>
                </a:gridCol>
                <a:gridCol w="352025">
                  <a:extLst>
                    <a:ext uri="{9D8B030D-6E8A-4147-A177-3AD203B41FA5}">
                      <a16:colId xmlns:a16="http://schemas.microsoft.com/office/drawing/2014/main" val="20011"/>
                    </a:ext>
                  </a:extLst>
                </a:gridCol>
                <a:gridCol w="352025">
                  <a:extLst>
                    <a:ext uri="{9D8B030D-6E8A-4147-A177-3AD203B41FA5}">
                      <a16:colId xmlns:a16="http://schemas.microsoft.com/office/drawing/2014/main" val="20012"/>
                    </a:ext>
                  </a:extLst>
                </a:gridCol>
                <a:gridCol w="352025">
                  <a:extLst>
                    <a:ext uri="{9D8B030D-6E8A-4147-A177-3AD203B41FA5}">
                      <a16:colId xmlns:a16="http://schemas.microsoft.com/office/drawing/2014/main" val="20013"/>
                    </a:ext>
                  </a:extLst>
                </a:gridCol>
              </a:tblGrid>
              <a:tr h="441850">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Initiative</a:t>
                      </a:r>
                      <a:endParaRPr sz="1800">
                        <a:solidFill>
                          <a:schemeClr val="dk1"/>
                        </a:solidFill>
                        <a:latin typeface="Space Grotesk Medium"/>
                        <a:ea typeface="Space Grotesk Medium"/>
                        <a:cs typeface="Space Grotesk Medium"/>
                        <a:sym typeface="Space Grotesk Medium"/>
                      </a:endParaRPr>
                    </a:p>
                  </a:txBody>
                  <a:tcPr marL="91425" marR="91425" marT="68575" marB="6857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Objective</a:t>
                      </a:r>
                      <a:endParaRPr sz="1200">
                        <a:solidFill>
                          <a:schemeClr val="dk1"/>
                        </a:solidFill>
                        <a:latin typeface="Space Grotesk Medium"/>
                        <a:ea typeface="Space Grotesk Medium"/>
                        <a:cs typeface="Space Grotesk Medium"/>
                        <a:sym typeface="Space Grotesk Medium"/>
                      </a:endParaRPr>
                    </a:p>
                  </a:txBody>
                  <a:tcPr marL="91425"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Jan</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Feb</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Mar</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r>
                        <a:rPr lang="en" sz="1200">
                          <a:solidFill>
                            <a:schemeClr val="dk1"/>
                          </a:solidFill>
                          <a:latin typeface="Space Grotesk Medium"/>
                          <a:ea typeface="Space Grotesk Medium"/>
                          <a:cs typeface="Space Grotesk Medium"/>
                          <a:sym typeface="Space Grotesk Medium"/>
                        </a:rPr>
                        <a:t>Apr</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May</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Jun</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Jul</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Aug</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Sep</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Oct</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Nov</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r>
                        <a:rPr lang="en" sz="1200">
                          <a:solidFill>
                            <a:schemeClr val="dk1"/>
                          </a:solidFill>
                          <a:latin typeface="Space Grotesk Medium"/>
                          <a:ea typeface="Space Grotesk Medium"/>
                          <a:cs typeface="Space Grotesk Medium"/>
                          <a:sym typeface="Space Grotesk Medium"/>
                        </a:rPr>
                        <a:t>Dec</a:t>
                      </a:r>
                      <a:endParaRPr sz="1200">
                        <a:solidFill>
                          <a:schemeClr val="dk1"/>
                        </a:solidFill>
                        <a:latin typeface="Space Grotesk Medium"/>
                        <a:ea typeface="Space Grotesk Medium"/>
                        <a:cs typeface="Space Grotesk Medium"/>
                        <a:sym typeface="Space Grotesk Medium"/>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450800">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Market research</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Increase brand awareness by 30% within the first year</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450800">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Product development</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Achieve a customer satisfaction rate of 90%</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450800">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Marketing campaign</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Increase revenue by 20% within the first year</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450800">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Product launch</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Achieve a customer satisfaction rate of 90% within the first year</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450800">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Expansion</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Reduce costs by 15% within the first year by expanding the product</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450800">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Partnership</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000">
                          <a:solidFill>
                            <a:schemeClr val="dk1"/>
                          </a:solidFill>
                          <a:latin typeface="Cairo"/>
                          <a:ea typeface="Cairo"/>
                          <a:cs typeface="Cairo"/>
                          <a:sym typeface="Cairo"/>
                        </a:rPr>
                        <a:t>Reach profitability within 18 months of launch</a:t>
                      </a:r>
                      <a:endParaRPr sz="1000">
                        <a:solidFill>
                          <a:schemeClr val="dk1"/>
                        </a:solidFill>
                        <a:latin typeface="Cairo"/>
                        <a:ea typeface="Cairo"/>
                        <a:cs typeface="Cairo"/>
                        <a:sym typeface="Cairo"/>
                      </a:endParaRPr>
                    </a:p>
                  </a:txBody>
                  <a:tcPr marL="45700" marR="45700" marT="45700" marB="4570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tc>
                  <a:txBody>
                    <a:bodyPr/>
                    <a:lstStyle/>
                    <a:p>
                      <a:pPr marL="0" lvl="0" indent="0" algn="ctr" rtl="0">
                        <a:spcBef>
                          <a:spcPts val="0"/>
                        </a:spcBef>
                        <a:spcAft>
                          <a:spcPts val="0"/>
                        </a:spcAft>
                        <a:buNone/>
                      </a:pPr>
                      <a:endParaRPr sz="1000">
                        <a:solidFill>
                          <a:schemeClr val="dk1"/>
                        </a:solidFill>
                        <a:latin typeface="Cairo"/>
                        <a:ea typeface="Cairo"/>
                        <a:cs typeface="Cairo"/>
                        <a:sym typeface="Cairo"/>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1CFE6">
                        <a:alpha val="30000"/>
                      </a:srgb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pic>
        <p:nvPicPr>
          <p:cNvPr id="498" name="Google Shape;498;p45"/>
          <p:cNvPicPr preferRelativeResize="0">
            <a:picLocks noGrp="1"/>
          </p:cNvPicPr>
          <p:nvPr>
            <p:ph type="pic" idx="5"/>
          </p:nvPr>
        </p:nvPicPr>
        <p:blipFill rotWithShape="1">
          <a:blip r:embed="rId3">
            <a:alphaModFix/>
          </a:blip>
          <a:srcRect l="3453" r="3462"/>
          <a:stretch/>
        </p:blipFill>
        <p:spPr>
          <a:xfrm>
            <a:off x="754400" y="2953775"/>
            <a:ext cx="2304300" cy="1650300"/>
          </a:xfrm>
          <a:prstGeom prst="roundRect">
            <a:avLst>
              <a:gd name="adj" fmla="val 12004"/>
            </a:avLst>
          </a:prstGeom>
        </p:spPr>
      </p:pic>
      <p:sp>
        <p:nvSpPr>
          <p:cNvPr id="499" name="Google Shape;499;p45"/>
          <p:cNvSpPr txBox="1">
            <a:spLocks noGrp="1"/>
          </p:cNvSpPr>
          <p:nvPr>
            <p:ph type="title"/>
          </p:nvPr>
        </p:nvSpPr>
        <p:spPr>
          <a:xfrm>
            <a:off x="713225" y="707075"/>
            <a:ext cx="2345400" cy="974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Photo showcase</a:t>
            </a:r>
            <a:endParaRPr/>
          </a:p>
        </p:txBody>
      </p:sp>
      <p:sp>
        <p:nvSpPr>
          <p:cNvPr id="500" name="Google Shape;500;p45"/>
          <p:cNvSpPr txBox="1">
            <a:spLocks noGrp="1"/>
          </p:cNvSpPr>
          <p:nvPr>
            <p:ph type="subTitle" idx="1"/>
          </p:nvPr>
        </p:nvSpPr>
        <p:spPr>
          <a:xfrm>
            <a:off x="713225" y="1606775"/>
            <a:ext cx="2345400" cy="112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photo showcase can be a useful addition to a business project proposal as it can help to visually communicate the concept or idea being proposed</a:t>
            </a:r>
            <a:endParaRPr/>
          </a:p>
        </p:txBody>
      </p:sp>
      <p:pic>
        <p:nvPicPr>
          <p:cNvPr id="501" name="Google Shape;501;p45"/>
          <p:cNvPicPr preferRelativeResize="0">
            <a:picLocks noGrp="1"/>
          </p:cNvPicPr>
          <p:nvPr>
            <p:ph type="pic" idx="4"/>
          </p:nvPr>
        </p:nvPicPr>
        <p:blipFill rotWithShape="1">
          <a:blip r:embed="rId4">
            <a:alphaModFix/>
          </a:blip>
          <a:srcRect l="9983" t="2817" r="19315" b="21228"/>
          <a:stretch/>
        </p:blipFill>
        <p:spPr>
          <a:xfrm>
            <a:off x="3171450" y="2953775"/>
            <a:ext cx="2304300" cy="1650300"/>
          </a:xfrm>
          <a:prstGeom prst="roundRect">
            <a:avLst>
              <a:gd name="adj" fmla="val 12367"/>
            </a:avLst>
          </a:prstGeom>
        </p:spPr>
      </p:pic>
      <p:pic>
        <p:nvPicPr>
          <p:cNvPr id="502" name="Google Shape;502;p45"/>
          <p:cNvPicPr preferRelativeResize="0">
            <a:picLocks noGrp="1"/>
          </p:cNvPicPr>
          <p:nvPr>
            <p:ph type="pic" idx="2"/>
          </p:nvPr>
        </p:nvPicPr>
        <p:blipFill rotWithShape="1">
          <a:blip r:embed="rId5">
            <a:alphaModFix/>
          </a:blip>
          <a:srcRect l="58502" t="27834" r="8331"/>
          <a:stretch/>
        </p:blipFill>
        <p:spPr>
          <a:xfrm>
            <a:off x="5588500" y="539500"/>
            <a:ext cx="2801100" cy="4064700"/>
          </a:xfrm>
          <a:prstGeom prst="roundRect">
            <a:avLst>
              <a:gd name="adj" fmla="val 7328"/>
            </a:avLst>
          </a:prstGeom>
        </p:spPr>
      </p:pic>
      <p:pic>
        <p:nvPicPr>
          <p:cNvPr id="503" name="Google Shape;503;p45"/>
          <p:cNvPicPr preferRelativeResize="0">
            <a:picLocks noGrp="1"/>
          </p:cNvPicPr>
          <p:nvPr>
            <p:ph type="pic" idx="3"/>
          </p:nvPr>
        </p:nvPicPr>
        <p:blipFill rotWithShape="1">
          <a:blip r:embed="rId6">
            <a:alphaModFix/>
          </a:blip>
          <a:srcRect l="24195" r="8596"/>
          <a:stretch/>
        </p:blipFill>
        <p:spPr>
          <a:xfrm>
            <a:off x="3171450" y="539500"/>
            <a:ext cx="2304300" cy="2285700"/>
          </a:xfrm>
          <a:prstGeom prst="roundRect">
            <a:avLst>
              <a:gd name="adj" fmla="val 8952"/>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Project expenses</a:t>
            </a:r>
            <a:endParaRPr/>
          </a:p>
        </p:txBody>
      </p:sp>
      <p:sp>
        <p:nvSpPr>
          <p:cNvPr id="509" name="Google Shape;509;p46"/>
          <p:cNvSpPr txBox="1">
            <a:spLocks noGrp="1"/>
          </p:cNvSpPr>
          <p:nvPr>
            <p:ph type="title" idx="4294967295"/>
          </p:nvPr>
        </p:nvSpPr>
        <p:spPr>
          <a:xfrm>
            <a:off x="1249650" y="1347650"/>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Labor</a:t>
            </a:r>
            <a:endParaRPr sz="1800"/>
          </a:p>
        </p:txBody>
      </p:sp>
      <p:sp>
        <p:nvSpPr>
          <p:cNvPr id="510" name="Google Shape;510;p46"/>
          <p:cNvSpPr/>
          <p:nvPr/>
        </p:nvSpPr>
        <p:spPr>
          <a:xfrm>
            <a:off x="1025150" y="1393125"/>
            <a:ext cx="173700" cy="173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46"/>
          <p:cNvSpPr txBox="1">
            <a:spLocks noGrp="1"/>
          </p:cNvSpPr>
          <p:nvPr>
            <p:ph type="title" idx="4294967295"/>
          </p:nvPr>
        </p:nvSpPr>
        <p:spPr>
          <a:xfrm>
            <a:off x="1249650" y="1932116"/>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Materials</a:t>
            </a:r>
            <a:endParaRPr sz="1800"/>
          </a:p>
        </p:txBody>
      </p:sp>
      <p:sp>
        <p:nvSpPr>
          <p:cNvPr id="512" name="Google Shape;512;p46"/>
          <p:cNvSpPr txBox="1">
            <a:spLocks noGrp="1"/>
          </p:cNvSpPr>
          <p:nvPr>
            <p:ph type="title" idx="4294967295"/>
          </p:nvPr>
        </p:nvSpPr>
        <p:spPr>
          <a:xfrm>
            <a:off x="1249650" y="2516581"/>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Equipment</a:t>
            </a:r>
            <a:endParaRPr sz="1800"/>
          </a:p>
        </p:txBody>
      </p:sp>
      <p:sp>
        <p:nvSpPr>
          <p:cNvPr id="513" name="Google Shape;513;p46"/>
          <p:cNvSpPr txBox="1">
            <a:spLocks noGrp="1"/>
          </p:cNvSpPr>
          <p:nvPr>
            <p:ph type="title" idx="4294967295"/>
          </p:nvPr>
        </p:nvSpPr>
        <p:spPr>
          <a:xfrm>
            <a:off x="1249650" y="3101047"/>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Overhead</a:t>
            </a:r>
            <a:endParaRPr sz="1800"/>
          </a:p>
        </p:txBody>
      </p:sp>
      <p:sp>
        <p:nvSpPr>
          <p:cNvPr id="514" name="Google Shape;514;p46"/>
          <p:cNvSpPr txBox="1">
            <a:spLocks noGrp="1"/>
          </p:cNvSpPr>
          <p:nvPr>
            <p:ph type="title" idx="4294967295"/>
          </p:nvPr>
        </p:nvSpPr>
        <p:spPr>
          <a:xfrm>
            <a:off x="1249650" y="3685513"/>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Other</a:t>
            </a:r>
            <a:endParaRPr sz="1800"/>
          </a:p>
        </p:txBody>
      </p:sp>
      <p:sp>
        <p:nvSpPr>
          <p:cNvPr id="515" name="Google Shape;515;p46"/>
          <p:cNvSpPr/>
          <p:nvPr/>
        </p:nvSpPr>
        <p:spPr>
          <a:xfrm>
            <a:off x="1025150" y="1978793"/>
            <a:ext cx="173700" cy="1737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46"/>
          <p:cNvSpPr/>
          <p:nvPr/>
        </p:nvSpPr>
        <p:spPr>
          <a:xfrm>
            <a:off x="1025150" y="3735800"/>
            <a:ext cx="173700" cy="173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46"/>
          <p:cNvSpPr/>
          <p:nvPr/>
        </p:nvSpPr>
        <p:spPr>
          <a:xfrm>
            <a:off x="1025150" y="3150131"/>
            <a:ext cx="173700" cy="1737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46"/>
          <p:cNvSpPr/>
          <p:nvPr/>
        </p:nvSpPr>
        <p:spPr>
          <a:xfrm>
            <a:off x="1025150" y="2564462"/>
            <a:ext cx="173700" cy="173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9" name="Google Shape;519;p46" title="Chart">
            <a:hlinkClick r:id="rId3"/>
          </p:cNvPr>
          <p:cNvPicPr preferRelativeResize="0"/>
          <p:nvPr/>
        </p:nvPicPr>
        <p:blipFill>
          <a:blip r:embed="rId4">
            <a:alphaModFix/>
          </a:blip>
          <a:stretch>
            <a:fillRect/>
          </a:stretch>
        </p:blipFill>
        <p:spPr>
          <a:xfrm>
            <a:off x="3201975" y="1148987"/>
            <a:ext cx="4916853" cy="3102300"/>
          </a:xfrm>
          <a:prstGeom prst="rect">
            <a:avLst/>
          </a:prstGeom>
          <a:noFill/>
          <a:ln>
            <a:noFill/>
          </a:ln>
        </p:spPr>
      </p:pic>
      <p:sp>
        <p:nvSpPr>
          <p:cNvPr id="520" name="Google Shape;520;p46"/>
          <p:cNvSpPr txBox="1"/>
          <p:nvPr/>
        </p:nvSpPr>
        <p:spPr>
          <a:xfrm>
            <a:off x="981900" y="4350500"/>
            <a:ext cx="7180200" cy="253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Cairo"/>
                <a:ea typeface="Cairo"/>
                <a:cs typeface="Cairo"/>
                <a:sym typeface="Cairo"/>
              </a:rPr>
              <a:t>Follow the link in the graph to modify its data and then paste the new one here. </a:t>
            </a:r>
            <a:r>
              <a:rPr lang="en" sz="1000">
                <a:solidFill>
                  <a:schemeClr val="dk1"/>
                </a:solidFill>
                <a:uFill>
                  <a:noFill/>
                </a:uFill>
                <a:latin typeface="Cairo"/>
                <a:ea typeface="Cairo"/>
                <a:cs typeface="Cairo"/>
                <a:sym typeface="Cairo"/>
                <a:hlinkClick r:id="rId5">
                  <a:extLst>
                    <a:ext uri="{A12FA001-AC4F-418D-AE19-62706E023703}">
                      <ahyp:hlinkClr xmlns:ahyp="http://schemas.microsoft.com/office/drawing/2018/hyperlinkcolor" val="tx"/>
                    </a:ext>
                  </a:extLst>
                </a:hlinkClick>
              </a:rPr>
              <a:t>For more info, click </a:t>
            </a:r>
            <a:r>
              <a:rPr lang="en" sz="1000" b="1" u="sng">
                <a:solidFill>
                  <a:schemeClr val="dk1"/>
                </a:solidFill>
                <a:latin typeface="Cairo"/>
                <a:ea typeface="Cairo"/>
                <a:cs typeface="Cairo"/>
                <a:sym typeface="Cairo"/>
                <a:hlinkClick r:id="rId5">
                  <a:extLst>
                    <a:ext uri="{A12FA001-AC4F-418D-AE19-62706E023703}">
                      <ahyp:hlinkClr xmlns:ahyp="http://schemas.microsoft.com/office/drawing/2018/hyperlinkcolor" val="tx"/>
                    </a:ext>
                  </a:extLst>
                </a:hlinkClick>
              </a:rPr>
              <a:t>here</a:t>
            </a:r>
            <a:endParaRPr sz="1000" b="1" u="sng">
              <a:solidFill>
                <a:schemeClr val="dk1"/>
              </a:solidFill>
              <a:latin typeface="Cairo"/>
              <a:ea typeface="Cairo"/>
              <a:cs typeface="Cairo"/>
              <a:sym typeface="Cair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sp>
        <p:nvSpPr>
          <p:cNvPr id="525" name="Google Shape;525;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KPI dashboard</a:t>
            </a:r>
            <a:endParaRPr/>
          </a:p>
        </p:txBody>
      </p:sp>
      <p:graphicFrame>
        <p:nvGraphicFramePr>
          <p:cNvPr id="526" name="Google Shape;526;p47"/>
          <p:cNvGraphicFramePr/>
          <p:nvPr/>
        </p:nvGraphicFramePr>
        <p:xfrm>
          <a:off x="928350" y="1186325"/>
          <a:ext cx="3000000" cy="3000000"/>
        </p:xfrm>
        <a:graphic>
          <a:graphicData uri="http://schemas.openxmlformats.org/drawingml/2006/table">
            <a:tbl>
              <a:tblPr>
                <a:noFill/>
                <a:tableStyleId>{EA2DB825-3765-4119-8AAE-AA9EF05FCD05}</a:tableStyleId>
              </a:tblPr>
              <a:tblGrid>
                <a:gridCol w="1000675">
                  <a:extLst>
                    <a:ext uri="{9D8B030D-6E8A-4147-A177-3AD203B41FA5}">
                      <a16:colId xmlns:a16="http://schemas.microsoft.com/office/drawing/2014/main" val="20000"/>
                    </a:ext>
                  </a:extLst>
                </a:gridCol>
                <a:gridCol w="1000675">
                  <a:extLst>
                    <a:ext uri="{9D8B030D-6E8A-4147-A177-3AD203B41FA5}">
                      <a16:colId xmlns:a16="http://schemas.microsoft.com/office/drawing/2014/main" val="20001"/>
                    </a:ext>
                  </a:extLst>
                </a:gridCol>
                <a:gridCol w="1000675">
                  <a:extLst>
                    <a:ext uri="{9D8B030D-6E8A-4147-A177-3AD203B41FA5}">
                      <a16:colId xmlns:a16="http://schemas.microsoft.com/office/drawing/2014/main" val="20002"/>
                    </a:ext>
                  </a:extLst>
                </a:gridCol>
              </a:tblGrid>
              <a:tr h="358200">
                <a:tc>
                  <a:txBody>
                    <a:bodyPr/>
                    <a:lstStyle/>
                    <a:p>
                      <a:pPr marL="0" lvl="0" indent="0" algn="l"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Resource</a:t>
                      </a:r>
                      <a:endParaRPr sz="1200">
                        <a:solidFill>
                          <a:schemeClr val="dk1"/>
                        </a:solidFill>
                        <a:latin typeface="Space Grotesk Medium"/>
                        <a:ea typeface="Space Grotesk Medium"/>
                        <a:cs typeface="Space Grotesk Medium"/>
                        <a:sym typeface="Space Grotesk Medium"/>
                      </a:endParaRPr>
                    </a:p>
                  </a:txBody>
                  <a:tcPr marL="91425" marR="91425" marT="45700" marB="45700">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l"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Utilization rate</a:t>
                      </a:r>
                      <a:endParaRPr sz="1200">
                        <a:solidFill>
                          <a:schemeClr val="dk1"/>
                        </a:solidFill>
                        <a:latin typeface="Space Grotesk Medium"/>
                        <a:ea typeface="Space Grotesk Medium"/>
                        <a:cs typeface="Space Grotesk Medium"/>
                        <a:sym typeface="Space Grotesk Medium"/>
                      </a:endParaRPr>
                    </a:p>
                  </a:txBody>
                  <a:tcPr marL="91425" marR="91425" marT="45700" marB="45700">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tc>
                  <a:txBody>
                    <a:bodyPr/>
                    <a:lstStyle/>
                    <a:p>
                      <a:pPr marL="0" lvl="0" indent="0" algn="l" rtl="0">
                        <a:spcBef>
                          <a:spcPts val="0"/>
                        </a:spcBef>
                        <a:spcAft>
                          <a:spcPts val="0"/>
                        </a:spcAft>
                        <a:buNone/>
                      </a:pPr>
                      <a:r>
                        <a:rPr lang="en" sz="1200">
                          <a:solidFill>
                            <a:schemeClr val="dk1"/>
                          </a:solidFill>
                          <a:latin typeface="Space Grotesk Medium"/>
                          <a:ea typeface="Space Grotesk Medium"/>
                          <a:cs typeface="Space Grotesk Medium"/>
                          <a:sym typeface="Space Grotesk Medium"/>
                        </a:rPr>
                        <a:t>Cost per unit</a:t>
                      </a:r>
                      <a:endParaRPr sz="1200">
                        <a:solidFill>
                          <a:schemeClr val="dk1"/>
                        </a:solidFill>
                        <a:latin typeface="Space Grotesk Medium"/>
                        <a:ea typeface="Space Grotesk Medium"/>
                        <a:cs typeface="Space Grotesk Medium"/>
                        <a:sym typeface="Space Grotesk Medium"/>
                      </a:endParaRPr>
                    </a:p>
                  </a:txBody>
                  <a:tcPr marL="91425" marR="91425" marT="45700" marB="45700">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dk2"/>
                    </a:solidFill>
                  </a:tcPr>
                </a:tc>
                <a:extLst>
                  <a:ext uri="{0D108BD9-81ED-4DB2-BD59-A6C34878D82A}">
                    <a16:rowId xmlns:a16="http://schemas.microsoft.com/office/drawing/2014/main" val="10000"/>
                  </a:ext>
                </a:extLst>
              </a:tr>
              <a:tr h="368600">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Labor</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85%</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$50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8600">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Equipment</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70%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$100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8600">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Materials</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95%</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$20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8600">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Rent</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90%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$1,000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8600">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Energy</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80%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$80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8600">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Software licenses</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80%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$200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68600">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Advertising</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60%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1200">
                          <a:solidFill>
                            <a:schemeClr val="dk1"/>
                          </a:solidFill>
                          <a:latin typeface="Cairo"/>
                          <a:ea typeface="Cairo"/>
                          <a:cs typeface="Cairo"/>
                          <a:sym typeface="Cairo"/>
                        </a:rPr>
                        <a:t>$500</a:t>
                      </a:r>
                      <a:endParaRPr sz="1200">
                        <a:solidFill>
                          <a:schemeClr val="dk1"/>
                        </a:solidFill>
                        <a:latin typeface="Cairo"/>
                        <a:ea typeface="Cairo"/>
                        <a:cs typeface="Cairo"/>
                        <a:sym typeface="Cairo"/>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bl>
          </a:graphicData>
        </a:graphic>
      </p:graphicFrame>
      <p:sp>
        <p:nvSpPr>
          <p:cNvPr id="527" name="Google Shape;527;p47"/>
          <p:cNvSpPr txBox="1"/>
          <p:nvPr/>
        </p:nvSpPr>
        <p:spPr>
          <a:xfrm>
            <a:off x="981900" y="4350500"/>
            <a:ext cx="7180200" cy="253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Cairo"/>
                <a:ea typeface="Cairo"/>
                <a:cs typeface="Cairo"/>
                <a:sym typeface="Cairo"/>
              </a:rPr>
              <a:t>Follow the link in the graph to modify its data and then paste the new one here. </a:t>
            </a:r>
            <a:r>
              <a:rPr lang="en" sz="1000">
                <a:solidFill>
                  <a:schemeClr val="dk1"/>
                </a:solidFill>
                <a:uFill>
                  <a:noFill/>
                </a:uFill>
                <a:latin typeface="Cairo"/>
                <a:ea typeface="Cairo"/>
                <a:cs typeface="Cairo"/>
                <a:sym typeface="Cairo"/>
                <a:hlinkClick r:id="rId3">
                  <a:extLst>
                    <a:ext uri="{A12FA001-AC4F-418D-AE19-62706E023703}">
                      <ahyp:hlinkClr xmlns:ahyp="http://schemas.microsoft.com/office/drawing/2018/hyperlinkcolor" val="tx"/>
                    </a:ext>
                  </a:extLst>
                </a:hlinkClick>
              </a:rPr>
              <a:t>For more info, click </a:t>
            </a:r>
            <a:r>
              <a:rPr lang="en" sz="1000" b="1" u="sng">
                <a:solidFill>
                  <a:schemeClr val="dk1"/>
                </a:solidFill>
                <a:latin typeface="Cairo"/>
                <a:ea typeface="Cairo"/>
                <a:cs typeface="Cairo"/>
                <a:sym typeface="Cairo"/>
                <a:hlinkClick r:id="rId3">
                  <a:extLst>
                    <a:ext uri="{A12FA001-AC4F-418D-AE19-62706E023703}">
                      <ahyp:hlinkClr xmlns:ahyp="http://schemas.microsoft.com/office/drawing/2018/hyperlinkcolor" val="tx"/>
                    </a:ext>
                  </a:extLst>
                </a:hlinkClick>
              </a:rPr>
              <a:t>here</a:t>
            </a:r>
            <a:endParaRPr sz="1000" b="1" u="sng">
              <a:solidFill>
                <a:schemeClr val="dk1"/>
              </a:solidFill>
              <a:latin typeface="Cairo"/>
              <a:ea typeface="Cairo"/>
              <a:cs typeface="Cairo"/>
              <a:sym typeface="Cairo"/>
            </a:endParaRPr>
          </a:p>
        </p:txBody>
      </p:sp>
      <p:sp>
        <p:nvSpPr>
          <p:cNvPr id="528" name="Google Shape;528;p47"/>
          <p:cNvSpPr txBox="1"/>
          <p:nvPr/>
        </p:nvSpPr>
        <p:spPr>
          <a:xfrm>
            <a:off x="4482325" y="3377675"/>
            <a:ext cx="2005200" cy="572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dk1"/>
                </a:solidFill>
                <a:latin typeface="Space Grotesk"/>
                <a:ea typeface="Space Grotesk"/>
                <a:cs typeface="Space Grotesk"/>
                <a:sym typeface="Space Grotesk"/>
              </a:rPr>
              <a:t>120 u/day</a:t>
            </a:r>
            <a:endParaRPr sz="3000">
              <a:solidFill>
                <a:schemeClr val="dk1"/>
              </a:solidFill>
              <a:latin typeface="Space Grotesk"/>
              <a:ea typeface="Space Grotesk"/>
              <a:cs typeface="Space Grotesk"/>
              <a:sym typeface="Space Grotesk"/>
            </a:endParaRPr>
          </a:p>
        </p:txBody>
      </p:sp>
      <p:sp>
        <p:nvSpPr>
          <p:cNvPr id="529" name="Google Shape;529;p47"/>
          <p:cNvSpPr txBox="1"/>
          <p:nvPr/>
        </p:nvSpPr>
        <p:spPr>
          <a:xfrm>
            <a:off x="6630604" y="3377675"/>
            <a:ext cx="1722000" cy="572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dk1"/>
                </a:solidFill>
                <a:latin typeface="Space Grotesk"/>
                <a:ea typeface="Space Grotesk"/>
                <a:cs typeface="Space Grotesk"/>
                <a:sym typeface="Space Grotesk"/>
              </a:rPr>
              <a:t>2h</a:t>
            </a:r>
            <a:endParaRPr sz="3000">
              <a:solidFill>
                <a:schemeClr val="dk1"/>
              </a:solidFill>
              <a:latin typeface="Space Grotesk"/>
              <a:ea typeface="Space Grotesk"/>
              <a:cs typeface="Space Grotesk"/>
              <a:sym typeface="Space Grotesk"/>
            </a:endParaRPr>
          </a:p>
        </p:txBody>
      </p:sp>
      <p:sp>
        <p:nvSpPr>
          <p:cNvPr id="530" name="Google Shape;530;p47"/>
          <p:cNvSpPr txBox="1"/>
          <p:nvPr/>
        </p:nvSpPr>
        <p:spPr>
          <a:xfrm>
            <a:off x="4482325" y="3950375"/>
            <a:ext cx="2005200" cy="27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Cairo"/>
                <a:ea typeface="Cairo"/>
                <a:cs typeface="Cairo"/>
                <a:sym typeface="Cairo"/>
              </a:rPr>
              <a:t>Output per worker</a:t>
            </a:r>
            <a:endParaRPr sz="1200">
              <a:solidFill>
                <a:schemeClr val="dk1"/>
              </a:solidFill>
              <a:latin typeface="Cairo"/>
              <a:ea typeface="Cairo"/>
              <a:cs typeface="Cairo"/>
              <a:sym typeface="Cairo"/>
            </a:endParaRPr>
          </a:p>
        </p:txBody>
      </p:sp>
      <p:sp>
        <p:nvSpPr>
          <p:cNvPr id="531" name="Google Shape;531;p47"/>
          <p:cNvSpPr txBox="1"/>
          <p:nvPr/>
        </p:nvSpPr>
        <p:spPr>
          <a:xfrm>
            <a:off x="6630599" y="3950375"/>
            <a:ext cx="1722000" cy="27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Cairo"/>
                <a:ea typeface="Cairo"/>
                <a:cs typeface="Cairo"/>
                <a:sym typeface="Cairo"/>
              </a:rPr>
              <a:t>Time to complete a task</a:t>
            </a:r>
            <a:endParaRPr sz="1200">
              <a:solidFill>
                <a:schemeClr val="dk1"/>
              </a:solidFill>
              <a:latin typeface="Cairo"/>
              <a:ea typeface="Cairo"/>
              <a:cs typeface="Cairo"/>
              <a:sym typeface="Cairo"/>
            </a:endParaRPr>
          </a:p>
        </p:txBody>
      </p:sp>
      <p:pic>
        <p:nvPicPr>
          <p:cNvPr id="532" name="Google Shape;532;p47" title="Chart">
            <a:hlinkClick r:id="rId4"/>
          </p:cNvPr>
          <p:cNvPicPr preferRelativeResize="0"/>
          <p:nvPr/>
        </p:nvPicPr>
        <p:blipFill>
          <a:blip r:embed="rId5">
            <a:alphaModFix/>
          </a:blip>
          <a:stretch>
            <a:fillRect/>
          </a:stretch>
        </p:blipFill>
        <p:spPr>
          <a:xfrm>
            <a:off x="4336725" y="1186325"/>
            <a:ext cx="4094049" cy="2142551"/>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36"/>
        <p:cNvGrpSpPr/>
        <p:nvPr/>
      </p:nvGrpSpPr>
      <p:grpSpPr>
        <a:xfrm>
          <a:off x="0" y="0"/>
          <a:ext cx="0" cy="0"/>
          <a:chOff x="0" y="0"/>
          <a:chExt cx="0" cy="0"/>
        </a:xfrm>
      </p:grpSpPr>
      <p:grpSp>
        <p:nvGrpSpPr>
          <p:cNvPr id="537" name="Google Shape;537;p48"/>
          <p:cNvGrpSpPr/>
          <p:nvPr/>
        </p:nvGrpSpPr>
        <p:grpSpPr>
          <a:xfrm rot="4659980" flipH="1">
            <a:off x="3840892" y="3123036"/>
            <a:ext cx="4573980" cy="3479278"/>
            <a:chOff x="1522650" y="1117750"/>
            <a:chExt cx="4574075" cy="3479350"/>
          </a:xfrm>
        </p:grpSpPr>
        <p:sp>
          <p:nvSpPr>
            <p:cNvPr id="538" name="Google Shape;538;p48"/>
            <p:cNvSpPr/>
            <p:nvPr/>
          </p:nvSpPr>
          <p:spPr>
            <a:xfrm>
              <a:off x="2305900" y="1117750"/>
              <a:ext cx="3790825" cy="3217100"/>
            </a:xfrm>
            <a:custGeom>
              <a:avLst/>
              <a:gdLst/>
              <a:ahLst/>
              <a:cxnLst/>
              <a:rect l="l" t="t" r="r" b="b"/>
              <a:pathLst>
                <a:path w="151633" h="128684" extrusionOk="0">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48"/>
            <p:cNvSpPr/>
            <p:nvPr/>
          </p:nvSpPr>
          <p:spPr>
            <a:xfrm>
              <a:off x="1522650" y="3538750"/>
              <a:ext cx="2417375" cy="1058350"/>
            </a:xfrm>
            <a:custGeom>
              <a:avLst/>
              <a:gdLst/>
              <a:ahLst/>
              <a:cxnLst/>
              <a:rect l="l" t="t" r="r" b="b"/>
              <a:pathLst>
                <a:path w="96695" h="42334" extrusionOk="0">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540" name="Google Shape;540;p48"/>
          <p:cNvPicPr preferRelativeResize="0"/>
          <p:nvPr/>
        </p:nvPicPr>
        <p:blipFill>
          <a:blip r:embed="rId3">
            <a:alphaModFix/>
          </a:blip>
          <a:stretch>
            <a:fillRect/>
          </a:stretch>
        </p:blipFill>
        <p:spPr>
          <a:xfrm rot="10800000" flipH="1">
            <a:off x="5738810" y="0"/>
            <a:ext cx="3405191" cy="5143500"/>
          </a:xfrm>
          <a:prstGeom prst="rect">
            <a:avLst/>
          </a:prstGeom>
          <a:noFill/>
          <a:ln>
            <a:noFill/>
          </a:ln>
        </p:spPr>
      </p:pic>
      <p:sp>
        <p:nvSpPr>
          <p:cNvPr id="541" name="Google Shape;541;p48"/>
          <p:cNvSpPr txBox="1">
            <a:spLocks noGrp="1"/>
          </p:cNvSpPr>
          <p:nvPr>
            <p:ph type="title"/>
          </p:nvPr>
        </p:nvSpPr>
        <p:spPr>
          <a:xfrm>
            <a:off x="713225" y="747263"/>
            <a:ext cx="3281700" cy="953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Thanks!</a:t>
            </a:r>
            <a:endParaRPr/>
          </a:p>
        </p:txBody>
      </p:sp>
      <p:sp>
        <p:nvSpPr>
          <p:cNvPr id="542" name="Google Shape;542;p48"/>
          <p:cNvSpPr txBox="1">
            <a:spLocks noGrp="1"/>
          </p:cNvSpPr>
          <p:nvPr>
            <p:ph type="subTitle" idx="1"/>
          </p:nvPr>
        </p:nvSpPr>
        <p:spPr>
          <a:xfrm>
            <a:off x="713225" y="1584449"/>
            <a:ext cx="3281700" cy="89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t>Do you have any questions?</a:t>
            </a:r>
            <a:endParaRPr b="1"/>
          </a:p>
          <a:p>
            <a:pPr marL="0" lvl="0" indent="0" algn="l" rtl="0">
              <a:spcBef>
                <a:spcPts val="0"/>
              </a:spcBef>
              <a:spcAft>
                <a:spcPts val="0"/>
              </a:spcAft>
              <a:buNone/>
            </a:pPr>
            <a:r>
              <a:rPr lang="en"/>
              <a:t>youremail@freepik.com</a:t>
            </a:r>
            <a:endParaRPr/>
          </a:p>
          <a:p>
            <a:pPr marL="0" lvl="0" indent="0" algn="l" rtl="0">
              <a:spcBef>
                <a:spcPts val="0"/>
              </a:spcBef>
              <a:spcAft>
                <a:spcPts val="0"/>
              </a:spcAft>
              <a:buNone/>
            </a:pPr>
            <a:r>
              <a:rPr lang="en"/>
              <a:t>+34 654 321 432</a:t>
            </a:r>
            <a:endParaRPr/>
          </a:p>
          <a:p>
            <a:pPr marL="0" lvl="0" indent="0" algn="l" rtl="0">
              <a:spcBef>
                <a:spcPts val="0"/>
              </a:spcBef>
              <a:spcAft>
                <a:spcPts val="0"/>
              </a:spcAft>
              <a:buNone/>
            </a:pPr>
            <a:r>
              <a:rPr lang="en"/>
              <a:t>yourwebsite.com</a:t>
            </a:r>
            <a:endParaRPr/>
          </a:p>
        </p:txBody>
      </p:sp>
      <p:sp>
        <p:nvSpPr>
          <p:cNvPr id="543" name="Google Shape;543;p48"/>
          <p:cNvSpPr txBox="1"/>
          <p:nvPr/>
        </p:nvSpPr>
        <p:spPr>
          <a:xfrm>
            <a:off x="713225" y="4135838"/>
            <a:ext cx="32787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1"/>
                </a:solidFill>
                <a:latin typeface="Cairo"/>
                <a:ea typeface="Cairo"/>
                <a:cs typeface="Cairo"/>
                <a:sym typeface="Cairo"/>
              </a:rPr>
              <a:t>Please keep this slide for attribution</a:t>
            </a:r>
            <a:endParaRPr sz="1000">
              <a:solidFill>
                <a:schemeClr val="dk1"/>
              </a:solidFill>
              <a:latin typeface="Cairo"/>
              <a:ea typeface="Cairo"/>
              <a:cs typeface="Cairo"/>
              <a:sym typeface="Cairo"/>
            </a:endParaRPr>
          </a:p>
        </p:txBody>
      </p:sp>
      <p:sp>
        <p:nvSpPr>
          <p:cNvPr id="544" name="Google Shape;544;p48"/>
          <p:cNvSpPr/>
          <p:nvPr/>
        </p:nvSpPr>
        <p:spPr>
          <a:xfrm>
            <a:off x="797611" y="2755606"/>
            <a:ext cx="407383" cy="407383"/>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5" name="Google Shape;545;p48"/>
          <p:cNvGrpSpPr/>
          <p:nvPr/>
        </p:nvGrpSpPr>
        <p:grpSpPr>
          <a:xfrm>
            <a:off x="1318151" y="2755544"/>
            <a:ext cx="407432" cy="407391"/>
            <a:chOff x="812101" y="2571761"/>
            <a:chExt cx="417066" cy="417024"/>
          </a:xfrm>
        </p:grpSpPr>
        <p:sp>
          <p:nvSpPr>
            <p:cNvPr id="546" name="Google Shape;546;p48"/>
            <p:cNvSpPr/>
            <p:nvPr/>
          </p:nvSpPr>
          <p:spPr>
            <a:xfrm>
              <a:off x="935084" y="2694744"/>
              <a:ext cx="171071" cy="171071"/>
            </a:xfrm>
            <a:custGeom>
              <a:avLst/>
              <a:gdLst/>
              <a:ahLst/>
              <a:cxnLst/>
              <a:rect l="l" t="t" r="r" b="b"/>
              <a:pathLst>
                <a:path w="8197" h="8197" extrusionOk="0">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48"/>
            <p:cNvSpPr/>
            <p:nvPr/>
          </p:nvSpPr>
          <p:spPr>
            <a:xfrm>
              <a:off x="860977" y="2620616"/>
              <a:ext cx="319311" cy="319290"/>
            </a:xfrm>
            <a:custGeom>
              <a:avLst/>
              <a:gdLst/>
              <a:ahLst/>
              <a:cxnLst/>
              <a:rect l="l" t="t" r="r" b="b"/>
              <a:pathLst>
                <a:path w="15300" h="15299" extrusionOk="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48"/>
            <p:cNvSpPr/>
            <p:nvPr/>
          </p:nvSpPr>
          <p:spPr>
            <a:xfrm>
              <a:off x="812101" y="2571761"/>
              <a:ext cx="417066" cy="417024"/>
            </a:xfrm>
            <a:custGeom>
              <a:avLst/>
              <a:gdLst/>
              <a:ahLst/>
              <a:cxnLst/>
              <a:rect l="l" t="t" r="r" b="b"/>
              <a:pathLst>
                <a:path w="19984" h="19982" extrusionOk="0">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48"/>
            <p:cNvSpPr/>
            <p:nvPr/>
          </p:nvSpPr>
          <p:spPr>
            <a:xfrm>
              <a:off x="1081712" y="2670306"/>
              <a:ext cx="48878" cy="48898"/>
            </a:xfrm>
            <a:custGeom>
              <a:avLst/>
              <a:gdLst/>
              <a:ahLst/>
              <a:cxnLst/>
              <a:rect l="l" t="t" r="r" b="b"/>
              <a:pathLst>
                <a:path w="2342" h="2343" extrusionOk="0">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 name="Google Shape;550;p48"/>
          <p:cNvGrpSpPr/>
          <p:nvPr/>
        </p:nvGrpSpPr>
        <p:grpSpPr>
          <a:xfrm>
            <a:off x="1838745" y="2755544"/>
            <a:ext cx="407391" cy="407391"/>
            <a:chOff x="1323129" y="2571761"/>
            <a:chExt cx="417024" cy="417024"/>
          </a:xfrm>
        </p:grpSpPr>
        <p:sp>
          <p:nvSpPr>
            <p:cNvPr id="551" name="Google Shape;551;p48"/>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48"/>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48"/>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48"/>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5" name="Google Shape;555;p48"/>
          <p:cNvSpPr/>
          <p:nvPr/>
        </p:nvSpPr>
        <p:spPr>
          <a:xfrm>
            <a:off x="2412249" y="2792356"/>
            <a:ext cx="409401" cy="333886"/>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59"/>
        <p:cNvGrpSpPr/>
        <p:nvPr/>
      </p:nvGrpSpPr>
      <p:grpSpPr>
        <a:xfrm>
          <a:off x="0" y="0"/>
          <a:ext cx="0" cy="0"/>
          <a:chOff x="0" y="0"/>
          <a:chExt cx="0" cy="0"/>
        </a:xfrm>
      </p:grpSpPr>
      <p:sp>
        <p:nvSpPr>
          <p:cNvPr id="560" name="Google Shape;560;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561" name="Google Shape;561;p49"/>
          <p:cNvSpPr txBox="1">
            <a:spLocks noGrp="1"/>
          </p:cNvSpPr>
          <p:nvPr>
            <p:ph type="subTitle" idx="1"/>
          </p:nvPr>
        </p:nvSpPr>
        <p:spPr>
          <a:xfrm>
            <a:off x="719975" y="1164450"/>
            <a:ext cx="3748800" cy="118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1000"/>
              </a:spcBef>
              <a:spcAft>
                <a:spcPts val="0"/>
              </a:spcAft>
              <a:buNone/>
            </a:pPr>
            <a:r>
              <a:rPr lang="en" b="1"/>
              <a:t>Vectors</a:t>
            </a:r>
            <a:endParaRPr b="1"/>
          </a:p>
          <a:p>
            <a:pPr marL="457200" lvl="0" indent="-304800" algn="l" rtl="0">
              <a:spcBef>
                <a:spcPts val="0"/>
              </a:spcBef>
              <a:spcAft>
                <a:spcPts val="0"/>
              </a:spcAft>
              <a:buSzPts val="1200"/>
              <a:buChar char="●"/>
            </a:pPr>
            <a:r>
              <a:rPr lang="en" u="sng">
                <a:hlinkClick r:id="rId3"/>
              </a:rPr>
              <a:t>Abstract landing page</a:t>
            </a:r>
            <a:endParaRPr/>
          </a:p>
          <a:p>
            <a:pPr marL="457200" lvl="0" indent="-304800" algn="l" rtl="0">
              <a:spcBef>
                <a:spcPts val="0"/>
              </a:spcBef>
              <a:spcAft>
                <a:spcPts val="0"/>
              </a:spcAft>
              <a:buSzPts val="1200"/>
              <a:buChar char="●"/>
            </a:pPr>
            <a:r>
              <a:rPr lang="en" u="sng">
                <a:hlinkClick r:id="rId4"/>
              </a:rPr>
              <a:t>Abstract lineal shapes landing page template</a:t>
            </a:r>
            <a:endParaRPr/>
          </a:p>
        </p:txBody>
      </p:sp>
      <p:pic>
        <p:nvPicPr>
          <p:cNvPr id="562" name="Google Shape;562;p49"/>
          <p:cNvPicPr preferRelativeResize="0"/>
          <p:nvPr/>
        </p:nvPicPr>
        <p:blipFill>
          <a:blip r:embed="rId5">
            <a:alphaModFix/>
          </a:blip>
          <a:stretch>
            <a:fillRect/>
          </a:stretch>
        </p:blipFill>
        <p:spPr>
          <a:xfrm>
            <a:off x="4727368" y="3081342"/>
            <a:ext cx="3471821" cy="1506249"/>
          </a:xfrm>
          <a:prstGeom prst="rect">
            <a:avLst/>
          </a:prstGeom>
          <a:noFill/>
          <a:ln>
            <a:noFill/>
          </a:ln>
        </p:spPr>
      </p:pic>
      <p:pic>
        <p:nvPicPr>
          <p:cNvPr id="563" name="Google Shape;563;p49"/>
          <p:cNvPicPr preferRelativeResize="0"/>
          <p:nvPr/>
        </p:nvPicPr>
        <p:blipFill>
          <a:blip r:embed="rId6">
            <a:alphaModFix/>
          </a:blip>
          <a:stretch>
            <a:fillRect/>
          </a:stretch>
        </p:blipFill>
        <p:spPr>
          <a:xfrm>
            <a:off x="944812" y="3081342"/>
            <a:ext cx="3480197" cy="1506258"/>
          </a:xfrm>
          <a:prstGeom prst="rect">
            <a:avLst/>
          </a:prstGeom>
          <a:noFill/>
          <a:ln>
            <a:noFill/>
          </a:ln>
        </p:spPr>
      </p:pic>
      <p:pic>
        <p:nvPicPr>
          <p:cNvPr id="564" name="Google Shape;564;p49"/>
          <p:cNvPicPr preferRelativeResize="0"/>
          <p:nvPr/>
        </p:nvPicPr>
        <p:blipFill>
          <a:blip r:embed="rId7">
            <a:alphaModFix/>
          </a:blip>
          <a:stretch>
            <a:fillRect/>
          </a:stretch>
        </p:blipFill>
        <p:spPr>
          <a:xfrm>
            <a:off x="4727368" y="1258450"/>
            <a:ext cx="3471821" cy="1734078"/>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68"/>
        <p:cNvGrpSpPr/>
        <p:nvPr/>
      </p:nvGrpSpPr>
      <p:grpSpPr>
        <a:xfrm>
          <a:off x="0" y="0"/>
          <a:ext cx="0" cy="0"/>
          <a:chOff x="0" y="0"/>
          <a:chExt cx="0" cy="0"/>
        </a:xfrm>
      </p:grpSpPr>
      <p:sp>
        <p:nvSpPr>
          <p:cNvPr id="569" name="Google Shape;569;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570" name="Google Shape;570;p50"/>
          <p:cNvSpPr txBox="1">
            <a:spLocks noGrp="1"/>
          </p:cNvSpPr>
          <p:nvPr>
            <p:ph type="subTitle" idx="1"/>
          </p:nvPr>
        </p:nvSpPr>
        <p:spPr>
          <a:xfrm>
            <a:off x="719975" y="1393800"/>
            <a:ext cx="5015400" cy="2203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in this template? Get them at our other websites:</a:t>
            </a:r>
            <a:endParaRPr/>
          </a:p>
          <a:p>
            <a:pPr marL="0" lvl="0" indent="0" algn="l" rtl="0">
              <a:spcBef>
                <a:spcPts val="1000"/>
              </a:spcBef>
              <a:spcAft>
                <a:spcPts val="0"/>
              </a:spcAft>
              <a:buNone/>
            </a:pPr>
            <a:r>
              <a:rPr lang="en" b="1"/>
              <a:t>Vectors</a:t>
            </a:r>
            <a:endParaRPr b="1"/>
          </a:p>
          <a:p>
            <a:pPr marL="457200" lvl="0" indent="-304800" algn="l" rtl="0">
              <a:spcBef>
                <a:spcPts val="0"/>
              </a:spcBef>
              <a:spcAft>
                <a:spcPts val="0"/>
              </a:spcAft>
              <a:buSzPts val="1200"/>
              <a:buChar char="●"/>
            </a:pPr>
            <a:r>
              <a:rPr lang="en" u="sng">
                <a:hlinkClick r:id="rId3"/>
              </a:rPr>
              <a:t>Abstract landing page</a:t>
            </a:r>
            <a:endParaRPr/>
          </a:p>
          <a:p>
            <a:pPr marL="0" lvl="0" indent="0" algn="l" rtl="0">
              <a:spcBef>
                <a:spcPts val="1000"/>
              </a:spcBef>
              <a:spcAft>
                <a:spcPts val="0"/>
              </a:spcAft>
              <a:buNone/>
            </a:pPr>
            <a:r>
              <a:rPr lang="en" b="1"/>
              <a:t>Photos</a:t>
            </a:r>
            <a:endParaRPr b="1"/>
          </a:p>
          <a:p>
            <a:pPr marL="457200" lvl="0" indent="-304800" algn="l" rtl="0">
              <a:spcBef>
                <a:spcPts val="0"/>
              </a:spcBef>
              <a:spcAft>
                <a:spcPts val="0"/>
              </a:spcAft>
              <a:buSzPts val="1200"/>
              <a:buChar char="●"/>
            </a:pPr>
            <a:r>
              <a:rPr lang="en" u="sng">
                <a:hlinkClick r:id="rId4"/>
              </a:rPr>
              <a:t>Modern and equipped computer lab</a:t>
            </a:r>
            <a:endParaRPr/>
          </a:p>
          <a:p>
            <a:pPr marL="457200" lvl="0" indent="-304800" algn="l" rtl="0">
              <a:spcBef>
                <a:spcPts val="0"/>
              </a:spcBef>
              <a:spcAft>
                <a:spcPts val="0"/>
              </a:spcAft>
              <a:buSzPts val="1200"/>
              <a:buChar char="●"/>
            </a:pPr>
            <a:r>
              <a:rPr lang="en" u="sng">
                <a:hlinkClick r:id="rId5"/>
              </a:rPr>
              <a:t>Modern and equipped computer lab (I)</a:t>
            </a:r>
            <a:endParaRPr/>
          </a:p>
          <a:p>
            <a:pPr marL="457200" lvl="0" indent="-304800" algn="l" rtl="0">
              <a:spcBef>
                <a:spcPts val="0"/>
              </a:spcBef>
              <a:spcAft>
                <a:spcPts val="0"/>
              </a:spcAft>
              <a:buSzPts val="1200"/>
              <a:buChar char="●"/>
            </a:pPr>
            <a:r>
              <a:rPr lang="en" u="sng">
                <a:hlinkClick r:id="rId6"/>
              </a:rPr>
              <a:t>Young network engineers with a laptop medium shot</a:t>
            </a:r>
            <a:endParaRPr/>
          </a:p>
          <a:p>
            <a:pPr marL="457200" lvl="0" indent="-304800" algn="l" rtl="0">
              <a:spcBef>
                <a:spcPts val="0"/>
              </a:spcBef>
              <a:spcAft>
                <a:spcPts val="0"/>
              </a:spcAft>
              <a:buSzPts val="1200"/>
              <a:buChar char="●"/>
            </a:pPr>
            <a:r>
              <a:rPr lang="en" u="sng">
                <a:hlinkClick r:id="rId7"/>
              </a:rPr>
              <a:t>Black man working with a computer</a:t>
            </a:r>
            <a:endParaRPr/>
          </a:p>
          <a:p>
            <a:pPr marL="457200" lvl="0" indent="-304800" algn="l" rtl="0">
              <a:spcBef>
                <a:spcPts val="0"/>
              </a:spcBef>
              <a:spcAft>
                <a:spcPts val="0"/>
              </a:spcAft>
              <a:buSzPts val="1200"/>
              <a:buChar char="●"/>
            </a:pPr>
            <a:r>
              <a:rPr lang="en" u="sng">
                <a:hlinkClick r:id="rId8"/>
              </a:rPr>
              <a:t>People working as a team company</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74"/>
        <p:cNvGrpSpPr/>
        <p:nvPr/>
      </p:nvGrpSpPr>
      <p:grpSpPr>
        <a:xfrm>
          <a:off x="0" y="0"/>
          <a:ext cx="0" cy="0"/>
          <a:chOff x="0" y="0"/>
          <a:chExt cx="0" cy="0"/>
        </a:xfrm>
      </p:grpSpPr>
      <p:sp>
        <p:nvSpPr>
          <p:cNvPr id="575" name="Google Shape;575;p51"/>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576" name="Google Shape;576;p51"/>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rgbClr val="FFFFFF"/>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80"/>
        <p:cNvGrpSpPr/>
        <p:nvPr/>
      </p:nvGrpSpPr>
      <p:grpSpPr>
        <a:xfrm>
          <a:off x="0" y="0"/>
          <a:ext cx="0" cy="0"/>
          <a:chOff x="0" y="0"/>
          <a:chExt cx="0" cy="0"/>
        </a:xfrm>
      </p:grpSpPr>
      <p:sp>
        <p:nvSpPr>
          <p:cNvPr id="581" name="Google Shape;581;p52"/>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582" name="Google Shape;582;p52"/>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86"/>
        <p:cNvGrpSpPr/>
        <p:nvPr/>
      </p:nvGrpSpPr>
      <p:grpSpPr>
        <a:xfrm>
          <a:off x="0" y="0"/>
          <a:ext cx="0" cy="0"/>
          <a:chOff x="0" y="0"/>
          <a:chExt cx="0" cy="0"/>
        </a:xfrm>
      </p:grpSpPr>
      <p:sp>
        <p:nvSpPr>
          <p:cNvPr id="587" name="Google Shape;587;p53"/>
          <p:cNvSpPr txBox="1">
            <a:spLocks noGrp="1"/>
          </p:cNvSpPr>
          <p:nvPr>
            <p:ph type="body" idx="4294967295"/>
          </p:nvPr>
        </p:nvSpPr>
        <p:spPr>
          <a:xfrm>
            <a:off x="716775" y="1188000"/>
            <a:ext cx="7710600" cy="14664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This presentation has been made using the following fonts:</a:t>
            </a:r>
            <a:endParaRPr>
              <a:solidFill>
                <a:schemeClr val="lt1"/>
              </a:solidFill>
              <a:latin typeface="Arial"/>
              <a:ea typeface="Arial"/>
              <a:cs typeface="Arial"/>
              <a:sym typeface="Arial"/>
            </a:endParaRPr>
          </a:p>
          <a:p>
            <a:pPr marL="0" lvl="0" indent="0" algn="ctr" rtl="0">
              <a:lnSpc>
                <a:spcPct val="100000"/>
              </a:lnSpc>
              <a:spcBef>
                <a:spcPts val="1000"/>
              </a:spcBef>
              <a:spcAft>
                <a:spcPts val="0"/>
              </a:spcAft>
              <a:buClr>
                <a:schemeClr val="dk1"/>
              </a:buClr>
              <a:buSzPts val="1100"/>
              <a:buFont typeface="Arial"/>
              <a:buNone/>
            </a:pPr>
            <a:r>
              <a:rPr lang="en" b="1">
                <a:solidFill>
                  <a:schemeClr val="lt1"/>
                </a:solidFill>
                <a:latin typeface="Arial"/>
                <a:ea typeface="Arial"/>
                <a:cs typeface="Arial"/>
                <a:sym typeface="Arial"/>
              </a:rPr>
              <a:t>Space Grotesk</a:t>
            </a:r>
            <a:endParaRPr b="1">
              <a:solidFill>
                <a:schemeClr val="lt1"/>
              </a:solidFill>
              <a:latin typeface="Arial"/>
              <a:ea typeface="Arial"/>
              <a:cs typeface="Arial"/>
              <a:sym typeface="Arial"/>
            </a:endParaRPr>
          </a:p>
          <a:p>
            <a:pPr marL="0" lvl="0" indent="0" algn="ctr" rtl="0">
              <a:lnSpc>
                <a:spcPct val="100000"/>
              </a:lnSpc>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u="sng">
                <a:solidFill>
                  <a:schemeClr val="lt1"/>
                </a:solid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https://fonts.google.com/specimen/Space+Grotesk</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marL="0" lvl="0" indent="0" algn="ctr" rtl="0">
              <a:lnSpc>
                <a:spcPct val="100000"/>
              </a:lnSpc>
              <a:spcBef>
                <a:spcPts val="0"/>
              </a:spcBef>
              <a:spcAft>
                <a:spcPts val="0"/>
              </a:spcAft>
              <a:buClr>
                <a:schemeClr val="dk1"/>
              </a:buClr>
              <a:buSzPts val="1100"/>
              <a:buFont typeface="Arial"/>
              <a:buNone/>
            </a:pPr>
            <a:endParaRPr>
              <a:solidFill>
                <a:schemeClr val="lt1"/>
              </a:solidFill>
              <a:latin typeface="Arial"/>
              <a:ea typeface="Arial"/>
              <a:cs typeface="Arial"/>
              <a:sym typeface="Arial"/>
            </a:endParaRPr>
          </a:p>
          <a:p>
            <a:pPr marL="0" lvl="0" indent="0" algn="ctr" rtl="0">
              <a:lnSpc>
                <a:spcPct val="100000"/>
              </a:lnSpc>
              <a:spcBef>
                <a:spcPts val="0"/>
              </a:spcBef>
              <a:spcAft>
                <a:spcPts val="0"/>
              </a:spcAft>
              <a:buClr>
                <a:schemeClr val="dk1"/>
              </a:buClr>
              <a:buSzPts val="1100"/>
              <a:buFont typeface="Arial"/>
              <a:buNone/>
            </a:pPr>
            <a:r>
              <a:rPr lang="en" b="1">
                <a:solidFill>
                  <a:schemeClr val="lt1"/>
                </a:solidFill>
                <a:latin typeface="Arial"/>
                <a:ea typeface="Arial"/>
                <a:cs typeface="Arial"/>
                <a:sym typeface="Arial"/>
              </a:rPr>
              <a:t>Cairo</a:t>
            </a:r>
            <a:endParaRPr b="1">
              <a:solidFill>
                <a:schemeClr val="lt1"/>
              </a:solidFill>
              <a:latin typeface="Arial"/>
              <a:ea typeface="Arial"/>
              <a:cs typeface="Arial"/>
              <a:sym typeface="Arial"/>
            </a:endParaRPr>
          </a:p>
          <a:p>
            <a:pPr marL="0" lvl="0" indent="0" algn="ctr" rtl="0">
              <a:lnSpc>
                <a:spcPct val="100000"/>
              </a:lnSpc>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a:t>
            </a:r>
            <a:r>
              <a:rPr lang="en" u="sng">
                <a:solidFill>
                  <a:schemeClr val="lt1"/>
                </a:solid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https://fonts.google.com/specimen/Cairo</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marL="0" lvl="0" indent="0" algn="l" rtl="0">
              <a:lnSpc>
                <a:spcPct val="100000"/>
              </a:lnSpc>
              <a:spcBef>
                <a:spcPts val="0"/>
              </a:spcBef>
              <a:spcAft>
                <a:spcPts val="0"/>
              </a:spcAft>
              <a:buNone/>
            </a:pPr>
            <a:endParaRPr sz="1300">
              <a:solidFill>
                <a:schemeClr val="lt1"/>
              </a:solidFill>
              <a:latin typeface="Arial"/>
              <a:ea typeface="Arial"/>
              <a:cs typeface="Arial"/>
              <a:sym typeface="Arial"/>
            </a:endParaRPr>
          </a:p>
        </p:txBody>
      </p:sp>
      <p:sp>
        <p:nvSpPr>
          <p:cNvPr id="588" name="Google Shape;588;p53"/>
          <p:cNvSpPr/>
          <p:nvPr/>
        </p:nvSpPr>
        <p:spPr>
          <a:xfrm>
            <a:off x="2583563" y="2988225"/>
            <a:ext cx="791400" cy="754200"/>
          </a:xfrm>
          <a:prstGeom prst="roundRect">
            <a:avLst>
              <a:gd name="adj" fmla="val 16667"/>
            </a:avLst>
          </a:prstGeom>
          <a:solidFill>
            <a:srgbClr val="24116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53"/>
          <p:cNvSpPr/>
          <p:nvPr/>
        </p:nvSpPr>
        <p:spPr>
          <a:xfrm>
            <a:off x="3645382" y="298822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53"/>
          <p:cNvSpPr/>
          <p:nvPr/>
        </p:nvSpPr>
        <p:spPr>
          <a:xfrm>
            <a:off x="4707202" y="2988225"/>
            <a:ext cx="791400" cy="754200"/>
          </a:xfrm>
          <a:prstGeom prst="roundRect">
            <a:avLst>
              <a:gd name="adj" fmla="val 16667"/>
            </a:avLst>
          </a:prstGeom>
          <a:solidFill>
            <a:srgbClr val="E2E4F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53"/>
          <p:cNvSpPr txBox="1"/>
          <p:nvPr/>
        </p:nvSpPr>
        <p:spPr>
          <a:xfrm>
            <a:off x="2583563"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#241160</a:t>
            </a:r>
            <a:endParaRPr sz="1000">
              <a:solidFill>
                <a:srgbClr val="FFFFFF"/>
              </a:solidFill>
            </a:endParaRPr>
          </a:p>
        </p:txBody>
      </p:sp>
      <p:sp>
        <p:nvSpPr>
          <p:cNvPr id="592" name="Google Shape;592;p53"/>
          <p:cNvSpPr txBox="1"/>
          <p:nvPr/>
        </p:nvSpPr>
        <p:spPr>
          <a:xfrm>
            <a:off x="3645388"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593" name="Google Shape;593;p53"/>
          <p:cNvSpPr txBox="1"/>
          <p:nvPr/>
        </p:nvSpPr>
        <p:spPr>
          <a:xfrm>
            <a:off x="4707213"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#e2e4fc</a:t>
            </a:r>
            <a:endParaRPr sz="1000">
              <a:solidFill>
                <a:schemeClr val="dk1"/>
              </a:solidFill>
            </a:endParaRPr>
          </a:p>
        </p:txBody>
      </p:sp>
      <p:sp>
        <p:nvSpPr>
          <p:cNvPr id="594" name="Google Shape;594;p53"/>
          <p:cNvSpPr/>
          <p:nvPr/>
        </p:nvSpPr>
        <p:spPr>
          <a:xfrm>
            <a:off x="5769038" y="2988225"/>
            <a:ext cx="791400" cy="754200"/>
          </a:xfrm>
          <a:prstGeom prst="roundRect">
            <a:avLst>
              <a:gd name="adj" fmla="val 16667"/>
            </a:avLst>
          </a:prstGeom>
          <a:solidFill>
            <a:srgbClr val="8861F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53"/>
          <p:cNvSpPr txBox="1"/>
          <p:nvPr/>
        </p:nvSpPr>
        <p:spPr>
          <a:xfrm>
            <a:off x="5769038"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#8861f1</a:t>
            </a:r>
            <a:endParaRPr sz="1000">
              <a:solidFill>
                <a:srgbClr val="FFFFFF"/>
              </a:solidFill>
            </a:endParaRPr>
          </a:p>
        </p:txBody>
      </p:sp>
      <p:sp>
        <p:nvSpPr>
          <p:cNvPr id="596" name="Google Shape;596;p53"/>
          <p:cNvSpPr/>
          <p:nvPr/>
        </p:nvSpPr>
        <p:spPr>
          <a:xfrm>
            <a:off x="4176300" y="3919325"/>
            <a:ext cx="791400" cy="754200"/>
          </a:xfrm>
          <a:prstGeom prst="roundRect">
            <a:avLst>
              <a:gd name="adj" fmla="val 16667"/>
            </a:avLst>
          </a:prstGeom>
          <a:solidFill>
            <a:srgbClr val="0B9CD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53"/>
          <p:cNvSpPr/>
          <p:nvPr/>
        </p:nvSpPr>
        <p:spPr>
          <a:xfrm>
            <a:off x="5238120" y="3919325"/>
            <a:ext cx="791400" cy="754200"/>
          </a:xfrm>
          <a:prstGeom prst="roundRect">
            <a:avLst>
              <a:gd name="adj" fmla="val 16667"/>
            </a:avLst>
          </a:prstGeom>
          <a:solidFill>
            <a:srgbClr val="01CFE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53"/>
          <p:cNvSpPr txBox="1"/>
          <p:nvPr/>
        </p:nvSpPr>
        <p:spPr>
          <a:xfrm>
            <a:off x="4176300"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#0b9cdc</a:t>
            </a:r>
            <a:endParaRPr sz="1000">
              <a:solidFill>
                <a:srgbClr val="FFFFFF"/>
              </a:solidFill>
            </a:endParaRPr>
          </a:p>
        </p:txBody>
      </p:sp>
      <p:sp>
        <p:nvSpPr>
          <p:cNvPr id="599" name="Google Shape;599;p53"/>
          <p:cNvSpPr txBox="1"/>
          <p:nvPr/>
        </p:nvSpPr>
        <p:spPr>
          <a:xfrm>
            <a:off x="5238125"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#01cfe6</a:t>
            </a:r>
            <a:endParaRPr sz="1000">
              <a:solidFill>
                <a:srgbClr val="FFFFFF"/>
              </a:solidFill>
            </a:endParaRPr>
          </a:p>
        </p:txBody>
      </p:sp>
      <p:sp>
        <p:nvSpPr>
          <p:cNvPr id="600" name="Google Shape;600;p53"/>
          <p:cNvSpPr/>
          <p:nvPr/>
        </p:nvSpPr>
        <p:spPr>
          <a:xfrm>
            <a:off x="3114475" y="3919325"/>
            <a:ext cx="791400" cy="754200"/>
          </a:xfrm>
          <a:prstGeom prst="roundRect">
            <a:avLst>
              <a:gd name="adj" fmla="val 16667"/>
            </a:avLst>
          </a:prstGeom>
          <a:solidFill>
            <a:srgbClr val="545EE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53"/>
          <p:cNvSpPr txBox="1"/>
          <p:nvPr/>
        </p:nvSpPr>
        <p:spPr>
          <a:xfrm>
            <a:off x="3114475" y="40763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#545eea</a:t>
            </a:r>
            <a:endParaRPr sz="1000">
              <a:solidFill>
                <a:srgbClr val="FFFFFF"/>
              </a:solidFill>
            </a:endParaRPr>
          </a:p>
        </p:txBody>
      </p:sp>
      <p:sp>
        <p:nvSpPr>
          <p:cNvPr id="602" name="Google Shape;602;p53"/>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Fonts &amp; colors used</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06"/>
        <p:cNvGrpSpPr/>
        <p:nvPr/>
      </p:nvGrpSpPr>
      <p:grpSpPr>
        <a:xfrm>
          <a:off x="0" y="0"/>
          <a:ext cx="0" cy="0"/>
          <a:chOff x="0" y="0"/>
          <a:chExt cx="0" cy="0"/>
        </a:xfrm>
      </p:grpSpPr>
      <p:sp>
        <p:nvSpPr>
          <p:cNvPr id="607" name="Google Shape;607;p54"/>
          <p:cNvSpPr txBox="1"/>
          <p:nvPr/>
        </p:nvSpPr>
        <p:spPr>
          <a:xfrm>
            <a:off x="716700" y="1188000"/>
            <a:ext cx="7710600" cy="85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608" name="Google Shape;608;p54"/>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609" name="Google Shape;609;p54"/>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610" name="Google Shape;610;p54">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611" name="Google Shape;611;p54">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612" name="Google Shape;612;p54">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613" name="Google Shape;613;p54">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614" name="Google Shape;614;p54"/>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615" name="Google Shape;615;p54"/>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616" name="Google Shape;616;p54"/>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617" name="Google Shape;617;p54"/>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618" name="Google Shape;618;p54">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2"/>
        <p:cNvGrpSpPr/>
        <p:nvPr/>
      </p:nvGrpSpPr>
      <p:grpSpPr>
        <a:xfrm>
          <a:off x="0" y="0"/>
          <a:ext cx="0" cy="0"/>
          <a:chOff x="0" y="0"/>
          <a:chExt cx="0" cy="0"/>
        </a:xfrm>
      </p:grpSpPr>
      <p:sp>
        <p:nvSpPr>
          <p:cNvPr id="623" name="Google Shape;623;p55"/>
          <p:cNvSpPr txBox="1"/>
          <p:nvPr/>
        </p:nvSpPr>
        <p:spPr>
          <a:xfrm>
            <a:off x="716700" y="1188000"/>
            <a:ext cx="7710600" cy="76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grpSp>
        <p:nvGrpSpPr>
          <p:cNvPr id="624" name="Google Shape;624;p55"/>
          <p:cNvGrpSpPr/>
          <p:nvPr/>
        </p:nvGrpSpPr>
        <p:grpSpPr>
          <a:xfrm>
            <a:off x="5117640" y="3085736"/>
            <a:ext cx="474294" cy="551291"/>
            <a:chOff x="4727025" y="1332775"/>
            <a:chExt cx="59900" cy="69625"/>
          </a:xfrm>
        </p:grpSpPr>
        <p:sp>
          <p:nvSpPr>
            <p:cNvPr id="625" name="Google Shape;625;p5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5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 name="Google Shape;627;p55"/>
          <p:cNvGrpSpPr/>
          <p:nvPr/>
        </p:nvGrpSpPr>
        <p:grpSpPr>
          <a:xfrm>
            <a:off x="5731296" y="2314340"/>
            <a:ext cx="555653" cy="557031"/>
            <a:chOff x="4820425" y="1329900"/>
            <a:chExt cx="70175" cy="70350"/>
          </a:xfrm>
        </p:grpSpPr>
        <p:sp>
          <p:nvSpPr>
            <p:cNvPr id="628" name="Google Shape;628;p5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5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5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5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 name="Google Shape;632;p55"/>
          <p:cNvGrpSpPr/>
          <p:nvPr/>
        </p:nvGrpSpPr>
        <p:grpSpPr>
          <a:xfrm>
            <a:off x="6357664" y="2318845"/>
            <a:ext cx="582574" cy="533871"/>
            <a:chOff x="4903200" y="1331525"/>
            <a:chExt cx="73575" cy="67425"/>
          </a:xfrm>
        </p:grpSpPr>
        <p:sp>
          <p:nvSpPr>
            <p:cNvPr id="633" name="Google Shape;633;p5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5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 name="Google Shape;635;p55"/>
          <p:cNvGrpSpPr/>
          <p:nvPr/>
        </p:nvGrpSpPr>
        <p:grpSpPr>
          <a:xfrm>
            <a:off x="5717142" y="3078709"/>
            <a:ext cx="583960" cy="565345"/>
            <a:chOff x="4815575" y="1416800"/>
            <a:chExt cx="73750" cy="71400"/>
          </a:xfrm>
        </p:grpSpPr>
        <p:sp>
          <p:nvSpPr>
            <p:cNvPr id="636" name="Google Shape;636;p5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5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5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 name="Google Shape;639;p55"/>
          <p:cNvGrpSpPr/>
          <p:nvPr/>
        </p:nvGrpSpPr>
        <p:grpSpPr>
          <a:xfrm>
            <a:off x="6351924" y="3108896"/>
            <a:ext cx="589898" cy="504970"/>
            <a:chOff x="4902475" y="1418875"/>
            <a:chExt cx="74500" cy="63775"/>
          </a:xfrm>
        </p:grpSpPr>
        <p:sp>
          <p:nvSpPr>
            <p:cNvPr id="640" name="Google Shape;640;p5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55"/>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 name="Google Shape;642;p55"/>
          <p:cNvGrpSpPr/>
          <p:nvPr/>
        </p:nvGrpSpPr>
        <p:grpSpPr>
          <a:xfrm>
            <a:off x="5727139" y="3826000"/>
            <a:ext cx="563967" cy="567127"/>
            <a:chOff x="4818100" y="1507675"/>
            <a:chExt cx="71225" cy="71625"/>
          </a:xfrm>
        </p:grpSpPr>
        <p:sp>
          <p:nvSpPr>
            <p:cNvPr id="643" name="Google Shape;643;p5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5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5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5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 name="Google Shape;647;p55"/>
          <p:cNvGrpSpPr/>
          <p:nvPr/>
        </p:nvGrpSpPr>
        <p:grpSpPr>
          <a:xfrm>
            <a:off x="5040636" y="3829461"/>
            <a:ext cx="628301" cy="588505"/>
            <a:chOff x="4721450" y="1509475"/>
            <a:chExt cx="79350" cy="74325"/>
          </a:xfrm>
        </p:grpSpPr>
        <p:sp>
          <p:nvSpPr>
            <p:cNvPr id="648" name="Google Shape;648;p5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5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5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5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 name="Google Shape;652;p55"/>
          <p:cNvGrpSpPr/>
          <p:nvPr/>
        </p:nvGrpSpPr>
        <p:grpSpPr>
          <a:xfrm>
            <a:off x="6386170" y="3814027"/>
            <a:ext cx="557038" cy="562772"/>
            <a:chOff x="4906800" y="1507500"/>
            <a:chExt cx="70350" cy="71075"/>
          </a:xfrm>
        </p:grpSpPr>
        <p:sp>
          <p:nvSpPr>
            <p:cNvPr id="653" name="Google Shape;653;p5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5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5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5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5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55"/>
          <p:cNvGrpSpPr/>
          <p:nvPr/>
        </p:nvGrpSpPr>
        <p:grpSpPr>
          <a:xfrm>
            <a:off x="4423778" y="2340963"/>
            <a:ext cx="517934" cy="517934"/>
            <a:chOff x="3736598" y="2170606"/>
            <a:chExt cx="404889" cy="404889"/>
          </a:xfrm>
        </p:grpSpPr>
        <p:sp>
          <p:nvSpPr>
            <p:cNvPr id="659" name="Google Shape;659;p5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5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5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5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 name="Google Shape;663;p55"/>
          <p:cNvGrpSpPr/>
          <p:nvPr/>
        </p:nvGrpSpPr>
        <p:grpSpPr>
          <a:xfrm>
            <a:off x="3690839" y="2341061"/>
            <a:ext cx="586986" cy="517740"/>
            <a:chOff x="3161917" y="2170682"/>
            <a:chExt cx="458870" cy="404737"/>
          </a:xfrm>
        </p:grpSpPr>
        <p:sp>
          <p:nvSpPr>
            <p:cNvPr id="664" name="Google Shape;664;p5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5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5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 name="Google Shape;667;p55"/>
          <p:cNvGrpSpPr/>
          <p:nvPr/>
        </p:nvGrpSpPr>
        <p:grpSpPr>
          <a:xfrm>
            <a:off x="3713860" y="3102400"/>
            <a:ext cx="540943" cy="517963"/>
            <a:chOff x="3179914" y="2889488"/>
            <a:chExt cx="422876" cy="404911"/>
          </a:xfrm>
        </p:grpSpPr>
        <p:sp>
          <p:nvSpPr>
            <p:cNvPr id="668" name="Google Shape;668;p5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5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5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5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5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5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 name="Google Shape;674;p55"/>
          <p:cNvGrpSpPr/>
          <p:nvPr/>
        </p:nvGrpSpPr>
        <p:grpSpPr>
          <a:xfrm>
            <a:off x="4414654" y="3102358"/>
            <a:ext cx="536180" cy="518047"/>
            <a:chOff x="3729467" y="2889422"/>
            <a:chExt cx="419153" cy="404977"/>
          </a:xfrm>
        </p:grpSpPr>
        <p:sp>
          <p:nvSpPr>
            <p:cNvPr id="675" name="Google Shape;675;p5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5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5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5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5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5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5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 name="Google Shape;682;p55"/>
          <p:cNvGrpSpPr/>
          <p:nvPr/>
        </p:nvGrpSpPr>
        <p:grpSpPr>
          <a:xfrm>
            <a:off x="1951688" y="3445787"/>
            <a:ext cx="965351" cy="134611"/>
            <a:chOff x="4411970" y="2962952"/>
            <a:chExt cx="706544" cy="104212"/>
          </a:xfrm>
        </p:grpSpPr>
        <p:sp>
          <p:nvSpPr>
            <p:cNvPr id="683" name="Google Shape;683;p5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5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5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5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 name="Google Shape;687;p55"/>
          <p:cNvGrpSpPr/>
          <p:nvPr/>
        </p:nvGrpSpPr>
        <p:grpSpPr>
          <a:xfrm>
            <a:off x="1951688" y="3041077"/>
            <a:ext cx="960158" cy="289172"/>
            <a:chOff x="4411970" y="2726085"/>
            <a:chExt cx="643107" cy="193659"/>
          </a:xfrm>
        </p:grpSpPr>
        <p:sp>
          <p:nvSpPr>
            <p:cNvPr id="688" name="Google Shape;688;p5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5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5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 name="Google Shape;691;p55"/>
          <p:cNvGrpSpPr/>
          <p:nvPr/>
        </p:nvGrpSpPr>
        <p:grpSpPr>
          <a:xfrm>
            <a:off x="960185" y="3295400"/>
            <a:ext cx="811503" cy="252584"/>
            <a:chOff x="4411970" y="4340222"/>
            <a:chExt cx="779467" cy="242683"/>
          </a:xfrm>
        </p:grpSpPr>
        <p:sp>
          <p:nvSpPr>
            <p:cNvPr id="692" name="Google Shape;692;p5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5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5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 name="Google Shape;695;p55"/>
          <p:cNvGrpSpPr/>
          <p:nvPr/>
        </p:nvGrpSpPr>
        <p:grpSpPr>
          <a:xfrm>
            <a:off x="1951688" y="2709308"/>
            <a:ext cx="965160" cy="216230"/>
            <a:chOff x="4411970" y="2468674"/>
            <a:chExt cx="747317" cy="167425"/>
          </a:xfrm>
        </p:grpSpPr>
        <p:sp>
          <p:nvSpPr>
            <p:cNvPr id="696" name="Google Shape;696;p5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5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8" name="Google Shape;698;p55"/>
          <p:cNvSpPr/>
          <p:nvPr/>
        </p:nvSpPr>
        <p:spPr>
          <a:xfrm>
            <a:off x="958435"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9" name="Google Shape;699;p55"/>
          <p:cNvGrpSpPr/>
          <p:nvPr/>
        </p:nvGrpSpPr>
        <p:grpSpPr>
          <a:xfrm>
            <a:off x="959254" y="2334687"/>
            <a:ext cx="1959041" cy="208784"/>
            <a:chOff x="6336019" y="3733725"/>
            <a:chExt cx="2566206" cy="351310"/>
          </a:xfrm>
        </p:grpSpPr>
        <p:sp>
          <p:nvSpPr>
            <p:cNvPr id="700" name="Google Shape;700;p55"/>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55"/>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55"/>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55"/>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 name="Google Shape;704;p55"/>
          <p:cNvGrpSpPr/>
          <p:nvPr/>
        </p:nvGrpSpPr>
        <p:grpSpPr>
          <a:xfrm>
            <a:off x="1951688" y="3950602"/>
            <a:ext cx="946551" cy="153200"/>
            <a:chOff x="4404545" y="3301592"/>
            <a:chExt cx="782403" cy="129272"/>
          </a:xfrm>
        </p:grpSpPr>
        <p:sp>
          <p:nvSpPr>
            <p:cNvPr id="705" name="Google Shape;705;p5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55"/>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55"/>
          <p:cNvGrpSpPr/>
          <p:nvPr/>
        </p:nvGrpSpPr>
        <p:grpSpPr>
          <a:xfrm>
            <a:off x="1951688" y="3695937"/>
            <a:ext cx="962257" cy="139127"/>
            <a:chOff x="4411970" y="3131459"/>
            <a:chExt cx="710520" cy="117397"/>
          </a:xfrm>
        </p:grpSpPr>
        <p:sp>
          <p:nvSpPr>
            <p:cNvPr id="708" name="Google Shape;708;p5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5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 name="Google Shape;710;p55" descr="Timeline background shape"/>
          <p:cNvSpPr/>
          <p:nvPr/>
        </p:nvSpPr>
        <p:spPr>
          <a:xfrm>
            <a:off x="1951688"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1" name="Google Shape;711;p55"/>
          <p:cNvGrpSpPr/>
          <p:nvPr/>
        </p:nvGrpSpPr>
        <p:grpSpPr>
          <a:xfrm>
            <a:off x="951833" y="3621603"/>
            <a:ext cx="823838" cy="458988"/>
            <a:chOff x="4411970" y="1801825"/>
            <a:chExt cx="734586" cy="409262"/>
          </a:xfrm>
        </p:grpSpPr>
        <p:sp>
          <p:nvSpPr>
            <p:cNvPr id="712" name="Google Shape;712;p5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5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 name="Google Shape;714;p55"/>
          <p:cNvGrpSpPr/>
          <p:nvPr/>
        </p:nvGrpSpPr>
        <p:grpSpPr>
          <a:xfrm>
            <a:off x="3056804" y="2339173"/>
            <a:ext cx="521514" cy="521514"/>
            <a:chOff x="5681300" y="2527788"/>
            <a:chExt cx="805800" cy="805800"/>
          </a:xfrm>
        </p:grpSpPr>
        <p:sp>
          <p:nvSpPr>
            <p:cNvPr id="715" name="Google Shape;715;p55"/>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5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 name="Google Shape;717;p55"/>
          <p:cNvGrpSpPr/>
          <p:nvPr/>
        </p:nvGrpSpPr>
        <p:grpSpPr>
          <a:xfrm>
            <a:off x="3051044" y="3094865"/>
            <a:ext cx="533033" cy="533033"/>
            <a:chOff x="4049800" y="640400"/>
            <a:chExt cx="858900" cy="858900"/>
          </a:xfrm>
        </p:grpSpPr>
        <p:sp>
          <p:nvSpPr>
            <p:cNvPr id="718" name="Google Shape;718;p55"/>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55"/>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55"/>
          <p:cNvGrpSpPr/>
          <p:nvPr/>
        </p:nvGrpSpPr>
        <p:grpSpPr>
          <a:xfrm>
            <a:off x="2976527" y="3772543"/>
            <a:ext cx="682068" cy="682068"/>
            <a:chOff x="5080188" y="927900"/>
            <a:chExt cx="961200" cy="961200"/>
          </a:xfrm>
        </p:grpSpPr>
        <p:sp>
          <p:nvSpPr>
            <p:cNvPr id="721" name="Google Shape;721;p55"/>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5"/>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5"/>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5"/>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5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5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5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5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 name="Google Shape;729;p55"/>
          <p:cNvGrpSpPr/>
          <p:nvPr/>
        </p:nvGrpSpPr>
        <p:grpSpPr>
          <a:xfrm>
            <a:off x="4440026" y="3869234"/>
            <a:ext cx="505650" cy="504006"/>
            <a:chOff x="6039282" y="1042577"/>
            <a:chExt cx="734315" cy="731929"/>
          </a:xfrm>
        </p:grpSpPr>
        <p:sp>
          <p:nvSpPr>
            <p:cNvPr id="730" name="Google Shape;730;p5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5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5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5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5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5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5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5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5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5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5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5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5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5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55"/>
          <p:cNvGrpSpPr/>
          <p:nvPr/>
        </p:nvGrpSpPr>
        <p:grpSpPr>
          <a:xfrm>
            <a:off x="5052628" y="2298862"/>
            <a:ext cx="567744" cy="602136"/>
            <a:chOff x="1825800" y="1651625"/>
            <a:chExt cx="539989" cy="571775"/>
          </a:xfrm>
        </p:grpSpPr>
        <p:sp>
          <p:nvSpPr>
            <p:cNvPr id="752" name="Google Shape;752;p55"/>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55"/>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55"/>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5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 name="Google Shape;756;p55"/>
          <p:cNvGrpSpPr/>
          <p:nvPr/>
        </p:nvGrpSpPr>
        <p:grpSpPr>
          <a:xfrm>
            <a:off x="3727557" y="3855579"/>
            <a:ext cx="508123" cy="507955"/>
            <a:chOff x="1897577" y="2802432"/>
            <a:chExt cx="492176" cy="492014"/>
          </a:xfrm>
        </p:grpSpPr>
        <p:sp>
          <p:nvSpPr>
            <p:cNvPr id="757" name="Google Shape;757;p55"/>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55"/>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55"/>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55"/>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55"/>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55"/>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55"/>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55"/>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55"/>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55"/>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5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55"/>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 name="Google Shape;769;p55"/>
          <p:cNvGrpSpPr/>
          <p:nvPr/>
        </p:nvGrpSpPr>
        <p:grpSpPr>
          <a:xfrm>
            <a:off x="959087" y="4169123"/>
            <a:ext cx="809227" cy="200842"/>
            <a:chOff x="2013045" y="4813233"/>
            <a:chExt cx="921986" cy="228854"/>
          </a:xfrm>
        </p:grpSpPr>
        <p:sp>
          <p:nvSpPr>
            <p:cNvPr id="770" name="Google Shape;770;p55"/>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55"/>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 name="Google Shape;772;p55"/>
          <p:cNvGrpSpPr/>
          <p:nvPr/>
        </p:nvGrpSpPr>
        <p:grpSpPr>
          <a:xfrm>
            <a:off x="967547" y="2656004"/>
            <a:ext cx="792421" cy="269941"/>
            <a:chOff x="1046767" y="4756633"/>
            <a:chExt cx="859646" cy="292841"/>
          </a:xfrm>
        </p:grpSpPr>
        <p:sp>
          <p:nvSpPr>
            <p:cNvPr id="773" name="Google Shape;773;p55"/>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55"/>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55"/>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 name="Google Shape;776;p55"/>
          <p:cNvSpPr/>
          <p:nvPr/>
        </p:nvSpPr>
        <p:spPr>
          <a:xfrm>
            <a:off x="7401300"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55"/>
          <p:cNvSpPr/>
          <p:nvPr/>
        </p:nvSpPr>
        <p:spPr>
          <a:xfrm>
            <a:off x="7100754"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55"/>
          <p:cNvSpPr/>
          <p:nvPr/>
        </p:nvSpPr>
        <p:spPr>
          <a:xfrm>
            <a:off x="7723043"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55"/>
          <p:cNvSpPr/>
          <p:nvPr/>
        </p:nvSpPr>
        <p:spPr>
          <a:xfrm>
            <a:off x="8017748"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 name="Google Shape;780;p55"/>
          <p:cNvGrpSpPr/>
          <p:nvPr/>
        </p:nvGrpSpPr>
        <p:grpSpPr>
          <a:xfrm>
            <a:off x="7103403" y="2550562"/>
            <a:ext cx="166473" cy="141497"/>
            <a:chOff x="4660325" y="1866850"/>
            <a:chExt cx="68350" cy="58100"/>
          </a:xfrm>
        </p:grpSpPr>
        <p:sp>
          <p:nvSpPr>
            <p:cNvPr id="781" name="Google Shape;781;p5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5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 name="Google Shape;783;p55"/>
          <p:cNvGrpSpPr/>
          <p:nvPr/>
        </p:nvGrpSpPr>
        <p:grpSpPr>
          <a:xfrm>
            <a:off x="7412747" y="2576286"/>
            <a:ext cx="162515" cy="90049"/>
            <a:chOff x="4791775" y="1877500"/>
            <a:chExt cx="66725" cy="36975"/>
          </a:xfrm>
        </p:grpSpPr>
        <p:sp>
          <p:nvSpPr>
            <p:cNvPr id="784" name="Google Shape;784;p5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5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 name="Google Shape;786;p55"/>
          <p:cNvGrpSpPr/>
          <p:nvPr/>
        </p:nvGrpSpPr>
        <p:grpSpPr>
          <a:xfrm>
            <a:off x="7734460" y="2576286"/>
            <a:ext cx="144979" cy="90049"/>
            <a:chOff x="4923925" y="1877500"/>
            <a:chExt cx="59525" cy="36975"/>
          </a:xfrm>
        </p:grpSpPr>
        <p:sp>
          <p:nvSpPr>
            <p:cNvPr id="787" name="Google Shape;787;p5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5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 name="Google Shape;789;p55"/>
          <p:cNvGrpSpPr/>
          <p:nvPr/>
        </p:nvGrpSpPr>
        <p:grpSpPr>
          <a:xfrm>
            <a:off x="8028952" y="2558477"/>
            <a:ext cx="141447" cy="125667"/>
            <a:chOff x="5058450" y="1870100"/>
            <a:chExt cx="58075" cy="51600"/>
          </a:xfrm>
        </p:grpSpPr>
        <p:sp>
          <p:nvSpPr>
            <p:cNvPr id="790" name="Google Shape;790;p5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5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 name="Google Shape;792;p55"/>
          <p:cNvGrpSpPr/>
          <p:nvPr/>
        </p:nvGrpSpPr>
        <p:grpSpPr>
          <a:xfrm>
            <a:off x="7443466" y="2980885"/>
            <a:ext cx="101077" cy="107645"/>
            <a:chOff x="4811425" y="2065025"/>
            <a:chExt cx="41500" cy="44200"/>
          </a:xfrm>
        </p:grpSpPr>
        <p:sp>
          <p:nvSpPr>
            <p:cNvPr id="793" name="Google Shape;793;p5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5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55"/>
          <p:cNvGrpSpPr/>
          <p:nvPr/>
        </p:nvGrpSpPr>
        <p:grpSpPr>
          <a:xfrm>
            <a:off x="7735904" y="2981098"/>
            <a:ext cx="120867" cy="107218"/>
            <a:chOff x="4929875" y="2065025"/>
            <a:chExt cx="49625" cy="44025"/>
          </a:xfrm>
        </p:grpSpPr>
        <p:sp>
          <p:nvSpPr>
            <p:cNvPr id="796" name="Google Shape;796;p5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5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 name="Google Shape;798;p55"/>
          <p:cNvGrpSpPr/>
          <p:nvPr/>
        </p:nvGrpSpPr>
        <p:grpSpPr>
          <a:xfrm>
            <a:off x="8064572" y="2984112"/>
            <a:ext cx="70206" cy="101191"/>
            <a:chOff x="5083925" y="2066350"/>
            <a:chExt cx="28825" cy="41550"/>
          </a:xfrm>
        </p:grpSpPr>
        <p:sp>
          <p:nvSpPr>
            <p:cNvPr id="799" name="Google Shape;799;p5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5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 name="Google Shape;801;p55"/>
          <p:cNvGrpSpPr/>
          <p:nvPr/>
        </p:nvGrpSpPr>
        <p:grpSpPr>
          <a:xfrm>
            <a:off x="7096126" y="2999759"/>
            <a:ext cx="181026" cy="69896"/>
            <a:chOff x="4659775" y="2072775"/>
            <a:chExt cx="74325" cy="28700"/>
          </a:xfrm>
        </p:grpSpPr>
        <p:sp>
          <p:nvSpPr>
            <p:cNvPr id="802" name="Google Shape;802;p5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5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5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 name="Google Shape;805;p55"/>
          <p:cNvGrpSpPr/>
          <p:nvPr/>
        </p:nvGrpSpPr>
        <p:grpSpPr>
          <a:xfrm>
            <a:off x="8015982" y="2790324"/>
            <a:ext cx="167387" cy="89197"/>
            <a:chOff x="4662475" y="1976500"/>
            <a:chExt cx="68725" cy="36625"/>
          </a:xfrm>
        </p:grpSpPr>
        <p:sp>
          <p:nvSpPr>
            <p:cNvPr id="806" name="Google Shape;806;p5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5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5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 name="Google Shape;809;p55"/>
          <p:cNvGrpSpPr/>
          <p:nvPr/>
        </p:nvGrpSpPr>
        <p:grpSpPr>
          <a:xfrm>
            <a:off x="7712887" y="2793764"/>
            <a:ext cx="166899" cy="82317"/>
            <a:chOff x="4920150" y="1977875"/>
            <a:chExt cx="68525" cy="33800"/>
          </a:xfrm>
        </p:grpSpPr>
        <p:sp>
          <p:nvSpPr>
            <p:cNvPr id="810" name="Google Shape;810;p5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5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5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 name="Google Shape;813;p55"/>
          <p:cNvGrpSpPr/>
          <p:nvPr/>
        </p:nvGrpSpPr>
        <p:grpSpPr>
          <a:xfrm>
            <a:off x="7124044" y="3197682"/>
            <a:ext cx="125190" cy="127859"/>
            <a:chOff x="4676550" y="2160575"/>
            <a:chExt cx="51400" cy="52500"/>
          </a:xfrm>
        </p:grpSpPr>
        <p:sp>
          <p:nvSpPr>
            <p:cNvPr id="814" name="Google Shape;814;p5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5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5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 name="Google Shape;817;p55"/>
          <p:cNvGrpSpPr/>
          <p:nvPr/>
        </p:nvGrpSpPr>
        <p:grpSpPr>
          <a:xfrm>
            <a:off x="7421302" y="3204714"/>
            <a:ext cx="145405" cy="113794"/>
            <a:chOff x="4768325" y="2163475"/>
            <a:chExt cx="59700" cy="46725"/>
          </a:xfrm>
        </p:grpSpPr>
        <p:sp>
          <p:nvSpPr>
            <p:cNvPr id="818" name="Google Shape;818;p5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5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 name="Google Shape;820;p55"/>
          <p:cNvSpPr/>
          <p:nvPr/>
        </p:nvSpPr>
        <p:spPr>
          <a:xfrm>
            <a:off x="7753257"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5"/>
          <p:cNvSpPr/>
          <p:nvPr/>
        </p:nvSpPr>
        <p:spPr>
          <a:xfrm>
            <a:off x="8025633"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5"/>
          <p:cNvSpPr/>
          <p:nvPr/>
        </p:nvSpPr>
        <p:spPr>
          <a:xfrm>
            <a:off x="7127089"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5"/>
          <p:cNvSpPr/>
          <p:nvPr/>
        </p:nvSpPr>
        <p:spPr>
          <a:xfrm>
            <a:off x="7095061"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5"/>
          <p:cNvSpPr/>
          <p:nvPr/>
        </p:nvSpPr>
        <p:spPr>
          <a:xfrm>
            <a:off x="7112384"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5"/>
          <p:cNvSpPr/>
          <p:nvPr/>
        </p:nvSpPr>
        <p:spPr>
          <a:xfrm>
            <a:off x="7746133"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 name="Google Shape;826;p55"/>
          <p:cNvGrpSpPr/>
          <p:nvPr/>
        </p:nvGrpSpPr>
        <p:grpSpPr>
          <a:xfrm>
            <a:off x="7437621" y="3459808"/>
            <a:ext cx="112768" cy="106853"/>
            <a:chOff x="4768575" y="2253950"/>
            <a:chExt cx="46300" cy="43875"/>
          </a:xfrm>
        </p:grpSpPr>
        <p:sp>
          <p:nvSpPr>
            <p:cNvPr id="827" name="Google Shape;827;p5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 name="Google Shape;829;p55"/>
          <p:cNvGrpSpPr/>
          <p:nvPr/>
        </p:nvGrpSpPr>
        <p:grpSpPr>
          <a:xfrm>
            <a:off x="7737243" y="3948834"/>
            <a:ext cx="118187" cy="146246"/>
            <a:chOff x="4960900" y="2433225"/>
            <a:chExt cx="48525" cy="60050"/>
          </a:xfrm>
        </p:grpSpPr>
        <p:sp>
          <p:nvSpPr>
            <p:cNvPr id="830" name="Google Shape;830;p5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 name="Google Shape;832;p55"/>
          <p:cNvGrpSpPr/>
          <p:nvPr/>
        </p:nvGrpSpPr>
        <p:grpSpPr>
          <a:xfrm>
            <a:off x="7425808" y="4212895"/>
            <a:ext cx="136394" cy="143810"/>
            <a:chOff x="4854075" y="2527625"/>
            <a:chExt cx="56000" cy="59050"/>
          </a:xfrm>
        </p:grpSpPr>
        <p:sp>
          <p:nvSpPr>
            <p:cNvPr id="833" name="Google Shape;833;p5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5" name="Google Shape;835;p55"/>
          <p:cNvSpPr/>
          <p:nvPr/>
        </p:nvSpPr>
        <p:spPr>
          <a:xfrm>
            <a:off x="7441061"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5"/>
          <p:cNvSpPr/>
          <p:nvPr/>
        </p:nvSpPr>
        <p:spPr>
          <a:xfrm>
            <a:off x="8019727"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5"/>
          <p:cNvSpPr/>
          <p:nvPr/>
        </p:nvSpPr>
        <p:spPr>
          <a:xfrm>
            <a:off x="7118991"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8" name="Google Shape;838;p55"/>
          <p:cNvGrpSpPr/>
          <p:nvPr/>
        </p:nvGrpSpPr>
        <p:grpSpPr>
          <a:xfrm>
            <a:off x="8050020" y="3676639"/>
            <a:ext cx="99312" cy="160797"/>
            <a:chOff x="5059700" y="2334775"/>
            <a:chExt cx="40775" cy="66025"/>
          </a:xfrm>
        </p:grpSpPr>
        <p:sp>
          <p:nvSpPr>
            <p:cNvPr id="839" name="Google Shape;839;p5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5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5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5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 name="Google Shape;848;p55"/>
          <p:cNvGrpSpPr/>
          <p:nvPr/>
        </p:nvGrpSpPr>
        <p:grpSpPr>
          <a:xfrm>
            <a:off x="8007184" y="3941771"/>
            <a:ext cx="184984" cy="160371"/>
            <a:chOff x="5037700" y="2430325"/>
            <a:chExt cx="75950" cy="65850"/>
          </a:xfrm>
        </p:grpSpPr>
        <p:sp>
          <p:nvSpPr>
            <p:cNvPr id="849" name="Google Shape;849;p5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5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55"/>
          <p:cNvGrpSpPr/>
          <p:nvPr/>
        </p:nvGrpSpPr>
        <p:grpSpPr>
          <a:xfrm>
            <a:off x="7426689" y="3708223"/>
            <a:ext cx="173014" cy="97629"/>
            <a:chOff x="4756975" y="2341800"/>
            <a:chExt cx="91975" cy="51925"/>
          </a:xfrm>
        </p:grpSpPr>
        <p:sp>
          <p:nvSpPr>
            <p:cNvPr id="852" name="Google Shape;852;p5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5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5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5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5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5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5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5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5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5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5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5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5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5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 name="Google Shape;872;p55"/>
          <p:cNvGrpSpPr/>
          <p:nvPr/>
        </p:nvGrpSpPr>
        <p:grpSpPr>
          <a:xfrm>
            <a:off x="7693626" y="4196920"/>
            <a:ext cx="212497" cy="175761"/>
            <a:chOff x="4943575" y="2516350"/>
            <a:chExt cx="98675" cy="81700"/>
          </a:xfrm>
        </p:grpSpPr>
        <p:sp>
          <p:nvSpPr>
            <p:cNvPr id="873" name="Google Shape;873;p5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5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5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5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5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5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5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5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5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5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5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5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5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5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5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5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5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5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5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5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5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5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5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5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5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5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5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5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5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5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5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5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5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5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5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5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5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5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5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5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5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5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5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5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5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5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5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5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5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5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5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5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5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5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5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5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5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5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5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5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5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5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5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5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5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5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5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5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5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5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5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5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1" name="Google Shape;951;p55"/>
          <p:cNvSpPr/>
          <p:nvPr/>
        </p:nvSpPr>
        <p:spPr>
          <a:xfrm>
            <a:off x="7709169"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55"/>
          <p:cNvSpPr/>
          <p:nvPr/>
        </p:nvSpPr>
        <p:spPr>
          <a:xfrm>
            <a:off x="8025426"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55"/>
          <p:cNvSpPr/>
          <p:nvPr/>
        </p:nvSpPr>
        <p:spPr>
          <a:xfrm>
            <a:off x="7127539"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55"/>
          <p:cNvSpPr/>
          <p:nvPr/>
        </p:nvSpPr>
        <p:spPr>
          <a:xfrm flipH="1">
            <a:off x="7434905"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55"/>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 our editable graphic resources...</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59"/>
        <p:cNvGrpSpPr/>
        <p:nvPr/>
      </p:nvGrpSpPr>
      <p:grpSpPr>
        <a:xfrm>
          <a:off x="0" y="0"/>
          <a:ext cx="0" cy="0"/>
          <a:chOff x="0" y="0"/>
          <a:chExt cx="0" cy="0"/>
        </a:xfrm>
      </p:grpSpPr>
      <p:grpSp>
        <p:nvGrpSpPr>
          <p:cNvPr id="960" name="Google Shape;960;p56"/>
          <p:cNvGrpSpPr/>
          <p:nvPr/>
        </p:nvGrpSpPr>
        <p:grpSpPr>
          <a:xfrm>
            <a:off x="752796" y="2869970"/>
            <a:ext cx="2622876" cy="1333540"/>
            <a:chOff x="238125" y="1038125"/>
            <a:chExt cx="7146800" cy="3633625"/>
          </a:xfrm>
        </p:grpSpPr>
        <p:sp>
          <p:nvSpPr>
            <p:cNvPr id="961" name="Google Shape;961;p5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5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5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5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5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5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5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5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5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5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5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5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5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5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5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5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5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5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5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5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5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5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5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5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5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5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5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5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5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5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5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5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5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5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5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5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5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5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5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5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5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5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5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5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5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5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5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5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5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5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5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5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5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5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5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5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5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5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5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5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5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5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5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5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5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5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5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5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5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5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5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5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5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5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5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5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5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5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5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5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5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5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5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5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5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5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5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5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5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5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5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5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5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5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5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5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5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5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5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5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5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5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5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5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5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5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5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5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5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5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5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5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5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5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5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5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5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5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5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5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5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5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5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5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5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5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5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5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5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5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5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5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5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5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5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5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5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5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5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5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5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5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5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5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5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5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5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5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5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5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5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5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5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5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5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5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5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5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5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5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5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5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5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5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5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5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5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5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5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5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5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5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5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5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5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5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5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5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5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5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5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5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5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5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5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5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5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5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5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5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5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5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5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5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5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5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5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5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5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5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5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5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5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5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5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5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5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5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5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5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5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5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5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5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5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5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5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5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5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5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5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5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5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5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5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5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5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5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5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5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5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5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5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5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5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5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5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5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5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5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5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5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5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5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5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5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5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5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5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5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5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5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5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5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5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5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5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5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5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5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5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5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5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5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5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5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5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5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5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5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5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5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5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5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5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5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5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5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5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5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5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5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5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5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5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5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5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5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5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5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5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5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5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5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5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5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5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5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5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5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5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5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5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5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5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5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5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5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5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5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5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5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5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5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5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5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5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5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5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5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5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5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5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5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5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5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5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5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5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5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5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5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5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5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5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5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5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5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5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5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5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5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5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5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5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5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5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5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5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5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5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5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5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5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5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5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5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5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5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5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5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5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5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5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5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5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5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5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5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5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5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5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5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5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5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5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5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5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5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5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5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5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5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5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5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5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5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5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5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5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5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5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5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5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5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5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5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5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5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5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5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5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5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5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5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5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5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5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5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5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5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5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5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5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5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5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5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5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5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5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5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5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5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5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5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5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5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5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5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5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5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5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5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5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5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5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5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5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5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5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5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5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5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5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5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5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5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5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5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5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5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5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5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5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5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5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5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5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5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5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5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5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5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5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5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5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5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5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5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5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5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5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5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5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5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5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5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5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5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5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5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5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5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5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5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5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5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5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5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5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5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5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5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5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5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5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5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5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5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5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5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5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5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5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5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5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5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5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5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5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5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5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5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5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5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5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5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5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5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5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5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5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5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5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5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5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5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5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5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5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5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5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5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5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5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5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5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5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5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5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5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5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5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5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5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5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5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5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5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5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5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5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5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5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5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5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5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5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5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5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5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5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5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5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5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5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5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5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5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5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5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5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5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5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5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5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5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5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5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5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5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5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5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5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5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5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5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5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5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5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5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5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5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5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5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5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5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5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5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5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5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5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5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5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5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5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5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5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5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5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5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5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5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5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5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5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5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5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5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5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5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5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5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5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5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5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5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5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5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5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5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5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5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5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5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5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5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5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5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5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5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5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5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5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5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5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5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5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5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5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5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5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5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5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5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5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5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5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5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5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5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5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5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5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5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5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5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5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5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5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5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5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5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5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5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5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5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5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5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5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5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5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5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5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5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5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5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5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5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5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5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5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5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5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5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5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5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5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5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5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5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5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5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5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5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5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5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5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5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5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5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5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5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5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5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5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5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5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5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5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5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5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5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5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5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5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5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5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5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5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5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5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5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5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5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5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5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5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5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5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5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5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5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5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5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5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5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5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5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5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5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5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5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5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5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5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5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5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5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5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5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5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5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5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5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5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5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5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5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5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5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5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5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5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5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5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5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5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5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5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5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5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5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5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5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5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5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5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5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5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5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5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5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5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5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3" name="Google Shape;2533;p56"/>
          <p:cNvGrpSpPr/>
          <p:nvPr/>
        </p:nvGrpSpPr>
        <p:grpSpPr>
          <a:xfrm>
            <a:off x="6681268" y="3584496"/>
            <a:ext cx="560636" cy="516497"/>
            <a:chOff x="6652051" y="3714143"/>
            <a:chExt cx="560636" cy="516497"/>
          </a:xfrm>
        </p:grpSpPr>
        <p:grpSp>
          <p:nvGrpSpPr>
            <p:cNvPr id="2534" name="Google Shape;2534;p56"/>
            <p:cNvGrpSpPr/>
            <p:nvPr/>
          </p:nvGrpSpPr>
          <p:grpSpPr>
            <a:xfrm>
              <a:off x="6669657" y="3716715"/>
              <a:ext cx="466768" cy="464314"/>
              <a:chOff x="3139766" y="765669"/>
              <a:chExt cx="886380" cy="881888"/>
            </a:xfrm>
          </p:grpSpPr>
          <p:grpSp>
            <p:nvGrpSpPr>
              <p:cNvPr id="2535" name="Google Shape;2535;p56"/>
              <p:cNvGrpSpPr/>
              <p:nvPr/>
            </p:nvGrpSpPr>
            <p:grpSpPr>
              <a:xfrm>
                <a:off x="3139766" y="765669"/>
                <a:ext cx="886380" cy="881888"/>
                <a:chOff x="3139766" y="765669"/>
                <a:chExt cx="886380" cy="881888"/>
              </a:xfrm>
            </p:grpSpPr>
            <p:sp>
              <p:nvSpPr>
                <p:cNvPr id="2536" name="Google Shape;2536;p56"/>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6"/>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6"/>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6"/>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6"/>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6"/>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6"/>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6"/>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6"/>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45" name="Google Shape;2545;p56"/>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6"/>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6"/>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6"/>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49" name="Google Shape;2549;p56"/>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0" name="Google Shape;2550;p56"/>
          <p:cNvGrpSpPr/>
          <p:nvPr/>
        </p:nvGrpSpPr>
        <p:grpSpPr>
          <a:xfrm>
            <a:off x="7679978" y="3065079"/>
            <a:ext cx="104231" cy="320340"/>
            <a:chOff x="7564426" y="3224343"/>
            <a:chExt cx="119985" cy="368801"/>
          </a:xfrm>
        </p:grpSpPr>
        <p:sp>
          <p:nvSpPr>
            <p:cNvPr id="2551" name="Google Shape;2551;p5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3" name="Google Shape;2553;p56"/>
          <p:cNvGrpSpPr/>
          <p:nvPr/>
        </p:nvGrpSpPr>
        <p:grpSpPr>
          <a:xfrm>
            <a:off x="7379466" y="3059180"/>
            <a:ext cx="189489" cy="332132"/>
            <a:chOff x="8370831" y="3202002"/>
            <a:chExt cx="218129" cy="382376"/>
          </a:xfrm>
        </p:grpSpPr>
        <p:sp>
          <p:nvSpPr>
            <p:cNvPr id="2554" name="Google Shape;2554;p5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6" name="Google Shape;2556;p56"/>
          <p:cNvGrpSpPr/>
          <p:nvPr/>
        </p:nvGrpSpPr>
        <p:grpSpPr>
          <a:xfrm>
            <a:off x="8102855" y="3470312"/>
            <a:ext cx="309429" cy="267000"/>
            <a:chOff x="6742064" y="3750480"/>
            <a:chExt cx="399315" cy="344560"/>
          </a:xfrm>
        </p:grpSpPr>
        <p:sp>
          <p:nvSpPr>
            <p:cNvPr id="2557" name="Google Shape;2557;p5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9" name="Google Shape;2559;p56"/>
          <p:cNvGrpSpPr/>
          <p:nvPr/>
        </p:nvGrpSpPr>
        <p:grpSpPr>
          <a:xfrm>
            <a:off x="7641874" y="3821360"/>
            <a:ext cx="180437" cy="281608"/>
            <a:chOff x="7248525" y="3739696"/>
            <a:chExt cx="230531" cy="359790"/>
          </a:xfrm>
        </p:grpSpPr>
        <p:sp>
          <p:nvSpPr>
            <p:cNvPr id="2560" name="Google Shape;2560;p5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2" name="Google Shape;2562;p56"/>
          <p:cNvGrpSpPr/>
          <p:nvPr/>
        </p:nvGrpSpPr>
        <p:grpSpPr>
          <a:xfrm>
            <a:off x="7887794" y="3464584"/>
            <a:ext cx="162896" cy="278710"/>
            <a:chOff x="7601242" y="3729267"/>
            <a:chExt cx="222566" cy="380803"/>
          </a:xfrm>
        </p:grpSpPr>
        <p:sp>
          <p:nvSpPr>
            <p:cNvPr id="2563" name="Google Shape;2563;p5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65" name="Google Shape;2565;p56"/>
          <p:cNvSpPr/>
          <p:nvPr/>
        </p:nvSpPr>
        <p:spPr>
          <a:xfrm>
            <a:off x="7853820" y="307694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66" name="Google Shape;2566;p56"/>
          <p:cNvGrpSpPr/>
          <p:nvPr/>
        </p:nvGrpSpPr>
        <p:grpSpPr>
          <a:xfrm>
            <a:off x="7377439" y="3465724"/>
            <a:ext cx="193543" cy="275990"/>
            <a:chOff x="8304647" y="3738687"/>
            <a:chExt cx="225076" cy="320956"/>
          </a:xfrm>
        </p:grpSpPr>
        <p:sp>
          <p:nvSpPr>
            <p:cNvPr id="2567" name="Google Shape;2567;p56"/>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0" name="Google Shape;2570;p56"/>
          <p:cNvGrpSpPr/>
          <p:nvPr/>
        </p:nvGrpSpPr>
        <p:grpSpPr>
          <a:xfrm>
            <a:off x="7649932" y="3465724"/>
            <a:ext cx="178492" cy="275990"/>
            <a:chOff x="8615101" y="3738687"/>
            <a:chExt cx="207573" cy="320956"/>
          </a:xfrm>
        </p:grpSpPr>
        <p:sp>
          <p:nvSpPr>
            <p:cNvPr id="2571" name="Google Shape;2571;p56"/>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74" name="Google Shape;2574;p56"/>
          <p:cNvSpPr/>
          <p:nvPr/>
        </p:nvSpPr>
        <p:spPr>
          <a:xfrm>
            <a:off x="8146371" y="3055607"/>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75" name="Google Shape;2575;p56"/>
          <p:cNvGrpSpPr/>
          <p:nvPr/>
        </p:nvGrpSpPr>
        <p:grpSpPr>
          <a:xfrm>
            <a:off x="7875463" y="3868385"/>
            <a:ext cx="187557" cy="187557"/>
            <a:chOff x="8565775" y="671075"/>
            <a:chExt cx="441000" cy="441000"/>
          </a:xfrm>
        </p:grpSpPr>
        <p:sp>
          <p:nvSpPr>
            <p:cNvPr id="2576" name="Google Shape;2576;p56"/>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6"/>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78" name="Google Shape;2578;p56"/>
          <p:cNvSpPr/>
          <p:nvPr/>
        </p:nvSpPr>
        <p:spPr>
          <a:xfrm>
            <a:off x="8160729" y="3864305"/>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6"/>
          <p:cNvSpPr/>
          <p:nvPr/>
        </p:nvSpPr>
        <p:spPr>
          <a:xfrm flipH="1">
            <a:off x="7384916" y="3830761"/>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80" name="Google Shape;2580;p56"/>
          <p:cNvGrpSpPr/>
          <p:nvPr/>
        </p:nvGrpSpPr>
        <p:grpSpPr>
          <a:xfrm>
            <a:off x="6029935" y="2940910"/>
            <a:ext cx="587865" cy="517731"/>
            <a:chOff x="6000718" y="3070557"/>
            <a:chExt cx="587865" cy="517731"/>
          </a:xfrm>
        </p:grpSpPr>
        <p:sp>
          <p:nvSpPr>
            <p:cNvPr id="2581" name="Google Shape;2581;p56"/>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6"/>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6"/>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6"/>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6"/>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6"/>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6"/>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6"/>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6"/>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6"/>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1" name="Google Shape;2591;p56"/>
          <p:cNvGrpSpPr/>
          <p:nvPr/>
        </p:nvGrpSpPr>
        <p:grpSpPr>
          <a:xfrm>
            <a:off x="6044740" y="3584570"/>
            <a:ext cx="557665" cy="516387"/>
            <a:chOff x="6015523" y="3714217"/>
            <a:chExt cx="557665" cy="516387"/>
          </a:xfrm>
        </p:grpSpPr>
        <p:grpSp>
          <p:nvGrpSpPr>
            <p:cNvPr id="2592" name="Google Shape;2592;p56"/>
            <p:cNvGrpSpPr/>
            <p:nvPr/>
          </p:nvGrpSpPr>
          <p:grpSpPr>
            <a:xfrm>
              <a:off x="6036094" y="3716980"/>
              <a:ext cx="529822" cy="510480"/>
              <a:chOff x="3148311" y="-545634"/>
              <a:chExt cx="1006118" cy="969572"/>
            </a:xfrm>
          </p:grpSpPr>
          <p:sp>
            <p:nvSpPr>
              <p:cNvPr id="2593" name="Google Shape;2593;p56"/>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6"/>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6"/>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6"/>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6"/>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6"/>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6"/>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6"/>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6"/>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6"/>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03" name="Google Shape;2603;p56"/>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4" name="Google Shape;2604;p56"/>
          <p:cNvGrpSpPr/>
          <p:nvPr/>
        </p:nvGrpSpPr>
        <p:grpSpPr>
          <a:xfrm>
            <a:off x="6673522" y="2943981"/>
            <a:ext cx="576302" cy="511871"/>
            <a:chOff x="6644304" y="3073628"/>
            <a:chExt cx="576302" cy="511871"/>
          </a:xfrm>
        </p:grpSpPr>
        <p:grpSp>
          <p:nvGrpSpPr>
            <p:cNvPr id="2605" name="Google Shape;2605;p56"/>
            <p:cNvGrpSpPr/>
            <p:nvPr/>
          </p:nvGrpSpPr>
          <p:grpSpPr>
            <a:xfrm>
              <a:off x="6712169" y="3073651"/>
              <a:ext cx="481611" cy="506713"/>
              <a:chOff x="1833536" y="-546641"/>
              <a:chExt cx="914567" cy="962419"/>
            </a:xfrm>
          </p:grpSpPr>
          <p:grpSp>
            <p:nvGrpSpPr>
              <p:cNvPr id="2606" name="Google Shape;2606;p56"/>
              <p:cNvGrpSpPr/>
              <p:nvPr/>
            </p:nvGrpSpPr>
            <p:grpSpPr>
              <a:xfrm>
                <a:off x="1833536" y="-524249"/>
                <a:ext cx="914567" cy="940027"/>
                <a:chOff x="1833536" y="-524249"/>
                <a:chExt cx="914567" cy="940027"/>
              </a:xfrm>
            </p:grpSpPr>
            <p:sp>
              <p:nvSpPr>
                <p:cNvPr id="2607" name="Google Shape;2607;p56"/>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6"/>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6"/>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6"/>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6"/>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12" name="Google Shape;2612;p56"/>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6"/>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6"/>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6"/>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16" name="Google Shape;2616;p5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7" name="Google Shape;2617;p56"/>
          <p:cNvGrpSpPr/>
          <p:nvPr/>
        </p:nvGrpSpPr>
        <p:grpSpPr>
          <a:xfrm>
            <a:off x="5938558" y="1033351"/>
            <a:ext cx="2435960" cy="1297725"/>
            <a:chOff x="233350" y="949250"/>
            <a:chExt cx="7137300" cy="3802300"/>
          </a:xfrm>
        </p:grpSpPr>
        <p:sp>
          <p:nvSpPr>
            <p:cNvPr id="2618" name="Google Shape;2618;p5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9" name="Google Shape;2669;p56"/>
          <p:cNvGrpSpPr/>
          <p:nvPr/>
        </p:nvGrpSpPr>
        <p:grpSpPr>
          <a:xfrm>
            <a:off x="731715" y="995041"/>
            <a:ext cx="2665073" cy="1317140"/>
            <a:chOff x="793334" y="1192826"/>
            <a:chExt cx="2665073" cy="1317140"/>
          </a:xfrm>
        </p:grpSpPr>
        <p:sp>
          <p:nvSpPr>
            <p:cNvPr id="2670" name="Google Shape;2670;p56"/>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6"/>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6"/>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6"/>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6"/>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6"/>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6"/>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6"/>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6"/>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6"/>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6"/>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6"/>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6"/>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6"/>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6"/>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6"/>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6"/>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6"/>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6"/>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6"/>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6"/>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6"/>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6"/>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6"/>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6"/>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6"/>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6"/>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6"/>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6"/>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6"/>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6"/>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6"/>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6"/>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6"/>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6"/>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6"/>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6"/>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6"/>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6"/>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6"/>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6"/>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6"/>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6"/>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6"/>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6"/>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6"/>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6"/>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6"/>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6"/>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6"/>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6"/>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6"/>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6"/>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6"/>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6"/>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6"/>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6"/>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6"/>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6"/>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6"/>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6"/>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6"/>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6"/>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6"/>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6"/>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6"/>
            <p:cNvSpPr/>
            <p:nvPr/>
          </p:nvSpPr>
          <p:spPr>
            <a:xfrm>
              <a:off x="2185707" y="2266820"/>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6"/>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6"/>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6"/>
            <p:cNvSpPr/>
            <p:nvPr/>
          </p:nvSpPr>
          <p:spPr>
            <a:xfrm>
              <a:off x="2184336" y="2266820"/>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6"/>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6"/>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6"/>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6"/>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6"/>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6"/>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6"/>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6"/>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6"/>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6"/>
            <p:cNvSpPr/>
            <p:nvPr/>
          </p:nvSpPr>
          <p:spPr>
            <a:xfrm>
              <a:off x="2201728" y="225032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6"/>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6"/>
            <p:cNvSpPr/>
            <p:nvPr/>
          </p:nvSpPr>
          <p:spPr>
            <a:xfrm>
              <a:off x="2203113" y="225041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6"/>
            <p:cNvSpPr/>
            <p:nvPr/>
          </p:nvSpPr>
          <p:spPr>
            <a:xfrm>
              <a:off x="2195021" y="223568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6"/>
            <p:cNvSpPr/>
            <p:nvPr/>
          </p:nvSpPr>
          <p:spPr>
            <a:xfrm>
              <a:off x="2195211" y="2235931"/>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6"/>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6"/>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6"/>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6"/>
            <p:cNvSpPr/>
            <p:nvPr/>
          </p:nvSpPr>
          <p:spPr>
            <a:xfrm>
              <a:off x="2203588" y="225041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6"/>
            <p:cNvSpPr/>
            <p:nvPr/>
          </p:nvSpPr>
          <p:spPr>
            <a:xfrm>
              <a:off x="2195116" y="223583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6"/>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6"/>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6"/>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6"/>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6"/>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6"/>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6"/>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6"/>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6"/>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6"/>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6"/>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6"/>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6"/>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6"/>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6"/>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6"/>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6"/>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6"/>
            <p:cNvSpPr/>
            <p:nvPr/>
          </p:nvSpPr>
          <p:spPr>
            <a:xfrm>
              <a:off x="2276445" y="2253609"/>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6"/>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6"/>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6"/>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6"/>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6"/>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6"/>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6"/>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6"/>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6"/>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6"/>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6"/>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6"/>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6"/>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6"/>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6"/>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6"/>
            <p:cNvSpPr/>
            <p:nvPr/>
          </p:nvSpPr>
          <p:spPr>
            <a:xfrm>
              <a:off x="2275644" y="225355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6"/>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6"/>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6"/>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6"/>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6"/>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6"/>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6"/>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6"/>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6"/>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6"/>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6"/>
            <p:cNvSpPr/>
            <p:nvPr/>
          </p:nvSpPr>
          <p:spPr>
            <a:xfrm>
              <a:off x="2197261" y="217722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6"/>
            <p:cNvSpPr/>
            <p:nvPr/>
          </p:nvSpPr>
          <p:spPr>
            <a:xfrm>
              <a:off x="2195401" y="217727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6"/>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6"/>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6"/>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6"/>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6"/>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6"/>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6"/>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6"/>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6"/>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6"/>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6"/>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6"/>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6"/>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6"/>
            <p:cNvSpPr/>
            <p:nvPr/>
          </p:nvSpPr>
          <p:spPr>
            <a:xfrm>
              <a:off x="2194695" y="217727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6"/>
            <p:cNvSpPr/>
            <p:nvPr/>
          </p:nvSpPr>
          <p:spPr>
            <a:xfrm>
              <a:off x="2195971" y="217722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6"/>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6"/>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6"/>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6"/>
            <p:cNvSpPr/>
            <p:nvPr/>
          </p:nvSpPr>
          <p:spPr>
            <a:xfrm>
              <a:off x="2229915" y="2176991"/>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6"/>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6"/>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6"/>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6"/>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6"/>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6"/>
            <p:cNvSpPr/>
            <p:nvPr/>
          </p:nvSpPr>
          <p:spPr>
            <a:xfrm>
              <a:off x="2229915" y="217689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6"/>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6"/>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6"/>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6"/>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6"/>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6"/>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6"/>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6"/>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6"/>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6"/>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6"/>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6"/>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6"/>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6"/>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6"/>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6"/>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6"/>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6"/>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6"/>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6"/>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6"/>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6"/>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6"/>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6"/>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6"/>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6"/>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6"/>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6"/>
            <p:cNvSpPr/>
            <p:nvPr/>
          </p:nvSpPr>
          <p:spPr>
            <a:xfrm>
              <a:off x="2119218" y="1809706"/>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6"/>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6"/>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6"/>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6"/>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6"/>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6"/>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6"/>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6"/>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6"/>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6"/>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6"/>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6"/>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6"/>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6"/>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6"/>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6"/>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6"/>
            <p:cNvSpPr/>
            <p:nvPr/>
          </p:nvSpPr>
          <p:spPr>
            <a:xfrm>
              <a:off x="2135416" y="178902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6"/>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6"/>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6"/>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6"/>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6"/>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6"/>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6"/>
            <p:cNvSpPr/>
            <p:nvPr/>
          </p:nvSpPr>
          <p:spPr>
            <a:xfrm>
              <a:off x="2135470" y="178830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6"/>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6"/>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6"/>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6"/>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6"/>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6"/>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6"/>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6"/>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6"/>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6"/>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6"/>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6"/>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6"/>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6"/>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6"/>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6"/>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6"/>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6"/>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6"/>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6"/>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6"/>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6"/>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6"/>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6"/>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6"/>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6"/>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6"/>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6"/>
            <p:cNvSpPr/>
            <p:nvPr/>
          </p:nvSpPr>
          <p:spPr>
            <a:xfrm>
              <a:off x="1925752" y="1940268"/>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6"/>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6"/>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6"/>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6"/>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6"/>
            <p:cNvSpPr/>
            <p:nvPr/>
          </p:nvSpPr>
          <p:spPr>
            <a:xfrm>
              <a:off x="1926947" y="194032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6"/>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6"/>
            <p:cNvSpPr/>
            <p:nvPr/>
          </p:nvSpPr>
          <p:spPr>
            <a:xfrm>
              <a:off x="1928033" y="194032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6"/>
            <p:cNvSpPr/>
            <p:nvPr/>
          </p:nvSpPr>
          <p:spPr>
            <a:xfrm>
              <a:off x="1926037" y="194602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6"/>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6"/>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6"/>
            <p:cNvSpPr/>
            <p:nvPr/>
          </p:nvSpPr>
          <p:spPr>
            <a:xfrm>
              <a:off x="1926132" y="1945970"/>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6"/>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6"/>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6"/>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6"/>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6"/>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6"/>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6"/>
            <p:cNvSpPr/>
            <p:nvPr/>
          </p:nvSpPr>
          <p:spPr>
            <a:xfrm>
              <a:off x="1927612" y="195058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6"/>
            <p:cNvSpPr/>
            <p:nvPr/>
          </p:nvSpPr>
          <p:spPr>
            <a:xfrm>
              <a:off x="1927843" y="195077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6"/>
            <p:cNvSpPr/>
            <p:nvPr/>
          </p:nvSpPr>
          <p:spPr>
            <a:xfrm>
              <a:off x="1944666" y="194935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6"/>
            <p:cNvSpPr/>
            <p:nvPr/>
          </p:nvSpPr>
          <p:spPr>
            <a:xfrm>
              <a:off x="1927802" y="1950736"/>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6"/>
            <p:cNvSpPr/>
            <p:nvPr/>
          </p:nvSpPr>
          <p:spPr>
            <a:xfrm>
              <a:off x="1927748" y="195068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6"/>
            <p:cNvSpPr/>
            <p:nvPr/>
          </p:nvSpPr>
          <p:spPr>
            <a:xfrm>
              <a:off x="1927137" y="1950546"/>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6"/>
            <p:cNvSpPr/>
            <p:nvPr/>
          </p:nvSpPr>
          <p:spPr>
            <a:xfrm>
              <a:off x="1944475" y="194931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6"/>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6"/>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6"/>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6"/>
            <p:cNvSpPr/>
            <p:nvPr/>
          </p:nvSpPr>
          <p:spPr>
            <a:xfrm>
              <a:off x="2074819" y="195847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6"/>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6"/>
            <p:cNvSpPr/>
            <p:nvPr/>
          </p:nvSpPr>
          <p:spPr>
            <a:xfrm>
              <a:off x="2074860" y="1958855"/>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6"/>
            <p:cNvSpPr/>
            <p:nvPr/>
          </p:nvSpPr>
          <p:spPr>
            <a:xfrm>
              <a:off x="2074670" y="1957525"/>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6"/>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6"/>
            <p:cNvSpPr/>
            <p:nvPr/>
          </p:nvSpPr>
          <p:spPr>
            <a:xfrm>
              <a:off x="2074480" y="195638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6"/>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6"/>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6"/>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6"/>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6"/>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6"/>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6"/>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6"/>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6"/>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6"/>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6"/>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6"/>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6"/>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6"/>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6"/>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6"/>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6"/>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6"/>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6"/>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6"/>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6"/>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6"/>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6"/>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6"/>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6"/>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6"/>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6"/>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6"/>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6"/>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6"/>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6"/>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6"/>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6"/>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6"/>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6"/>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6"/>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6"/>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6"/>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6"/>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6"/>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6"/>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6"/>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6"/>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6"/>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6"/>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6"/>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6"/>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6"/>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6"/>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6"/>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6"/>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6"/>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6"/>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6"/>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6"/>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6"/>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6"/>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6"/>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6"/>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6"/>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6"/>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6"/>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6"/>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6"/>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6"/>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6"/>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6"/>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6"/>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6"/>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6"/>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6"/>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6"/>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6"/>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6"/>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6"/>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6"/>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6"/>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6"/>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6"/>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6"/>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6"/>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6"/>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6"/>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6"/>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6"/>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6"/>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6"/>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6"/>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6"/>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6"/>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6"/>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6"/>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6"/>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6"/>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6"/>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6"/>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6"/>
            <p:cNvSpPr/>
            <p:nvPr/>
          </p:nvSpPr>
          <p:spPr>
            <a:xfrm>
              <a:off x="2048153" y="196531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6"/>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6"/>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6"/>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6"/>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6"/>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6"/>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6"/>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6"/>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6"/>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6"/>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6"/>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6"/>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6"/>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6"/>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6"/>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6"/>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6"/>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6"/>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6"/>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6"/>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6"/>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6"/>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6"/>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6"/>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6"/>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6"/>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6"/>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6"/>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6"/>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6"/>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6"/>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6"/>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6"/>
            <p:cNvSpPr/>
            <p:nvPr/>
          </p:nvSpPr>
          <p:spPr>
            <a:xfrm>
              <a:off x="1957510" y="195258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6"/>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6"/>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6"/>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6"/>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6"/>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6"/>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6"/>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6"/>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6"/>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6"/>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6"/>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6"/>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6"/>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6"/>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6"/>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6"/>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6"/>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6"/>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6"/>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6"/>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6"/>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6"/>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6"/>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6"/>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6"/>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6"/>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6"/>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6"/>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6"/>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6"/>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6"/>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6"/>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6"/>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6"/>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6"/>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6"/>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6"/>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6"/>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6"/>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6"/>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6"/>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6"/>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6"/>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6"/>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6"/>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6"/>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6"/>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6"/>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6"/>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6"/>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6"/>
            <p:cNvSpPr/>
            <p:nvPr/>
          </p:nvSpPr>
          <p:spPr>
            <a:xfrm>
              <a:off x="1971481" y="1981910"/>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6"/>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6"/>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6"/>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6"/>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6"/>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6"/>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6"/>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6"/>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6"/>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6"/>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6"/>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6"/>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6"/>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6"/>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6"/>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6"/>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6"/>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6"/>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6"/>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6"/>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6"/>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6"/>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6"/>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6"/>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6"/>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6"/>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6"/>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6"/>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6"/>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6"/>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6"/>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6"/>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6"/>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6"/>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6"/>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6"/>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6"/>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6"/>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6"/>
            <p:cNvSpPr/>
            <p:nvPr/>
          </p:nvSpPr>
          <p:spPr>
            <a:xfrm>
              <a:off x="1969580" y="1981394"/>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6"/>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6"/>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6"/>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6"/>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6"/>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6"/>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6"/>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6"/>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6"/>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6"/>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6"/>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6"/>
            <p:cNvSpPr/>
            <p:nvPr/>
          </p:nvSpPr>
          <p:spPr>
            <a:xfrm>
              <a:off x="1983796" y="184544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6"/>
            <p:cNvSpPr/>
            <p:nvPr/>
          </p:nvSpPr>
          <p:spPr>
            <a:xfrm>
              <a:off x="1983986" y="184530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6"/>
            <p:cNvSpPr/>
            <p:nvPr/>
          </p:nvSpPr>
          <p:spPr>
            <a:xfrm>
              <a:off x="1984081" y="184515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6"/>
            <p:cNvSpPr/>
            <p:nvPr/>
          </p:nvSpPr>
          <p:spPr>
            <a:xfrm>
              <a:off x="1983891" y="184544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6"/>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6"/>
            <p:cNvSpPr/>
            <p:nvPr/>
          </p:nvSpPr>
          <p:spPr>
            <a:xfrm>
              <a:off x="1984366" y="184344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6"/>
            <p:cNvSpPr/>
            <p:nvPr/>
          </p:nvSpPr>
          <p:spPr>
            <a:xfrm>
              <a:off x="1983932" y="184540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6"/>
            <p:cNvSpPr/>
            <p:nvPr/>
          </p:nvSpPr>
          <p:spPr>
            <a:xfrm>
              <a:off x="1984027" y="184525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6"/>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6"/>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6"/>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6"/>
            <p:cNvSpPr/>
            <p:nvPr/>
          </p:nvSpPr>
          <p:spPr>
            <a:xfrm>
              <a:off x="1984271" y="184458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6"/>
            <p:cNvSpPr/>
            <p:nvPr/>
          </p:nvSpPr>
          <p:spPr>
            <a:xfrm>
              <a:off x="1984366" y="184373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6"/>
            <p:cNvSpPr/>
            <p:nvPr/>
          </p:nvSpPr>
          <p:spPr>
            <a:xfrm>
              <a:off x="1984366" y="1843976"/>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6"/>
            <p:cNvSpPr/>
            <p:nvPr/>
          </p:nvSpPr>
          <p:spPr>
            <a:xfrm>
              <a:off x="1984407" y="184278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6"/>
            <p:cNvSpPr/>
            <p:nvPr/>
          </p:nvSpPr>
          <p:spPr>
            <a:xfrm>
              <a:off x="1984312" y="184439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6"/>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6"/>
            <p:cNvSpPr/>
            <p:nvPr/>
          </p:nvSpPr>
          <p:spPr>
            <a:xfrm>
              <a:off x="1983986" y="184530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6"/>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6"/>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6"/>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6"/>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6"/>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6"/>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6"/>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6"/>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6"/>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6"/>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6"/>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6"/>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6"/>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6"/>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6"/>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6"/>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6"/>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6"/>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6"/>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6"/>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6"/>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6"/>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6"/>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6"/>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6"/>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6"/>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6"/>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6"/>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6"/>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6"/>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6"/>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6"/>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6"/>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6"/>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6"/>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6"/>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6"/>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6"/>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6"/>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6"/>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6"/>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6"/>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6"/>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6"/>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6"/>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6"/>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6"/>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6"/>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6"/>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6"/>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6"/>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6"/>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6"/>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6"/>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6"/>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6"/>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6"/>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6"/>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6"/>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6"/>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6"/>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6"/>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6"/>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6"/>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6"/>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6"/>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6"/>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6"/>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6"/>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6"/>
            <p:cNvSpPr/>
            <p:nvPr/>
          </p:nvSpPr>
          <p:spPr>
            <a:xfrm>
              <a:off x="2055037" y="196014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6"/>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6"/>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6"/>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6"/>
            <p:cNvSpPr/>
            <p:nvPr/>
          </p:nvSpPr>
          <p:spPr>
            <a:xfrm>
              <a:off x="2048343" y="195919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6"/>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6"/>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6"/>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6"/>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6"/>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6"/>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6"/>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6"/>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6"/>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6"/>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6"/>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6"/>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6"/>
            <p:cNvSpPr/>
            <p:nvPr/>
          </p:nvSpPr>
          <p:spPr>
            <a:xfrm>
              <a:off x="2044257" y="196071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6"/>
            <p:cNvSpPr/>
            <p:nvPr/>
          </p:nvSpPr>
          <p:spPr>
            <a:xfrm>
              <a:off x="2048153" y="195919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6"/>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6"/>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6"/>
            <p:cNvSpPr/>
            <p:nvPr/>
          </p:nvSpPr>
          <p:spPr>
            <a:xfrm>
              <a:off x="2009036" y="196189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6"/>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6"/>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6"/>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6"/>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6"/>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6"/>
            <p:cNvSpPr/>
            <p:nvPr/>
          </p:nvSpPr>
          <p:spPr>
            <a:xfrm>
              <a:off x="2029796" y="193770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6"/>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6"/>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6"/>
            <p:cNvSpPr/>
            <p:nvPr/>
          </p:nvSpPr>
          <p:spPr>
            <a:xfrm>
              <a:off x="2008086" y="196474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6"/>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6"/>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6"/>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6"/>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6"/>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6"/>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6"/>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6"/>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6"/>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6"/>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6"/>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6"/>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6"/>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6"/>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6"/>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6"/>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6"/>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6"/>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6"/>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6"/>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6"/>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6"/>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6"/>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6"/>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6"/>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6"/>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6"/>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6"/>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6"/>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6"/>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6"/>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6"/>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6"/>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6"/>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6"/>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6"/>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6"/>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6"/>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6"/>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6"/>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6"/>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6"/>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6"/>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6"/>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6"/>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6"/>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6"/>
            <p:cNvSpPr/>
            <p:nvPr/>
          </p:nvSpPr>
          <p:spPr>
            <a:xfrm>
              <a:off x="2080943" y="191147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6"/>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6"/>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6"/>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6"/>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6"/>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6"/>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6"/>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6"/>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6"/>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6"/>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6"/>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6"/>
            <p:cNvSpPr/>
            <p:nvPr/>
          </p:nvSpPr>
          <p:spPr>
            <a:xfrm>
              <a:off x="2080943" y="190808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6"/>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6"/>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6"/>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6"/>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6"/>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6"/>
            <p:cNvSpPr/>
            <p:nvPr/>
          </p:nvSpPr>
          <p:spPr>
            <a:xfrm>
              <a:off x="2080142" y="1919643"/>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6"/>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6"/>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6"/>
            <p:cNvSpPr/>
            <p:nvPr/>
          </p:nvSpPr>
          <p:spPr>
            <a:xfrm>
              <a:off x="2050855" y="193214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6"/>
            <p:cNvSpPr/>
            <p:nvPr/>
          </p:nvSpPr>
          <p:spPr>
            <a:xfrm>
              <a:off x="2050719" y="1933900"/>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6"/>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6"/>
            <p:cNvSpPr/>
            <p:nvPr/>
          </p:nvSpPr>
          <p:spPr>
            <a:xfrm>
              <a:off x="2050760" y="193275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6"/>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6"/>
            <p:cNvSpPr/>
            <p:nvPr/>
          </p:nvSpPr>
          <p:spPr>
            <a:xfrm>
              <a:off x="2050719" y="193418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6"/>
            <p:cNvSpPr/>
            <p:nvPr/>
          </p:nvSpPr>
          <p:spPr>
            <a:xfrm>
              <a:off x="2050719" y="193437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6"/>
            <p:cNvSpPr/>
            <p:nvPr/>
          </p:nvSpPr>
          <p:spPr>
            <a:xfrm>
              <a:off x="2050719" y="1934524"/>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6"/>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6"/>
            <p:cNvSpPr/>
            <p:nvPr/>
          </p:nvSpPr>
          <p:spPr>
            <a:xfrm>
              <a:off x="2050719" y="193361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6"/>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6"/>
            <p:cNvSpPr/>
            <p:nvPr/>
          </p:nvSpPr>
          <p:spPr>
            <a:xfrm>
              <a:off x="2050719" y="193323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6"/>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6"/>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6"/>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6"/>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6"/>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6"/>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6"/>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6"/>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6"/>
            <p:cNvSpPr/>
            <p:nvPr/>
          </p:nvSpPr>
          <p:spPr>
            <a:xfrm>
              <a:off x="2154153" y="1944164"/>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6"/>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6"/>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6"/>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6"/>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6"/>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6"/>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6"/>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6"/>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6"/>
            <p:cNvSpPr/>
            <p:nvPr/>
          </p:nvSpPr>
          <p:spPr>
            <a:xfrm>
              <a:off x="2160751" y="187743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6"/>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6"/>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6"/>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6"/>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6"/>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6"/>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6"/>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6"/>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6"/>
            <p:cNvSpPr/>
            <p:nvPr/>
          </p:nvSpPr>
          <p:spPr>
            <a:xfrm>
              <a:off x="2149536" y="193975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6"/>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6"/>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6"/>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6"/>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6"/>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6"/>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6"/>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6"/>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6"/>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6"/>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6"/>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6"/>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6"/>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6"/>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6"/>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6"/>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6"/>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6"/>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6"/>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6"/>
            <p:cNvSpPr/>
            <p:nvPr/>
          </p:nvSpPr>
          <p:spPr>
            <a:xfrm>
              <a:off x="2123400" y="2035813"/>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6"/>
            <p:cNvSpPr/>
            <p:nvPr/>
          </p:nvSpPr>
          <p:spPr>
            <a:xfrm>
              <a:off x="2123495" y="2035813"/>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6"/>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6"/>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6"/>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6"/>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6"/>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6"/>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6"/>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6"/>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6"/>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6"/>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6"/>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6"/>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6"/>
            <p:cNvSpPr/>
            <p:nvPr/>
          </p:nvSpPr>
          <p:spPr>
            <a:xfrm>
              <a:off x="2149306" y="2027734"/>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6"/>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6"/>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6"/>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6"/>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6"/>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6"/>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6"/>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6"/>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6"/>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6"/>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6"/>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6"/>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6"/>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6"/>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6"/>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6"/>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6"/>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6"/>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6"/>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6"/>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6"/>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6"/>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6"/>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6"/>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6"/>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6"/>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6"/>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6"/>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6"/>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6"/>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6"/>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6"/>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6"/>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6"/>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6"/>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6"/>
            <p:cNvSpPr/>
            <p:nvPr/>
          </p:nvSpPr>
          <p:spPr>
            <a:xfrm>
              <a:off x="2305067" y="186944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6"/>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6"/>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6"/>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6"/>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6"/>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6"/>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6"/>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6"/>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6"/>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6"/>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6"/>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6"/>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6"/>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6"/>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6"/>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6"/>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6"/>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6"/>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6"/>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6"/>
            <p:cNvSpPr/>
            <p:nvPr/>
          </p:nvSpPr>
          <p:spPr>
            <a:xfrm>
              <a:off x="2361060" y="1948360"/>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6"/>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6"/>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6"/>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6"/>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6"/>
            <p:cNvSpPr/>
            <p:nvPr/>
          </p:nvSpPr>
          <p:spPr>
            <a:xfrm>
              <a:off x="2359580" y="196470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6"/>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6"/>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6"/>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6"/>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6"/>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6"/>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6"/>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6"/>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6"/>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6"/>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6"/>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6"/>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6"/>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6"/>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6"/>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6"/>
            <p:cNvSpPr/>
            <p:nvPr/>
          </p:nvSpPr>
          <p:spPr>
            <a:xfrm>
              <a:off x="2309344" y="200777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6"/>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6"/>
            <p:cNvSpPr/>
            <p:nvPr/>
          </p:nvSpPr>
          <p:spPr>
            <a:xfrm>
              <a:off x="2359064" y="1961326"/>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6"/>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6"/>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6"/>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6"/>
            <p:cNvSpPr/>
            <p:nvPr/>
          </p:nvSpPr>
          <p:spPr>
            <a:xfrm>
              <a:off x="2358915" y="1961326"/>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6"/>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6"/>
            <p:cNvSpPr/>
            <p:nvPr/>
          </p:nvSpPr>
          <p:spPr>
            <a:xfrm>
              <a:off x="2358779" y="196138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6"/>
            <p:cNvSpPr/>
            <p:nvPr/>
          </p:nvSpPr>
          <p:spPr>
            <a:xfrm>
              <a:off x="2359445" y="196138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6"/>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6"/>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6"/>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6"/>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6"/>
            <p:cNvSpPr/>
            <p:nvPr/>
          </p:nvSpPr>
          <p:spPr>
            <a:xfrm>
              <a:off x="2356539" y="194992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6"/>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6"/>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6"/>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6"/>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6"/>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6"/>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6"/>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6"/>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6"/>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6"/>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6"/>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6"/>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6"/>
            <p:cNvSpPr/>
            <p:nvPr/>
          </p:nvSpPr>
          <p:spPr>
            <a:xfrm>
              <a:off x="2318753" y="193595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6"/>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6"/>
            <p:cNvSpPr/>
            <p:nvPr/>
          </p:nvSpPr>
          <p:spPr>
            <a:xfrm>
              <a:off x="2318332" y="1935950"/>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6"/>
            <p:cNvSpPr/>
            <p:nvPr/>
          </p:nvSpPr>
          <p:spPr>
            <a:xfrm>
              <a:off x="2317762" y="1935950"/>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6"/>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6"/>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6"/>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6"/>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6"/>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6"/>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6"/>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6"/>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6"/>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6"/>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6"/>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6"/>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6"/>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6"/>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6"/>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6"/>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6"/>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6"/>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6"/>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6"/>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6"/>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6"/>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6"/>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6"/>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6"/>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6"/>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6"/>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6"/>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6"/>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6"/>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6"/>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6"/>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6"/>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6"/>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6"/>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6"/>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6"/>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6"/>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6"/>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6"/>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6"/>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6"/>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6"/>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6"/>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6"/>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6"/>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6"/>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6"/>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6"/>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6"/>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6"/>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6"/>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6"/>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6"/>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6"/>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6"/>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6"/>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6"/>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6"/>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6"/>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6"/>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6"/>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6"/>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6"/>
            <p:cNvSpPr/>
            <p:nvPr/>
          </p:nvSpPr>
          <p:spPr>
            <a:xfrm>
              <a:off x="2307063" y="1789734"/>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6"/>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6"/>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6"/>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6"/>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6"/>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6"/>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6"/>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6"/>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6"/>
            <p:cNvSpPr/>
            <p:nvPr/>
          </p:nvSpPr>
          <p:spPr>
            <a:xfrm>
              <a:off x="2306017" y="178978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6"/>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6"/>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6"/>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6"/>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6"/>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6"/>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6"/>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6"/>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6"/>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6"/>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6"/>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6"/>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6"/>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6"/>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6"/>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6"/>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6"/>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6"/>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6"/>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6"/>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6"/>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6"/>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6"/>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6"/>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6"/>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6"/>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6"/>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6"/>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6"/>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6"/>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6"/>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6"/>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6"/>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6"/>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6"/>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6"/>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6"/>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6"/>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6"/>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6"/>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6"/>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6"/>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6"/>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6"/>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6"/>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6"/>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6"/>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6"/>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6"/>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6"/>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6"/>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6"/>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6"/>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6"/>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6"/>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6"/>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6"/>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6"/>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6"/>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6"/>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6"/>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6"/>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6"/>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6"/>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6"/>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6"/>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6"/>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6"/>
            <p:cNvSpPr/>
            <p:nvPr/>
          </p:nvSpPr>
          <p:spPr>
            <a:xfrm>
              <a:off x="2355358" y="171391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6"/>
            <p:cNvSpPr/>
            <p:nvPr/>
          </p:nvSpPr>
          <p:spPr>
            <a:xfrm>
              <a:off x="2357680" y="171397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6"/>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6"/>
            <p:cNvSpPr/>
            <p:nvPr/>
          </p:nvSpPr>
          <p:spPr>
            <a:xfrm>
              <a:off x="2358209" y="171391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6"/>
            <p:cNvSpPr/>
            <p:nvPr/>
          </p:nvSpPr>
          <p:spPr>
            <a:xfrm>
              <a:off x="2356539" y="171391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6"/>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6"/>
            <p:cNvSpPr/>
            <p:nvPr/>
          </p:nvSpPr>
          <p:spPr>
            <a:xfrm>
              <a:off x="2357299" y="171397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6"/>
            <p:cNvSpPr/>
            <p:nvPr/>
          </p:nvSpPr>
          <p:spPr>
            <a:xfrm>
              <a:off x="2355969" y="171391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6"/>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6"/>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6"/>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6"/>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6"/>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6"/>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6"/>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6"/>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6"/>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6"/>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6"/>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6"/>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6"/>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6"/>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6"/>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6"/>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6"/>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6"/>
            <p:cNvSpPr/>
            <p:nvPr/>
          </p:nvSpPr>
          <p:spPr>
            <a:xfrm>
              <a:off x="2993052" y="174196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6"/>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6"/>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6"/>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6"/>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6"/>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6"/>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6"/>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6"/>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6"/>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6"/>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6"/>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6"/>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6"/>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6"/>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6"/>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6"/>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6"/>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6"/>
            <p:cNvSpPr/>
            <p:nvPr/>
          </p:nvSpPr>
          <p:spPr>
            <a:xfrm>
              <a:off x="2733668" y="187467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6"/>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6"/>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6"/>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6"/>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6"/>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6"/>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6"/>
            <p:cNvSpPr/>
            <p:nvPr/>
          </p:nvSpPr>
          <p:spPr>
            <a:xfrm>
              <a:off x="2755297" y="183627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6"/>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6"/>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6"/>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6"/>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6"/>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6"/>
            <p:cNvSpPr/>
            <p:nvPr/>
          </p:nvSpPr>
          <p:spPr>
            <a:xfrm>
              <a:off x="2762045" y="182761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6"/>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6"/>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6"/>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6"/>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6"/>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6"/>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6"/>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6"/>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6"/>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6"/>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6"/>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6"/>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6"/>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6"/>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6"/>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6"/>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6"/>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6"/>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6"/>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6"/>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6"/>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6"/>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6"/>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6"/>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6"/>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6"/>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6"/>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6"/>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6"/>
            <p:cNvSpPr/>
            <p:nvPr/>
          </p:nvSpPr>
          <p:spPr>
            <a:xfrm>
              <a:off x="2818364" y="196370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6"/>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6"/>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6"/>
            <p:cNvSpPr/>
            <p:nvPr/>
          </p:nvSpPr>
          <p:spPr>
            <a:xfrm>
              <a:off x="2818364" y="196370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6"/>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6"/>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6"/>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6"/>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6"/>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6"/>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6"/>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6"/>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6"/>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6"/>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6"/>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6"/>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6"/>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6"/>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6"/>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6"/>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6"/>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6"/>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6"/>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6"/>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6"/>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6"/>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6"/>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6"/>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6"/>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6"/>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6"/>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6"/>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6"/>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6"/>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6"/>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6"/>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6"/>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6"/>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6"/>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6"/>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6"/>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6"/>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6"/>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6"/>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6"/>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6"/>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6"/>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6"/>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6"/>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6"/>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6"/>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6"/>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6"/>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6"/>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6"/>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6"/>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6"/>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6"/>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6"/>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6"/>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6"/>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6"/>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6"/>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6"/>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6"/>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6"/>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6"/>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6"/>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6"/>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6"/>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6"/>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6"/>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6"/>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6"/>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6"/>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6"/>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6"/>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6"/>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6"/>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6"/>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6"/>
            <p:cNvSpPr/>
            <p:nvPr/>
          </p:nvSpPr>
          <p:spPr>
            <a:xfrm>
              <a:off x="2800591" y="195301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6"/>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6"/>
            <p:cNvSpPr/>
            <p:nvPr/>
          </p:nvSpPr>
          <p:spPr>
            <a:xfrm>
              <a:off x="2800550" y="195229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6"/>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6"/>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6"/>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6"/>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6"/>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6"/>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6"/>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6"/>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6"/>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6"/>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6"/>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6"/>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6"/>
            <p:cNvSpPr/>
            <p:nvPr/>
          </p:nvSpPr>
          <p:spPr>
            <a:xfrm>
              <a:off x="2821324" y="1935950"/>
              <a:ext cx="0" cy="14"/>
            </a:xfrm>
            <a:custGeom>
              <a:avLst/>
              <a:gdLst/>
              <a:ahLst/>
              <a:cxnLst/>
              <a:rect l="l" t="t" r="r" b="b"/>
              <a:pathLst>
                <a:path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6"/>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6"/>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6"/>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6"/>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6"/>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6"/>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6"/>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6"/>
            <p:cNvSpPr/>
            <p:nvPr/>
          </p:nvSpPr>
          <p:spPr>
            <a:xfrm>
              <a:off x="2186141" y="1680883"/>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6"/>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6"/>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6"/>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6"/>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6"/>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6"/>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6"/>
            <p:cNvSpPr/>
            <p:nvPr/>
          </p:nvSpPr>
          <p:spPr>
            <a:xfrm>
              <a:off x="2183616" y="167989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6"/>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6"/>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6"/>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6"/>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6"/>
            <p:cNvSpPr/>
            <p:nvPr/>
          </p:nvSpPr>
          <p:spPr>
            <a:xfrm>
              <a:off x="2183711" y="167993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6"/>
            <p:cNvSpPr/>
            <p:nvPr/>
          </p:nvSpPr>
          <p:spPr>
            <a:xfrm>
              <a:off x="2184145" y="168008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6"/>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6"/>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6"/>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6"/>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6"/>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6"/>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6"/>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6"/>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6"/>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6"/>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6"/>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6"/>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6"/>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6"/>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6"/>
            <p:cNvSpPr/>
            <p:nvPr/>
          </p:nvSpPr>
          <p:spPr>
            <a:xfrm>
              <a:off x="2171546" y="166767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6"/>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6"/>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6"/>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6"/>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6"/>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6"/>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6"/>
            <p:cNvSpPr/>
            <p:nvPr/>
          </p:nvSpPr>
          <p:spPr>
            <a:xfrm>
              <a:off x="2168735" y="166334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6"/>
            <p:cNvSpPr/>
            <p:nvPr/>
          </p:nvSpPr>
          <p:spPr>
            <a:xfrm>
              <a:off x="2168694" y="1663341"/>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6"/>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6"/>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6"/>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6"/>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6"/>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6"/>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6"/>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6"/>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6"/>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6"/>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6"/>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6"/>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6"/>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6"/>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6"/>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6"/>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6"/>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6"/>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6"/>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6"/>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6"/>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6"/>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6"/>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6"/>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6"/>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6"/>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6"/>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6"/>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6"/>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6"/>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6"/>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6"/>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6"/>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6"/>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6"/>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6"/>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6"/>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6"/>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6"/>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6"/>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6"/>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6"/>
            <p:cNvSpPr/>
            <p:nvPr/>
          </p:nvSpPr>
          <p:spPr>
            <a:xfrm>
              <a:off x="2209196" y="164201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6"/>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6"/>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6"/>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6"/>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6"/>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6"/>
            <p:cNvSpPr/>
            <p:nvPr/>
          </p:nvSpPr>
          <p:spPr>
            <a:xfrm>
              <a:off x="2208286" y="1648379"/>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6"/>
            <p:cNvSpPr/>
            <p:nvPr/>
          </p:nvSpPr>
          <p:spPr>
            <a:xfrm>
              <a:off x="2208191" y="164832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6"/>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6"/>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6"/>
            <p:cNvSpPr/>
            <p:nvPr/>
          </p:nvSpPr>
          <p:spPr>
            <a:xfrm>
              <a:off x="2208381" y="1648474"/>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6"/>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6"/>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6"/>
            <p:cNvSpPr/>
            <p:nvPr/>
          </p:nvSpPr>
          <p:spPr>
            <a:xfrm>
              <a:off x="2208816" y="1648664"/>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6"/>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6"/>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6"/>
            <p:cNvSpPr/>
            <p:nvPr/>
          </p:nvSpPr>
          <p:spPr>
            <a:xfrm>
              <a:off x="2174492" y="1646328"/>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6"/>
            <p:cNvSpPr/>
            <p:nvPr/>
          </p:nvSpPr>
          <p:spPr>
            <a:xfrm>
              <a:off x="2174356" y="164647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6"/>
            <p:cNvSpPr/>
            <p:nvPr/>
          </p:nvSpPr>
          <p:spPr>
            <a:xfrm>
              <a:off x="2174166" y="164666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6"/>
            <p:cNvSpPr/>
            <p:nvPr/>
          </p:nvSpPr>
          <p:spPr>
            <a:xfrm>
              <a:off x="2174587" y="164623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6"/>
            <p:cNvSpPr/>
            <p:nvPr/>
          </p:nvSpPr>
          <p:spPr>
            <a:xfrm>
              <a:off x="2173732" y="164727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6"/>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6"/>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6"/>
            <p:cNvSpPr/>
            <p:nvPr/>
          </p:nvSpPr>
          <p:spPr>
            <a:xfrm>
              <a:off x="2174682" y="164623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6"/>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6"/>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6"/>
            <p:cNvSpPr/>
            <p:nvPr/>
          </p:nvSpPr>
          <p:spPr>
            <a:xfrm>
              <a:off x="2173501" y="1647713"/>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6"/>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6"/>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6"/>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6"/>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6"/>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6"/>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6"/>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6"/>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6"/>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6"/>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6"/>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6"/>
            <p:cNvSpPr/>
            <p:nvPr/>
          </p:nvSpPr>
          <p:spPr>
            <a:xfrm>
              <a:off x="2074480" y="162336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6"/>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6"/>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6"/>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6"/>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6"/>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6"/>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6"/>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6"/>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6"/>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6"/>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6"/>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6"/>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6"/>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6"/>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6"/>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6"/>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6"/>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6"/>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6"/>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6"/>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6"/>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6"/>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6"/>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6"/>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6"/>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6"/>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6"/>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6"/>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6"/>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6"/>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6"/>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6"/>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6"/>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6"/>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6"/>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6"/>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6"/>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6"/>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6"/>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6"/>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6"/>
            <p:cNvSpPr/>
            <p:nvPr/>
          </p:nvSpPr>
          <p:spPr>
            <a:xfrm>
              <a:off x="2255482" y="167542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6"/>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6"/>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6"/>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6"/>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6"/>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6"/>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6"/>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6"/>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6"/>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6"/>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6"/>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6"/>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6"/>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6"/>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6"/>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6"/>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6"/>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6"/>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6"/>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6"/>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6"/>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6"/>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6"/>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6"/>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6"/>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6"/>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6"/>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6"/>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6"/>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6"/>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6"/>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6"/>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6"/>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6"/>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6"/>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6"/>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6"/>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6"/>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6"/>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6"/>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6"/>
            <p:cNvSpPr/>
            <p:nvPr/>
          </p:nvSpPr>
          <p:spPr>
            <a:xfrm>
              <a:off x="2252209" y="169167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6"/>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6"/>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6"/>
            <p:cNvSpPr/>
            <p:nvPr/>
          </p:nvSpPr>
          <p:spPr>
            <a:xfrm>
              <a:off x="2198823" y="171097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6"/>
            <p:cNvSpPr/>
            <p:nvPr/>
          </p:nvSpPr>
          <p:spPr>
            <a:xfrm>
              <a:off x="2198728" y="171178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6"/>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6"/>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6"/>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6"/>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6"/>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6"/>
            <p:cNvSpPr/>
            <p:nvPr/>
          </p:nvSpPr>
          <p:spPr>
            <a:xfrm>
              <a:off x="2198687" y="171334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6"/>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6"/>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6"/>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6"/>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6"/>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6"/>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6"/>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6"/>
            <p:cNvSpPr/>
            <p:nvPr/>
          </p:nvSpPr>
          <p:spPr>
            <a:xfrm>
              <a:off x="2199352" y="1708215"/>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6"/>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6"/>
            <p:cNvSpPr/>
            <p:nvPr/>
          </p:nvSpPr>
          <p:spPr>
            <a:xfrm>
              <a:off x="2216745" y="171311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6"/>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6"/>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6"/>
            <p:cNvSpPr/>
            <p:nvPr/>
          </p:nvSpPr>
          <p:spPr>
            <a:xfrm>
              <a:off x="2221782" y="162004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6"/>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6"/>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6"/>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6"/>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6"/>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6"/>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6"/>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6"/>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6"/>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6"/>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6"/>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6"/>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6"/>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6"/>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6"/>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6"/>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6"/>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6"/>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6"/>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6"/>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6"/>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6"/>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6"/>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6"/>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6"/>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6"/>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6"/>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6"/>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6"/>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6"/>
            <p:cNvSpPr/>
            <p:nvPr/>
          </p:nvSpPr>
          <p:spPr>
            <a:xfrm>
              <a:off x="2262474" y="167618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6"/>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6"/>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6"/>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6"/>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6"/>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6"/>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6"/>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6"/>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6"/>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6"/>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6"/>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6"/>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6"/>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6"/>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6"/>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6"/>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6"/>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6"/>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6"/>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6"/>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6"/>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6"/>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6"/>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6"/>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6"/>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6"/>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6"/>
            <p:cNvSpPr/>
            <p:nvPr/>
          </p:nvSpPr>
          <p:spPr>
            <a:xfrm>
              <a:off x="2221972" y="161719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6"/>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6"/>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6"/>
            <p:cNvSpPr/>
            <p:nvPr/>
          </p:nvSpPr>
          <p:spPr>
            <a:xfrm>
              <a:off x="2276024" y="161186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6"/>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6"/>
            <p:cNvSpPr/>
            <p:nvPr/>
          </p:nvSpPr>
          <p:spPr>
            <a:xfrm>
              <a:off x="2266520" y="1618196"/>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6"/>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6"/>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6"/>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6"/>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6"/>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6"/>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6"/>
            <p:cNvSpPr/>
            <p:nvPr/>
          </p:nvSpPr>
          <p:spPr>
            <a:xfrm>
              <a:off x="2276445" y="161182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6"/>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6"/>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6"/>
            <p:cNvSpPr/>
            <p:nvPr/>
          </p:nvSpPr>
          <p:spPr>
            <a:xfrm>
              <a:off x="2266086" y="161819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6"/>
            <p:cNvSpPr/>
            <p:nvPr/>
          </p:nvSpPr>
          <p:spPr>
            <a:xfrm>
              <a:off x="2276255" y="161182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6"/>
            <p:cNvSpPr/>
            <p:nvPr/>
          </p:nvSpPr>
          <p:spPr>
            <a:xfrm>
              <a:off x="2276119" y="161186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6"/>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6"/>
            <p:cNvSpPr/>
            <p:nvPr/>
          </p:nvSpPr>
          <p:spPr>
            <a:xfrm>
              <a:off x="2221307" y="161719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6"/>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6"/>
            <p:cNvSpPr/>
            <p:nvPr/>
          </p:nvSpPr>
          <p:spPr>
            <a:xfrm>
              <a:off x="2221687" y="161719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6"/>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6"/>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6"/>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6"/>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6"/>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6"/>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6"/>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6"/>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6"/>
            <p:cNvSpPr/>
            <p:nvPr/>
          </p:nvSpPr>
          <p:spPr>
            <a:xfrm>
              <a:off x="2219786" y="1591095"/>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6"/>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6"/>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6"/>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6"/>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6"/>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6"/>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6"/>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6"/>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6"/>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6"/>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6"/>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6"/>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6"/>
            <p:cNvSpPr/>
            <p:nvPr/>
          </p:nvSpPr>
          <p:spPr>
            <a:xfrm>
              <a:off x="2226494" y="1593186"/>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6"/>
            <p:cNvSpPr/>
            <p:nvPr/>
          </p:nvSpPr>
          <p:spPr>
            <a:xfrm>
              <a:off x="2226439" y="1593186"/>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6"/>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6"/>
            <p:cNvSpPr/>
            <p:nvPr/>
          </p:nvSpPr>
          <p:spPr>
            <a:xfrm>
              <a:off x="2226304" y="159314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6"/>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6"/>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6"/>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6"/>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6"/>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6"/>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6"/>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6"/>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6"/>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6"/>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6"/>
            <p:cNvSpPr/>
            <p:nvPr/>
          </p:nvSpPr>
          <p:spPr>
            <a:xfrm>
              <a:off x="2204539" y="1570946"/>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6"/>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6"/>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6"/>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6"/>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6"/>
            <p:cNvSpPr/>
            <p:nvPr/>
          </p:nvSpPr>
          <p:spPr>
            <a:xfrm>
              <a:off x="2126292" y="1664631"/>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6"/>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6"/>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6"/>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6"/>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6"/>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6"/>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6"/>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6"/>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6"/>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6"/>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6"/>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6"/>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6"/>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6"/>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6"/>
            <p:cNvSpPr/>
            <p:nvPr/>
          </p:nvSpPr>
          <p:spPr>
            <a:xfrm>
              <a:off x="2121159" y="165702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6"/>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6"/>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6"/>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6"/>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6"/>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6"/>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6"/>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6"/>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6"/>
            <p:cNvSpPr/>
            <p:nvPr/>
          </p:nvSpPr>
          <p:spPr>
            <a:xfrm>
              <a:off x="2150867" y="164670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6"/>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6"/>
            <p:cNvSpPr/>
            <p:nvPr/>
          </p:nvSpPr>
          <p:spPr>
            <a:xfrm>
              <a:off x="2150731" y="1646573"/>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6"/>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6"/>
            <p:cNvSpPr/>
            <p:nvPr/>
          </p:nvSpPr>
          <p:spPr>
            <a:xfrm>
              <a:off x="2158090" y="162403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6"/>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6"/>
            <p:cNvSpPr/>
            <p:nvPr/>
          </p:nvSpPr>
          <p:spPr>
            <a:xfrm>
              <a:off x="2147785" y="1644333"/>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6"/>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6"/>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6"/>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6"/>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6"/>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6"/>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6"/>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6"/>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6"/>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6"/>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6"/>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6"/>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6"/>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6"/>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6"/>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6"/>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6"/>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6"/>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6"/>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6"/>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6"/>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6"/>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6"/>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6"/>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6"/>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6"/>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6"/>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6"/>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6"/>
            <p:cNvSpPr/>
            <p:nvPr/>
          </p:nvSpPr>
          <p:spPr>
            <a:xfrm>
              <a:off x="2095254" y="1632968"/>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6"/>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6"/>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6"/>
            <p:cNvSpPr/>
            <p:nvPr/>
          </p:nvSpPr>
          <p:spPr>
            <a:xfrm>
              <a:off x="2095064" y="163330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6"/>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6"/>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6"/>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6"/>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6"/>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6"/>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6"/>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6"/>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6"/>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6"/>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6"/>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6"/>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6"/>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6"/>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6"/>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6"/>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6"/>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6"/>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6"/>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6"/>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6"/>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6"/>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6"/>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6"/>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6"/>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6"/>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6"/>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6"/>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6"/>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6"/>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6"/>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6"/>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6"/>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6"/>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6"/>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6"/>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6"/>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6"/>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6"/>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6"/>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6"/>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6"/>
            <p:cNvSpPr/>
            <p:nvPr/>
          </p:nvSpPr>
          <p:spPr>
            <a:xfrm>
              <a:off x="2425988" y="185561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6"/>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6"/>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6"/>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6"/>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6"/>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6"/>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6"/>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6"/>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6"/>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6"/>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6"/>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6"/>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6"/>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6"/>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6"/>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6"/>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6"/>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6"/>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6"/>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6"/>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6"/>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6"/>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6"/>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6"/>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6"/>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6"/>
            <p:cNvSpPr/>
            <p:nvPr/>
          </p:nvSpPr>
          <p:spPr>
            <a:xfrm>
              <a:off x="2791942" y="2002154"/>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6"/>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6"/>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6"/>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6"/>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6"/>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6"/>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6"/>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6"/>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6"/>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6"/>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6"/>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6"/>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6"/>
            <p:cNvSpPr/>
            <p:nvPr/>
          </p:nvSpPr>
          <p:spPr>
            <a:xfrm>
              <a:off x="2794943" y="200186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6"/>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6"/>
            <p:cNvSpPr/>
            <p:nvPr/>
          </p:nvSpPr>
          <p:spPr>
            <a:xfrm>
              <a:off x="2791847" y="2002154"/>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6"/>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6"/>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6"/>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6"/>
            <p:cNvSpPr/>
            <p:nvPr/>
          </p:nvSpPr>
          <p:spPr>
            <a:xfrm>
              <a:off x="2796749" y="199916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6"/>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6"/>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6"/>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6"/>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6"/>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6"/>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6"/>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6"/>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6"/>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6"/>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6"/>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6"/>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6"/>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6"/>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6"/>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6"/>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6"/>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6"/>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6"/>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6"/>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6"/>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6"/>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6"/>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6"/>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6"/>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6"/>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6"/>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6"/>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6"/>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6"/>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6"/>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6"/>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6"/>
            <p:cNvSpPr/>
            <p:nvPr/>
          </p:nvSpPr>
          <p:spPr>
            <a:xfrm>
              <a:off x="2333770" y="178503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6"/>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6"/>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6"/>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6"/>
            <p:cNvSpPr/>
            <p:nvPr/>
          </p:nvSpPr>
          <p:spPr>
            <a:xfrm>
              <a:off x="2333674" y="1784181"/>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6"/>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6"/>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6"/>
            <p:cNvSpPr/>
            <p:nvPr/>
          </p:nvSpPr>
          <p:spPr>
            <a:xfrm>
              <a:off x="2337666" y="1793631"/>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6"/>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6"/>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6"/>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6"/>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6"/>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6"/>
            <p:cNvSpPr/>
            <p:nvPr/>
          </p:nvSpPr>
          <p:spPr>
            <a:xfrm>
              <a:off x="2382309" y="181835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6"/>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6"/>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6"/>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6"/>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6"/>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6"/>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6"/>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6"/>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6"/>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6"/>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6"/>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6"/>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6"/>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6"/>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6"/>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6"/>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6"/>
            <p:cNvSpPr/>
            <p:nvPr/>
          </p:nvSpPr>
          <p:spPr>
            <a:xfrm>
              <a:off x="2394420" y="181426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6"/>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6"/>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6"/>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6"/>
            <p:cNvSpPr/>
            <p:nvPr/>
          </p:nvSpPr>
          <p:spPr>
            <a:xfrm>
              <a:off x="2394380" y="181430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6"/>
            <p:cNvSpPr/>
            <p:nvPr/>
          </p:nvSpPr>
          <p:spPr>
            <a:xfrm>
              <a:off x="2394325" y="181440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6"/>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6"/>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6"/>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6"/>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6"/>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6"/>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6"/>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6"/>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6"/>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6"/>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6"/>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6"/>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6"/>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6"/>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6"/>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6"/>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6"/>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6"/>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6"/>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6"/>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6"/>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6"/>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6"/>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6"/>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6"/>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6"/>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6"/>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6"/>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6"/>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6"/>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6"/>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6"/>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6"/>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6"/>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6"/>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6"/>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6"/>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6"/>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6"/>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6"/>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6"/>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6"/>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6"/>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6"/>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6"/>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6"/>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6"/>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6"/>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6"/>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6"/>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6"/>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6"/>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6"/>
            <p:cNvSpPr/>
            <p:nvPr/>
          </p:nvSpPr>
          <p:spPr>
            <a:xfrm>
              <a:off x="1391722" y="193998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6"/>
            <p:cNvSpPr/>
            <p:nvPr/>
          </p:nvSpPr>
          <p:spPr>
            <a:xfrm>
              <a:off x="1391722" y="193941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6"/>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6"/>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6"/>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6"/>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6"/>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6"/>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6"/>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6"/>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6"/>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6"/>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6"/>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6"/>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6"/>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6"/>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6"/>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6"/>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6"/>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6"/>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6"/>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6"/>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6"/>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6"/>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6"/>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6"/>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6"/>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6"/>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6"/>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6"/>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6"/>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6"/>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6"/>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6"/>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6"/>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6"/>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6"/>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6"/>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6"/>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6"/>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6"/>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6"/>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6"/>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6"/>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6"/>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6"/>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6"/>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6"/>
            <p:cNvSpPr/>
            <p:nvPr/>
          </p:nvSpPr>
          <p:spPr>
            <a:xfrm>
              <a:off x="1381593" y="1909949"/>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6"/>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6"/>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6"/>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6"/>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6"/>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6"/>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6"/>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6"/>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6"/>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6"/>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6"/>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6"/>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6"/>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6"/>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6"/>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6"/>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6"/>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6"/>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6"/>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6"/>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6"/>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6"/>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6"/>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6"/>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6"/>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6"/>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56"/>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6"/>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6"/>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6"/>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6"/>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6"/>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6"/>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6"/>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6"/>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6"/>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6"/>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6"/>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6"/>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6"/>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6"/>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6"/>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6"/>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6"/>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6"/>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6"/>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6"/>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6"/>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6"/>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6"/>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6"/>
            <p:cNvSpPr/>
            <p:nvPr/>
          </p:nvSpPr>
          <p:spPr>
            <a:xfrm>
              <a:off x="1639946" y="224058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6"/>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6"/>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6"/>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6"/>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6"/>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6"/>
            <p:cNvSpPr/>
            <p:nvPr/>
          </p:nvSpPr>
          <p:spPr>
            <a:xfrm>
              <a:off x="1644358" y="2244906"/>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6"/>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6"/>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6"/>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6"/>
            <p:cNvSpPr/>
            <p:nvPr/>
          </p:nvSpPr>
          <p:spPr>
            <a:xfrm>
              <a:off x="1611379" y="230973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6"/>
            <p:cNvSpPr/>
            <p:nvPr/>
          </p:nvSpPr>
          <p:spPr>
            <a:xfrm>
              <a:off x="1611379" y="230950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6"/>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6"/>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6"/>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6"/>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6"/>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6"/>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6"/>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6"/>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6"/>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6"/>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6"/>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6"/>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6"/>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6"/>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6"/>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6"/>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6"/>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6"/>
            <p:cNvSpPr/>
            <p:nvPr/>
          </p:nvSpPr>
          <p:spPr>
            <a:xfrm>
              <a:off x="1532996" y="250510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6"/>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6"/>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6"/>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6"/>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6"/>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6"/>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6"/>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6"/>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6"/>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6"/>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6"/>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6"/>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6"/>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6"/>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6"/>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6"/>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6"/>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6"/>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6"/>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6"/>
            <p:cNvSpPr/>
            <p:nvPr/>
          </p:nvSpPr>
          <p:spPr>
            <a:xfrm>
              <a:off x="1532466" y="250510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6"/>
            <p:cNvSpPr/>
            <p:nvPr/>
          </p:nvSpPr>
          <p:spPr>
            <a:xfrm>
              <a:off x="1532656" y="250510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6"/>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56"/>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56"/>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6"/>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6"/>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6"/>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6"/>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6"/>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6"/>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6"/>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6"/>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6"/>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6"/>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6"/>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6"/>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6"/>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6"/>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6"/>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6"/>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6"/>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6"/>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6"/>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6"/>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6"/>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6"/>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6"/>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6"/>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6"/>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6"/>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6"/>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6"/>
            <p:cNvSpPr/>
            <p:nvPr/>
          </p:nvSpPr>
          <p:spPr>
            <a:xfrm>
              <a:off x="1621263" y="2254220"/>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6"/>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6"/>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6"/>
            <p:cNvSpPr/>
            <p:nvPr/>
          </p:nvSpPr>
          <p:spPr>
            <a:xfrm>
              <a:off x="1621779" y="2254315"/>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6"/>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6"/>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6"/>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6"/>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6"/>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6"/>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6"/>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6"/>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6"/>
            <p:cNvSpPr/>
            <p:nvPr/>
          </p:nvSpPr>
          <p:spPr>
            <a:xfrm>
              <a:off x="1638140" y="2239163"/>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6"/>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6"/>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6"/>
            <p:cNvSpPr/>
            <p:nvPr/>
          </p:nvSpPr>
          <p:spPr>
            <a:xfrm>
              <a:off x="1407553" y="196195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6"/>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6"/>
            <p:cNvSpPr/>
            <p:nvPr/>
          </p:nvSpPr>
          <p:spPr>
            <a:xfrm>
              <a:off x="1408123" y="196195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6"/>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6"/>
            <p:cNvSpPr/>
            <p:nvPr/>
          </p:nvSpPr>
          <p:spPr>
            <a:xfrm>
              <a:off x="1419773" y="196404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6"/>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6"/>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6"/>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6"/>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6"/>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6"/>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6"/>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6"/>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6"/>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6"/>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6"/>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6"/>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6"/>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6"/>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6"/>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6"/>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6"/>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6"/>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6"/>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6"/>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6"/>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6"/>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6"/>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6"/>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6"/>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6"/>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6"/>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6"/>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6"/>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6"/>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6"/>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6"/>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6"/>
            <p:cNvSpPr/>
            <p:nvPr/>
          </p:nvSpPr>
          <p:spPr>
            <a:xfrm>
              <a:off x="1523532" y="2074603"/>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6"/>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6"/>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6"/>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6"/>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6"/>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6"/>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6"/>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6"/>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6"/>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6"/>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6"/>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6"/>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6"/>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6"/>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6"/>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6"/>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6"/>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6"/>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6"/>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6"/>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6"/>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6"/>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6"/>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6"/>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6"/>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6"/>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6"/>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6"/>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6"/>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6"/>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6"/>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6"/>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6"/>
            <p:cNvSpPr/>
            <p:nvPr/>
          </p:nvSpPr>
          <p:spPr>
            <a:xfrm>
              <a:off x="1575290" y="214080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6"/>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6"/>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6"/>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6"/>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6"/>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6"/>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6"/>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6"/>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6"/>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6"/>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6"/>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6"/>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6"/>
            <p:cNvSpPr/>
            <p:nvPr/>
          </p:nvSpPr>
          <p:spPr>
            <a:xfrm>
              <a:off x="1530090" y="217988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6"/>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6"/>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6"/>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6"/>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6"/>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6"/>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6"/>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6"/>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6"/>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6"/>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6"/>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6"/>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6"/>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6"/>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6"/>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6"/>
            <p:cNvSpPr/>
            <p:nvPr/>
          </p:nvSpPr>
          <p:spPr>
            <a:xfrm>
              <a:off x="1519065" y="2074223"/>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6"/>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6"/>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6"/>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6"/>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6"/>
            <p:cNvSpPr/>
            <p:nvPr/>
          </p:nvSpPr>
          <p:spPr>
            <a:xfrm>
              <a:off x="1485176" y="204622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6"/>
            <p:cNvSpPr/>
            <p:nvPr/>
          </p:nvSpPr>
          <p:spPr>
            <a:xfrm>
              <a:off x="1485692" y="204622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6"/>
            <p:cNvSpPr/>
            <p:nvPr/>
          </p:nvSpPr>
          <p:spPr>
            <a:xfrm>
              <a:off x="1486411" y="204626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6"/>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6"/>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6"/>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6"/>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6"/>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6"/>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6"/>
            <p:cNvSpPr/>
            <p:nvPr/>
          </p:nvSpPr>
          <p:spPr>
            <a:xfrm>
              <a:off x="1485407" y="204622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6"/>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6"/>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6"/>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6"/>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6"/>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6"/>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6"/>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6"/>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6"/>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6"/>
            <p:cNvSpPr/>
            <p:nvPr/>
          </p:nvSpPr>
          <p:spPr>
            <a:xfrm>
              <a:off x="1529425" y="213253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6"/>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6"/>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6"/>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6"/>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6"/>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6"/>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6"/>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6"/>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6"/>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6"/>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6"/>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6"/>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6"/>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6"/>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6"/>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6"/>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6"/>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6"/>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6"/>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6"/>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6"/>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6"/>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6"/>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6"/>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6"/>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6"/>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6"/>
            <p:cNvSpPr/>
            <p:nvPr/>
          </p:nvSpPr>
          <p:spPr>
            <a:xfrm>
              <a:off x="1636321" y="202416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6"/>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6"/>
            <p:cNvSpPr/>
            <p:nvPr/>
          </p:nvSpPr>
          <p:spPr>
            <a:xfrm>
              <a:off x="1636796" y="202416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6"/>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6"/>
            <p:cNvSpPr/>
            <p:nvPr/>
          </p:nvSpPr>
          <p:spPr>
            <a:xfrm>
              <a:off x="1626871" y="202963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6"/>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6"/>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6"/>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6"/>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6"/>
            <p:cNvSpPr/>
            <p:nvPr/>
          </p:nvSpPr>
          <p:spPr>
            <a:xfrm>
              <a:off x="1637475" y="202412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6"/>
            <p:cNvSpPr/>
            <p:nvPr/>
          </p:nvSpPr>
          <p:spPr>
            <a:xfrm>
              <a:off x="1637230" y="202412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6"/>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6"/>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6"/>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6"/>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6"/>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6"/>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6"/>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6"/>
            <p:cNvSpPr/>
            <p:nvPr/>
          </p:nvSpPr>
          <p:spPr>
            <a:xfrm>
              <a:off x="1621019" y="2028494"/>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6"/>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6"/>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6"/>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6"/>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6"/>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6"/>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6"/>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6"/>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6"/>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6"/>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6"/>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6"/>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6"/>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6"/>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6"/>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6"/>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6"/>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6"/>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6"/>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6"/>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6"/>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6"/>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6"/>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6"/>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6"/>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6"/>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6"/>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6"/>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6"/>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6"/>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6"/>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6"/>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6"/>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6"/>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6"/>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6"/>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6"/>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6"/>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6"/>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6"/>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6"/>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6"/>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6"/>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6"/>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6"/>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6"/>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6"/>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6"/>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6"/>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6"/>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6"/>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6"/>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6"/>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6"/>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6"/>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6"/>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6"/>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6"/>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6"/>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6"/>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6"/>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6"/>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6"/>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6"/>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6"/>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6"/>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6"/>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6"/>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6"/>
            <p:cNvSpPr/>
            <p:nvPr/>
          </p:nvSpPr>
          <p:spPr>
            <a:xfrm>
              <a:off x="1643652" y="2005209"/>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6"/>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6"/>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6"/>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6"/>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6"/>
            <p:cNvSpPr/>
            <p:nvPr/>
          </p:nvSpPr>
          <p:spPr>
            <a:xfrm>
              <a:off x="1642267" y="202520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6"/>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6"/>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6"/>
            <p:cNvSpPr/>
            <p:nvPr/>
          </p:nvSpPr>
          <p:spPr>
            <a:xfrm>
              <a:off x="1643598" y="2005250"/>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6"/>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6"/>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6"/>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6"/>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6"/>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6"/>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6"/>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6"/>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6"/>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56"/>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56"/>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6"/>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56"/>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56"/>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6"/>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56"/>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6"/>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6"/>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6"/>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56"/>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6"/>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6"/>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6"/>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6"/>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56"/>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6"/>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6"/>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56"/>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6"/>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6"/>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6"/>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6"/>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6"/>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6"/>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56"/>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6"/>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56"/>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6"/>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56"/>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56"/>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6"/>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56"/>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56"/>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6"/>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56"/>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6"/>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56"/>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56"/>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6"/>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6"/>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6"/>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6"/>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6"/>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6"/>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6"/>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6"/>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6"/>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6"/>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56"/>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56"/>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6"/>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6"/>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56"/>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6"/>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6"/>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6"/>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6"/>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6"/>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6"/>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6"/>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6"/>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6"/>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6"/>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6"/>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6"/>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6"/>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6"/>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6"/>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6"/>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6"/>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6"/>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6"/>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6"/>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6"/>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6"/>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6"/>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6"/>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6"/>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6"/>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6"/>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6"/>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6"/>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6"/>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6"/>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6"/>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6"/>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56"/>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6"/>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6"/>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6"/>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6"/>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6"/>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6"/>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56"/>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6"/>
            <p:cNvSpPr/>
            <p:nvPr/>
          </p:nvSpPr>
          <p:spPr>
            <a:xfrm>
              <a:off x="1122833" y="165189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6"/>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6"/>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6"/>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6"/>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56"/>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6"/>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6"/>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6"/>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6"/>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6"/>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6"/>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6"/>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6"/>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6"/>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6"/>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6"/>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6"/>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6"/>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6"/>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6"/>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6"/>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6"/>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6"/>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6"/>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6"/>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6"/>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6"/>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6"/>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6"/>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6"/>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6"/>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6"/>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6"/>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6"/>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6"/>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6"/>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6"/>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6"/>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6"/>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56"/>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6"/>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6"/>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6"/>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6"/>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6"/>
            <p:cNvSpPr/>
            <p:nvPr/>
          </p:nvSpPr>
          <p:spPr>
            <a:xfrm>
              <a:off x="1074443" y="158035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6"/>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6"/>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6"/>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6"/>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6"/>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6"/>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6"/>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6"/>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6"/>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6"/>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6"/>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56"/>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6"/>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6"/>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6"/>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6"/>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6"/>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56"/>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6"/>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6"/>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6"/>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6"/>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6"/>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6"/>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6"/>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6"/>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6"/>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6"/>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6"/>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6"/>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6"/>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6"/>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6"/>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6"/>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6"/>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6"/>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6"/>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6"/>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6"/>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6"/>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6"/>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6"/>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6"/>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6"/>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6"/>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6"/>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6"/>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6"/>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6"/>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6"/>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6"/>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6"/>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6"/>
            <p:cNvSpPr/>
            <p:nvPr/>
          </p:nvSpPr>
          <p:spPr>
            <a:xfrm>
              <a:off x="1486167" y="168302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6"/>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6"/>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6"/>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6"/>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6"/>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6"/>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6"/>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6"/>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6"/>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6"/>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6"/>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6"/>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6"/>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6"/>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6"/>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6"/>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6"/>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6"/>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6"/>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6"/>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6"/>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6"/>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6"/>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6"/>
            <p:cNvSpPr/>
            <p:nvPr/>
          </p:nvSpPr>
          <p:spPr>
            <a:xfrm>
              <a:off x="2067257" y="1706463"/>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6"/>
            <p:cNvSpPr/>
            <p:nvPr/>
          </p:nvSpPr>
          <p:spPr>
            <a:xfrm>
              <a:off x="2068357" y="1706504"/>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6"/>
            <p:cNvSpPr/>
            <p:nvPr/>
          </p:nvSpPr>
          <p:spPr>
            <a:xfrm>
              <a:off x="2071819" y="170640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6"/>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6"/>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56"/>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56"/>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6"/>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56"/>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56"/>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6"/>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56"/>
            <p:cNvSpPr/>
            <p:nvPr/>
          </p:nvSpPr>
          <p:spPr>
            <a:xfrm>
              <a:off x="2150962" y="1676851"/>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56"/>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6"/>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56"/>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56"/>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6"/>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56"/>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56"/>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6"/>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56"/>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6"/>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6"/>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56"/>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6"/>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6"/>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56"/>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6"/>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6"/>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56"/>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6"/>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6"/>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56"/>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6"/>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56"/>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6"/>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6"/>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56"/>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6"/>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6"/>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56"/>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6"/>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6"/>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6"/>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6"/>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6"/>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56"/>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6"/>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6"/>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56"/>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6"/>
            <p:cNvSpPr/>
            <p:nvPr/>
          </p:nvSpPr>
          <p:spPr>
            <a:xfrm>
              <a:off x="2222882" y="171382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6"/>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6"/>
            <p:cNvSpPr/>
            <p:nvPr/>
          </p:nvSpPr>
          <p:spPr>
            <a:xfrm>
              <a:off x="2223588" y="171382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6"/>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6"/>
            <p:cNvSpPr/>
            <p:nvPr/>
          </p:nvSpPr>
          <p:spPr>
            <a:xfrm>
              <a:off x="2224824" y="171382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6"/>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56"/>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6"/>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6"/>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56"/>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6"/>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6"/>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56"/>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6"/>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6"/>
            <p:cNvSpPr/>
            <p:nvPr/>
          </p:nvSpPr>
          <p:spPr>
            <a:xfrm>
              <a:off x="2223873" y="171382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6"/>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6"/>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6"/>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6"/>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6"/>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56"/>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6"/>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6"/>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56"/>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6"/>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6"/>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6"/>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6"/>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6"/>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6"/>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6"/>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6"/>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6"/>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6"/>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6"/>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6"/>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6"/>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6"/>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6"/>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6"/>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6"/>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6"/>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6"/>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6"/>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56"/>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6"/>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6"/>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6"/>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6"/>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6"/>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56"/>
            <p:cNvSpPr/>
            <p:nvPr/>
          </p:nvSpPr>
          <p:spPr>
            <a:xfrm>
              <a:off x="2114357" y="1584442"/>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56"/>
            <p:cNvSpPr/>
            <p:nvPr/>
          </p:nvSpPr>
          <p:spPr>
            <a:xfrm>
              <a:off x="2115022" y="158449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6"/>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6"/>
            <p:cNvSpPr/>
            <p:nvPr/>
          </p:nvSpPr>
          <p:spPr>
            <a:xfrm>
              <a:off x="2120263" y="158516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6"/>
            <p:cNvSpPr/>
            <p:nvPr/>
          </p:nvSpPr>
          <p:spPr>
            <a:xfrm>
              <a:off x="2120874" y="158516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6"/>
            <p:cNvSpPr/>
            <p:nvPr/>
          </p:nvSpPr>
          <p:spPr>
            <a:xfrm>
              <a:off x="2120399" y="158516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6"/>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6"/>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6"/>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6"/>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6"/>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6"/>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6"/>
            <p:cNvSpPr/>
            <p:nvPr/>
          </p:nvSpPr>
          <p:spPr>
            <a:xfrm>
              <a:off x="2113936" y="158444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6"/>
            <p:cNvSpPr/>
            <p:nvPr/>
          </p:nvSpPr>
          <p:spPr>
            <a:xfrm>
              <a:off x="2120644" y="158516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6"/>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6"/>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6"/>
            <p:cNvSpPr/>
            <p:nvPr/>
          </p:nvSpPr>
          <p:spPr>
            <a:xfrm>
              <a:off x="2223833" y="1459339"/>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6"/>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6"/>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6"/>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6"/>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56"/>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6"/>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6"/>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6"/>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6"/>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6"/>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56"/>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56"/>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6"/>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6"/>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6"/>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6"/>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6"/>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6"/>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6"/>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6"/>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6"/>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6"/>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6"/>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6"/>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6"/>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6"/>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6"/>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6"/>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56"/>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56"/>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6"/>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56"/>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56"/>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56"/>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56"/>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6"/>
            <p:cNvSpPr/>
            <p:nvPr/>
          </p:nvSpPr>
          <p:spPr>
            <a:xfrm>
              <a:off x="2242420" y="1554504"/>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56"/>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56"/>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6"/>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56"/>
            <p:cNvSpPr/>
            <p:nvPr/>
          </p:nvSpPr>
          <p:spPr>
            <a:xfrm>
              <a:off x="2242841" y="155444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56"/>
            <p:cNvSpPr/>
            <p:nvPr/>
          </p:nvSpPr>
          <p:spPr>
            <a:xfrm>
              <a:off x="2242610" y="155444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6"/>
            <p:cNvSpPr/>
            <p:nvPr/>
          </p:nvSpPr>
          <p:spPr>
            <a:xfrm>
              <a:off x="2232441" y="154992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56"/>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6"/>
            <p:cNvSpPr/>
            <p:nvPr/>
          </p:nvSpPr>
          <p:spPr>
            <a:xfrm>
              <a:off x="2243126" y="155444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6"/>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6"/>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6"/>
            <p:cNvSpPr/>
            <p:nvPr/>
          </p:nvSpPr>
          <p:spPr>
            <a:xfrm>
              <a:off x="2233011" y="154992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6"/>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6"/>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6"/>
            <p:cNvSpPr/>
            <p:nvPr/>
          </p:nvSpPr>
          <p:spPr>
            <a:xfrm>
              <a:off x="2242040" y="1554544"/>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6"/>
            <p:cNvSpPr/>
            <p:nvPr/>
          </p:nvSpPr>
          <p:spPr>
            <a:xfrm>
              <a:off x="2233486" y="154992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6"/>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6"/>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6"/>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6"/>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6"/>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6"/>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6"/>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6"/>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6"/>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6"/>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6"/>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6"/>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6"/>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6"/>
            <p:cNvSpPr/>
            <p:nvPr/>
          </p:nvSpPr>
          <p:spPr>
            <a:xfrm>
              <a:off x="2335765" y="201823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6"/>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6"/>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6"/>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6"/>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6"/>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6"/>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6"/>
            <p:cNvSpPr/>
            <p:nvPr/>
          </p:nvSpPr>
          <p:spPr>
            <a:xfrm>
              <a:off x="2337571" y="2017184"/>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6"/>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6"/>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6"/>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6"/>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56"/>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6"/>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6"/>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6"/>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56"/>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6"/>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56"/>
            <p:cNvSpPr/>
            <p:nvPr/>
          </p:nvSpPr>
          <p:spPr>
            <a:xfrm>
              <a:off x="2263710" y="2052689"/>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56"/>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6"/>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6"/>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6"/>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56"/>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56"/>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56"/>
            <p:cNvSpPr/>
            <p:nvPr/>
          </p:nvSpPr>
          <p:spPr>
            <a:xfrm>
              <a:off x="2263329" y="2052730"/>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56"/>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56"/>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56"/>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56"/>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6"/>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56"/>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56"/>
            <p:cNvSpPr/>
            <p:nvPr/>
          </p:nvSpPr>
          <p:spPr>
            <a:xfrm>
              <a:off x="2282338" y="2017510"/>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56"/>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6"/>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56"/>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56"/>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6"/>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56"/>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56"/>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56"/>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6"/>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6"/>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6"/>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6"/>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56"/>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56"/>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6"/>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6"/>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56"/>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56"/>
            <p:cNvSpPr/>
            <p:nvPr/>
          </p:nvSpPr>
          <p:spPr>
            <a:xfrm>
              <a:off x="2294707" y="2040280"/>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56"/>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56"/>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6"/>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6"/>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6"/>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6"/>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6"/>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6"/>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6"/>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6"/>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6"/>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6"/>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6"/>
            <p:cNvSpPr/>
            <p:nvPr/>
          </p:nvSpPr>
          <p:spPr>
            <a:xfrm>
              <a:off x="2576291" y="172524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6"/>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6"/>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6"/>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6"/>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6"/>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6"/>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6"/>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6"/>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6"/>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6"/>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6"/>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6"/>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6"/>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6"/>
            <p:cNvSpPr/>
            <p:nvPr/>
          </p:nvSpPr>
          <p:spPr>
            <a:xfrm>
              <a:off x="2206480" y="141604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6"/>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6"/>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6"/>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6"/>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6"/>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6"/>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6"/>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6"/>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6"/>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6"/>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6"/>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6"/>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6"/>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6"/>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6"/>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6"/>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6"/>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6"/>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6"/>
            <p:cNvSpPr/>
            <p:nvPr/>
          </p:nvSpPr>
          <p:spPr>
            <a:xfrm>
              <a:off x="2199828" y="141883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6"/>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56"/>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56"/>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6"/>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6"/>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6"/>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6"/>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6"/>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6"/>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6"/>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6"/>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6"/>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6"/>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6"/>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6"/>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6"/>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6"/>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6"/>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6"/>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6"/>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6"/>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6"/>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6"/>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6"/>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6"/>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6"/>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6"/>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6"/>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6"/>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56"/>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56"/>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6"/>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6"/>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6"/>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6"/>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6"/>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56"/>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6"/>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6"/>
            <p:cNvSpPr/>
            <p:nvPr/>
          </p:nvSpPr>
          <p:spPr>
            <a:xfrm>
              <a:off x="2754577" y="170422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6"/>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6"/>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6"/>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6"/>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6"/>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6"/>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6"/>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56"/>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6"/>
            <p:cNvSpPr/>
            <p:nvPr/>
          </p:nvSpPr>
          <p:spPr>
            <a:xfrm>
              <a:off x="2820550" y="1714773"/>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6"/>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6"/>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6"/>
            <p:cNvSpPr/>
            <p:nvPr/>
          </p:nvSpPr>
          <p:spPr>
            <a:xfrm>
              <a:off x="2817943" y="171558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56"/>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6"/>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6"/>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6"/>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6"/>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6"/>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6"/>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56"/>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56"/>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6"/>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56"/>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56"/>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6"/>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56"/>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56"/>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6"/>
            <p:cNvSpPr/>
            <p:nvPr/>
          </p:nvSpPr>
          <p:spPr>
            <a:xfrm>
              <a:off x="2629094" y="176525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56"/>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6"/>
            <p:cNvSpPr/>
            <p:nvPr/>
          </p:nvSpPr>
          <p:spPr>
            <a:xfrm>
              <a:off x="2634701" y="176283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6"/>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56"/>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56"/>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6"/>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6"/>
            <p:cNvSpPr/>
            <p:nvPr/>
          </p:nvSpPr>
          <p:spPr>
            <a:xfrm>
              <a:off x="2635272" y="176274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6"/>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6"/>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6"/>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6"/>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6"/>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6"/>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6"/>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6"/>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6"/>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56"/>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6"/>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56"/>
            <p:cNvSpPr/>
            <p:nvPr/>
          </p:nvSpPr>
          <p:spPr>
            <a:xfrm>
              <a:off x="3011966" y="170317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56"/>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56"/>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56"/>
            <p:cNvSpPr/>
            <p:nvPr/>
          </p:nvSpPr>
          <p:spPr>
            <a:xfrm>
              <a:off x="2650343" y="181141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56"/>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56"/>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56"/>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6"/>
            <p:cNvSpPr/>
            <p:nvPr/>
          </p:nvSpPr>
          <p:spPr>
            <a:xfrm>
              <a:off x="2651198" y="181113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56"/>
            <p:cNvSpPr/>
            <p:nvPr/>
          </p:nvSpPr>
          <p:spPr>
            <a:xfrm>
              <a:off x="2649012" y="181160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56"/>
            <p:cNvSpPr/>
            <p:nvPr/>
          </p:nvSpPr>
          <p:spPr>
            <a:xfrm>
              <a:off x="2649487" y="1811553"/>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6"/>
            <p:cNvSpPr/>
            <p:nvPr/>
          </p:nvSpPr>
          <p:spPr>
            <a:xfrm>
              <a:off x="2649962" y="181145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56"/>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56"/>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6"/>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56"/>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6"/>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6"/>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56"/>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56"/>
            <p:cNvSpPr/>
            <p:nvPr/>
          </p:nvSpPr>
          <p:spPr>
            <a:xfrm>
              <a:off x="2761705" y="1825769"/>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56"/>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6"/>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6"/>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6"/>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6"/>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6"/>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6"/>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6"/>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6"/>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6"/>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6"/>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6"/>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6"/>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6"/>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6"/>
            <p:cNvSpPr/>
            <p:nvPr/>
          </p:nvSpPr>
          <p:spPr>
            <a:xfrm>
              <a:off x="2721217" y="1828810"/>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6"/>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6"/>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6"/>
            <p:cNvSpPr/>
            <p:nvPr/>
          </p:nvSpPr>
          <p:spPr>
            <a:xfrm>
              <a:off x="2721543" y="182881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6"/>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6"/>
            <p:cNvSpPr/>
            <p:nvPr/>
          </p:nvSpPr>
          <p:spPr>
            <a:xfrm>
              <a:off x="2704530" y="183388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6"/>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6"/>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6"/>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6"/>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6"/>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6"/>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6"/>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6"/>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6"/>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6"/>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6"/>
            <p:cNvSpPr/>
            <p:nvPr/>
          </p:nvSpPr>
          <p:spPr>
            <a:xfrm>
              <a:off x="2796178" y="1873684"/>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6"/>
            <p:cNvSpPr/>
            <p:nvPr/>
          </p:nvSpPr>
          <p:spPr>
            <a:xfrm>
              <a:off x="2795798" y="1873779"/>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6"/>
            <p:cNvSpPr/>
            <p:nvPr/>
          </p:nvSpPr>
          <p:spPr>
            <a:xfrm>
              <a:off x="2795459" y="1873779"/>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6"/>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6"/>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6"/>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56"/>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56"/>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6"/>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56"/>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56"/>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56"/>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56"/>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6"/>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6"/>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6"/>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6"/>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6"/>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6"/>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56"/>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56"/>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6"/>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6"/>
            <p:cNvSpPr/>
            <p:nvPr/>
          </p:nvSpPr>
          <p:spPr>
            <a:xfrm>
              <a:off x="2364713" y="1918503"/>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56"/>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56"/>
            <p:cNvSpPr/>
            <p:nvPr/>
          </p:nvSpPr>
          <p:spPr>
            <a:xfrm>
              <a:off x="2364672" y="1918544"/>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6"/>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6"/>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6"/>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6"/>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6"/>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6"/>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6"/>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6"/>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6"/>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6"/>
            <p:cNvSpPr/>
            <p:nvPr/>
          </p:nvSpPr>
          <p:spPr>
            <a:xfrm>
              <a:off x="2364618" y="191859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6"/>
            <p:cNvSpPr/>
            <p:nvPr/>
          </p:nvSpPr>
          <p:spPr>
            <a:xfrm>
              <a:off x="2364767" y="191840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6"/>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6"/>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6"/>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6"/>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6"/>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6"/>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6"/>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6"/>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56"/>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6"/>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56"/>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56"/>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6"/>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6"/>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6"/>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6"/>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6"/>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6"/>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56"/>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56"/>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6"/>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6"/>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56"/>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6"/>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6"/>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56"/>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6"/>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56"/>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6"/>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6"/>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56"/>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6"/>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56"/>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6"/>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56"/>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56"/>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6"/>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6"/>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56"/>
            <p:cNvSpPr/>
            <p:nvPr/>
          </p:nvSpPr>
          <p:spPr>
            <a:xfrm>
              <a:off x="2374135" y="1744820"/>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6"/>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6"/>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56"/>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6"/>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56"/>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6"/>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6"/>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6"/>
            <p:cNvSpPr/>
            <p:nvPr/>
          </p:nvSpPr>
          <p:spPr>
            <a:xfrm>
              <a:off x="2404508" y="180965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6"/>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6"/>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56"/>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6"/>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6"/>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6"/>
            <p:cNvSpPr/>
            <p:nvPr/>
          </p:nvSpPr>
          <p:spPr>
            <a:xfrm>
              <a:off x="2378032" y="1752233"/>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6"/>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6"/>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56"/>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56"/>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6"/>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6"/>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6"/>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6"/>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6"/>
            <p:cNvSpPr/>
            <p:nvPr/>
          </p:nvSpPr>
          <p:spPr>
            <a:xfrm>
              <a:off x="2446857" y="1751337"/>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56"/>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56"/>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56"/>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6"/>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6"/>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6"/>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6"/>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6"/>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6"/>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6"/>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6"/>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6"/>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6"/>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6"/>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6"/>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6"/>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6"/>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6"/>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6"/>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6"/>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6"/>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6"/>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6"/>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6"/>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6"/>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6"/>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6"/>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6"/>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6"/>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6"/>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6"/>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6"/>
            <p:cNvSpPr/>
            <p:nvPr/>
          </p:nvSpPr>
          <p:spPr>
            <a:xfrm>
              <a:off x="2641218" y="170617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6"/>
            <p:cNvSpPr/>
            <p:nvPr/>
          </p:nvSpPr>
          <p:spPr>
            <a:xfrm>
              <a:off x="2572584" y="1708364"/>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6"/>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6"/>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6"/>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6"/>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6"/>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6"/>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6"/>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6"/>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6"/>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6"/>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6"/>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6"/>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56"/>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56"/>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56"/>
            <p:cNvSpPr/>
            <p:nvPr/>
          </p:nvSpPr>
          <p:spPr>
            <a:xfrm>
              <a:off x="2515260" y="1694529"/>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56"/>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56"/>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56"/>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56"/>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56"/>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56"/>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56"/>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56"/>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56"/>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56"/>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56"/>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56"/>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6"/>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6"/>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56"/>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56"/>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6"/>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56"/>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56"/>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6"/>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56"/>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56"/>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6"/>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6"/>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6"/>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6"/>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6"/>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56"/>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56"/>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6"/>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56"/>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56"/>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56"/>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56"/>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56"/>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56"/>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56"/>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56"/>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56"/>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56"/>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56"/>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6"/>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6"/>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6"/>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56"/>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56"/>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6"/>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6"/>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6"/>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56"/>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6"/>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56"/>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56"/>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6"/>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6"/>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6"/>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56"/>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56"/>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56"/>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56"/>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56"/>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56"/>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56"/>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56"/>
            <p:cNvSpPr/>
            <p:nvPr/>
          </p:nvSpPr>
          <p:spPr>
            <a:xfrm>
              <a:off x="2902355" y="163515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56"/>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56"/>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56"/>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56"/>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56"/>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56"/>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56"/>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56"/>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56"/>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56"/>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6"/>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6"/>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6"/>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6"/>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56"/>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56"/>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6"/>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6"/>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56"/>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56"/>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56"/>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56"/>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6"/>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56"/>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56"/>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6"/>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56"/>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56"/>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6"/>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56"/>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56"/>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6"/>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6"/>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6"/>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6"/>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6"/>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6"/>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6"/>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6"/>
            <p:cNvSpPr/>
            <p:nvPr/>
          </p:nvSpPr>
          <p:spPr>
            <a:xfrm>
              <a:off x="2210472" y="1589344"/>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6"/>
            <p:cNvSpPr/>
            <p:nvPr/>
          </p:nvSpPr>
          <p:spPr>
            <a:xfrm>
              <a:off x="2211138" y="1589344"/>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56"/>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56"/>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56"/>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6"/>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6"/>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6"/>
            <p:cNvSpPr/>
            <p:nvPr/>
          </p:nvSpPr>
          <p:spPr>
            <a:xfrm>
              <a:off x="2209807" y="158938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6"/>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6"/>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56"/>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56"/>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56"/>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56"/>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56"/>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56"/>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56"/>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6"/>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6"/>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56"/>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56"/>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56"/>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6"/>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56"/>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56"/>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6"/>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56"/>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56"/>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6"/>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56"/>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56"/>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6"/>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56"/>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56"/>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6"/>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56"/>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56"/>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6"/>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6"/>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6"/>
            <p:cNvSpPr/>
            <p:nvPr/>
          </p:nvSpPr>
          <p:spPr>
            <a:xfrm>
              <a:off x="2337476" y="165522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6"/>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6"/>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6"/>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6"/>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6"/>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56"/>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56"/>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56"/>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6"/>
            <p:cNvSpPr/>
            <p:nvPr/>
          </p:nvSpPr>
          <p:spPr>
            <a:xfrm>
              <a:off x="2283438" y="159432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56"/>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56"/>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56"/>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56"/>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6"/>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56"/>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56"/>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6"/>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56"/>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56"/>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6"/>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56"/>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56"/>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6"/>
            <p:cNvSpPr/>
            <p:nvPr/>
          </p:nvSpPr>
          <p:spPr>
            <a:xfrm>
              <a:off x="2211382" y="158330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56"/>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56"/>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6"/>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56"/>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56"/>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56"/>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56"/>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6"/>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6"/>
            <p:cNvSpPr/>
            <p:nvPr/>
          </p:nvSpPr>
          <p:spPr>
            <a:xfrm>
              <a:off x="2204824" y="1581116"/>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6"/>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6"/>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56"/>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6"/>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6"/>
            <p:cNvSpPr/>
            <p:nvPr/>
          </p:nvSpPr>
          <p:spPr>
            <a:xfrm>
              <a:off x="2213894" y="1589154"/>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6"/>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6"/>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56"/>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56"/>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56"/>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6"/>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56"/>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56"/>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6"/>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56"/>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56"/>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6"/>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56"/>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56"/>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6"/>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56"/>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56"/>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56"/>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56"/>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6"/>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6"/>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56"/>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56"/>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6"/>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6"/>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6"/>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6"/>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6"/>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6"/>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6"/>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6"/>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56"/>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56"/>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56"/>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56"/>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56"/>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56"/>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56"/>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6"/>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6"/>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6"/>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6"/>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6"/>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6"/>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6"/>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6"/>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6"/>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56"/>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56"/>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6"/>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6"/>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6"/>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6"/>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6"/>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6"/>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6"/>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6"/>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6"/>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56"/>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56"/>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6"/>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6"/>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6"/>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6"/>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6"/>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6"/>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6"/>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6"/>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6"/>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56"/>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56"/>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6"/>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6"/>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6"/>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6"/>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6"/>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6"/>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6"/>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6"/>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6"/>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56"/>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56"/>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6"/>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6"/>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6"/>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6"/>
            <p:cNvSpPr/>
            <p:nvPr/>
          </p:nvSpPr>
          <p:spPr>
            <a:xfrm>
              <a:off x="2593969" y="159470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6"/>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6"/>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6"/>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6"/>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6"/>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56"/>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56"/>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6"/>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6"/>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6"/>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6"/>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6"/>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6"/>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6"/>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6"/>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6"/>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56"/>
            <p:cNvSpPr/>
            <p:nvPr/>
          </p:nvSpPr>
          <p:spPr>
            <a:xfrm>
              <a:off x="2590398" y="159324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56"/>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6"/>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6"/>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6"/>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6"/>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6"/>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6"/>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6"/>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6"/>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6"/>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56"/>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56"/>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6"/>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6"/>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6"/>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6"/>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6"/>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6"/>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6"/>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6"/>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6"/>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56"/>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56"/>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6"/>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6"/>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6"/>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6"/>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6"/>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6"/>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6"/>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6"/>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6"/>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56"/>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56"/>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6"/>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6"/>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6"/>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6"/>
            <p:cNvSpPr/>
            <p:nvPr/>
          </p:nvSpPr>
          <p:spPr>
            <a:xfrm>
              <a:off x="2139218" y="208154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6"/>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6"/>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6"/>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6"/>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6"/>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56"/>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56"/>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56"/>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6"/>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6"/>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6"/>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6"/>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56"/>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56"/>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6"/>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6"/>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6"/>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6"/>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56"/>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56"/>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6"/>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6"/>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6"/>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6"/>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56"/>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56"/>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6"/>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6"/>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6"/>
            <p:cNvSpPr/>
            <p:nvPr/>
          </p:nvSpPr>
          <p:spPr>
            <a:xfrm>
              <a:off x="2263194" y="2009812"/>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6"/>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56"/>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56"/>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6"/>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6"/>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6"/>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6"/>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6"/>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6"/>
            <p:cNvSpPr/>
            <p:nvPr/>
          </p:nvSpPr>
          <p:spPr>
            <a:xfrm>
              <a:off x="2261429" y="2010341"/>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6"/>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6"/>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6"/>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6"/>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6"/>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6"/>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6"/>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6"/>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6"/>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6"/>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6"/>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56"/>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56"/>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6"/>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56"/>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56"/>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6"/>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56"/>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56"/>
            <p:cNvSpPr/>
            <p:nvPr/>
          </p:nvSpPr>
          <p:spPr>
            <a:xfrm>
              <a:off x="2271082" y="2019981"/>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6"/>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6"/>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6"/>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6"/>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6"/>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6"/>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6"/>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56"/>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56"/>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6"/>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6"/>
            <p:cNvSpPr/>
            <p:nvPr/>
          </p:nvSpPr>
          <p:spPr>
            <a:xfrm>
              <a:off x="2263044" y="2064624"/>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6"/>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6"/>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56"/>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56"/>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6"/>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6"/>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6"/>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6"/>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56"/>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56"/>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56"/>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56"/>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56"/>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56"/>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56"/>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56"/>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56"/>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56"/>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6"/>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56"/>
            <p:cNvSpPr/>
            <p:nvPr/>
          </p:nvSpPr>
          <p:spPr>
            <a:xfrm>
              <a:off x="2281917" y="2248708"/>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56"/>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6"/>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56"/>
            <p:cNvSpPr/>
            <p:nvPr/>
          </p:nvSpPr>
          <p:spPr>
            <a:xfrm>
              <a:off x="2275780" y="2214683"/>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56"/>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6"/>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56"/>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56"/>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6"/>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56"/>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56"/>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6"/>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56"/>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56"/>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56"/>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56"/>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56"/>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56"/>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56"/>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56"/>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6"/>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6"/>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6"/>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6"/>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6"/>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56"/>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56"/>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6"/>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6"/>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6"/>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6"/>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6"/>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56"/>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56"/>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56"/>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56"/>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56"/>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56"/>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56"/>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56"/>
            <p:cNvSpPr/>
            <p:nvPr/>
          </p:nvSpPr>
          <p:spPr>
            <a:xfrm>
              <a:off x="2270173" y="2063103"/>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56"/>
            <p:cNvSpPr/>
            <p:nvPr/>
          </p:nvSpPr>
          <p:spPr>
            <a:xfrm>
              <a:off x="2334109" y="212622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56"/>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56"/>
            <p:cNvSpPr/>
            <p:nvPr/>
          </p:nvSpPr>
          <p:spPr>
            <a:xfrm>
              <a:off x="2334150" y="212613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56"/>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56"/>
            <p:cNvSpPr/>
            <p:nvPr/>
          </p:nvSpPr>
          <p:spPr>
            <a:xfrm>
              <a:off x="2334055" y="212632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56"/>
            <p:cNvSpPr/>
            <p:nvPr/>
          </p:nvSpPr>
          <p:spPr>
            <a:xfrm>
              <a:off x="2334109" y="2126266"/>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56"/>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56"/>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6"/>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6"/>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6"/>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56"/>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56"/>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56"/>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56"/>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56"/>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56"/>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56"/>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6"/>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6"/>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6"/>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6"/>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6"/>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6"/>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56"/>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56"/>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6"/>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6"/>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6"/>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6"/>
            <p:cNvSpPr/>
            <p:nvPr/>
          </p:nvSpPr>
          <p:spPr>
            <a:xfrm>
              <a:off x="2333294" y="2126456"/>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6"/>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6"/>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56"/>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56"/>
            <p:cNvSpPr/>
            <p:nvPr/>
          </p:nvSpPr>
          <p:spPr>
            <a:xfrm>
              <a:off x="2305202" y="2129837"/>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6"/>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6"/>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6"/>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6"/>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6"/>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6"/>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56"/>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56"/>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6"/>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6"/>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6"/>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6"/>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6"/>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6"/>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56"/>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56"/>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6"/>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6"/>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6"/>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6"/>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6"/>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6"/>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56"/>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56"/>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6"/>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6"/>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6"/>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6"/>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6"/>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6"/>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56"/>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56"/>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6"/>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6"/>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6"/>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6"/>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6"/>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6"/>
            <p:cNvSpPr/>
            <p:nvPr/>
          </p:nvSpPr>
          <p:spPr>
            <a:xfrm>
              <a:off x="2291951" y="2116436"/>
              <a:ext cx="14" cy="0"/>
            </a:xfrm>
            <a:custGeom>
              <a:avLst/>
              <a:gdLst/>
              <a:ahLst/>
              <a:cxnLst/>
              <a:rect l="l" t="t" r="r" b="b"/>
              <a:pathLst>
                <a:path w="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56"/>
            <p:cNvSpPr/>
            <p:nvPr/>
          </p:nvSpPr>
          <p:spPr>
            <a:xfrm>
              <a:off x="2292562" y="2116436"/>
              <a:ext cx="14" cy="0"/>
            </a:xfrm>
            <a:custGeom>
              <a:avLst/>
              <a:gdLst/>
              <a:ahLst/>
              <a:cxnLst/>
              <a:rect l="l" t="t" r="r" b="b"/>
              <a:pathLst>
                <a:path w="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56"/>
            <p:cNvSpPr/>
            <p:nvPr/>
          </p:nvSpPr>
          <p:spPr>
            <a:xfrm>
              <a:off x="2291095" y="2116476"/>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6"/>
            <p:cNvSpPr/>
            <p:nvPr/>
          </p:nvSpPr>
          <p:spPr>
            <a:xfrm>
              <a:off x="2293132" y="2116436"/>
              <a:ext cx="14" cy="0"/>
            </a:xfrm>
            <a:custGeom>
              <a:avLst/>
              <a:gdLst/>
              <a:ahLst/>
              <a:cxnLst/>
              <a:rect l="l" t="t" r="r" b="b"/>
              <a:pathLst>
                <a:path w="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6"/>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6"/>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6"/>
            <p:cNvSpPr/>
            <p:nvPr/>
          </p:nvSpPr>
          <p:spPr>
            <a:xfrm>
              <a:off x="2585741" y="173408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6"/>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6"/>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6"/>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6"/>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6"/>
            <p:cNvSpPr/>
            <p:nvPr/>
          </p:nvSpPr>
          <p:spPr>
            <a:xfrm>
              <a:off x="2588646" y="173436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56"/>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56"/>
            <p:cNvSpPr/>
            <p:nvPr/>
          </p:nvSpPr>
          <p:spPr>
            <a:xfrm>
              <a:off x="2586121" y="1734080"/>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6"/>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6"/>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6"/>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56"/>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56"/>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56"/>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56"/>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56"/>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56"/>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56"/>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56"/>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56"/>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56"/>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56"/>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56"/>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56"/>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56"/>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56"/>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56"/>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56"/>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56"/>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56"/>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56"/>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56"/>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56"/>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56"/>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56"/>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56"/>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56"/>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56"/>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56"/>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56"/>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56"/>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6"/>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56"/>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56"/>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56"/>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56"/>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56"/>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56"/>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6"/>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56"/>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56"/>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56"/>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56"/>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56"/>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56"/>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6"/>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56"/>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56"/>
            <p:cNvSpPr/>
            <p:nvPr/>
          </p:nvSpPr>
          <p:spPr>
            <a:xfrm>
              <a:off x="2374896" y="1716633"/>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56"/>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56"/>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56"/>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56"/>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56"/>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56"/>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56"/>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6"/>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56"/>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56"/>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56"/>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56"/>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56"/>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56"/>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56"/>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56"/>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56"/>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56"/>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56"/>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56"/>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56"/>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56"/>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56"/>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56"/>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56"/>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56"/>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56"/>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56"/>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56"/>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56"/>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56"/>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56"/>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56"/>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56"/>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56"/>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56"/>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56"/>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56"/>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56"/>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56"/>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56"/>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56"/>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56"/>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56"/>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56"/>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56"/>
            <p:cNvSpPr/>
            <p:nvPr/>
          </p:nvSpPr>
          <p:spPr>
            <a:xfrm>
              <a:off x="2400612" y="1717298"/>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56"/>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56"/>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56"/>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56"/>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56"/>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56"/>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56"/>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56"/>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56"/>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56"/>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56"/>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56"/>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56"/>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56"/>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56"/>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56"/>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56"/>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56"/>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56"/>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56"/>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56"/>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56"/>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56"/>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56"/>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56"/>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56"/>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56"/>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56"/>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56"/>
            <p:cNvSpPr/>
            <p:nvPr/>
          </p:nvSpPr>
          <p:spPr>
            <a:xfrm>
              <a:off x="2385826" y="173579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56"/>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56"/>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56"/>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56"/>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56"/>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56"/>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56"/>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56"/>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56"/>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56"/>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56"/>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56"/>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56"/>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56"/>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56"/>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56"/>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56"/>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56"/>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56"/>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56"/>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56"/>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56"/>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56"/>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56"/>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56"/>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56"/>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56"/>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56"/>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56"/>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56"/>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56"/>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56"/>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56"/>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56"/>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56"/>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56"/>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56"/>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56"/>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56"/>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56"/>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56"/>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56"/>
            <p:cNvSpPr/>
            <p:nvPr/>
          </p:nvSpPr>
          <p:spPr>
            <a:xfrm>
              <a:off x="2581803" y="1758506"/>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56"/>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56"/>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56"/>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56"/>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56"/>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56"/>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56"/>
            <p:cNvSpPr/>
            <p:nvPr/>
          </p:nvSpPr>
          <p:spPr>
            <a:xfrm>
              <a:off x="2600812" y="1753754"/>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56"/>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56"/>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56"/>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56"/>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56"/>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56"/>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56"/>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56"/>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56"/>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56"/>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56"/>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56"/>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56"/>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56"/>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56"/>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56"/>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56"/>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56"/>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56"/>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56"/>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56"/>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56"/>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56"/>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56"/>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56"/>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56"/>
            <p:cNvSpPr/>
            <p:nvPr/>
          </p:nvSpPr>
          <p:spPr>
            <a:xfrm>
              <a:off x="2514350" y="1832802"/>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56"/>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56"/>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56"/>
            <p:cNvSpPr/>
            <p:nvPr/>
          </p:nvSpPr>
          <p:spPr>
            <a:xfrm>
              <a:off x="2517772" y="1837839"/>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56"/>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56"/>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56"/>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56"/>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56"/>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56"/>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56"/>
            <p:cNvSpPr/>
            <p:nvPr/>
          </p:nvSpPr>
          <p:spPr>
            <a:xfrm>
              <a:off x="2514310" y="1832422"/>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56"/>
            <p:cNvSpPr/>
            <p:nvPr/>
          </p:nvSpPr>
          <p:spPr>
            <a:xfrm>
              <a:off x="2505606" y="1850439"/>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56"/>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56"/>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56"/>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56"/>
            <p:cNvSpPr/>
            <p:nvPr/>
          </p:nvSpPr>
          <p:spPr>
            <a:xfrm>
              <a:off x="2514255" y="1832136"/>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56"/>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56"/>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56"/>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56"/>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56"/>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56"/>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56"/>
            <p:cNvSpPr/>
            <p:nvPr/>
          </p:nvSpPr>
          <p:spPr>
            <a:xfrm>
              <a:off x="2513264" y="1818396"/>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56"/>
            <p:cNvSpPr/>
            <p:nvPr/>
          </p:nvSpPr>
          <p:spPr>
            <a:xfrm>
              <a:off x="2516020" y="1818301"/>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56"/>
            <p:cNvSpPr/>
            <p:nvPr/>
          </p:nvSpPr>
          <p:spPr>
            <a:xfrm>
              <a:off x="2514119" y="1818396"/>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56"/>
            <p:cNvSpPr/>
            <p:nvPr/>
          </p:nvSpPr>
          <p:spPr>
            <a:xfrm>
              <a:off x="2596725" y="1756849"/>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56"/>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56"/>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56"/>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56"/>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56"/>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56"/>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56"/>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56"/>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56"/>
            <p:cNvSpPr/>
            <p:nvPr/>
          </p:nvSpPr>
          <p:spPr>
            <a:xfrm>
              <a:off x="2526665" y="181721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56"/>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56"/>
            <p:cNvSpPr/>
            <p:nvPr/>
          </p:nvSpPr>
          <p:spPr>
            <a:xfrm>
              <a:off x="2527330" y="1817120"/>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56"/>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56"/>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56"/>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56"/>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56"/>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56"/>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56"/>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56"/>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56"/>
            <p:cNvSpPr/>
            <p:nvPr/>
          </p:nvSpPr>
          <p:spPr>
            <a:xfrm>
              <a:off x="2512640" y="1818396"/>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56"/>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56"/>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56"/>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56"/>
            <p:cNvSpPr/>
            <p:nvPr/>
          </p:nvSpPr>
          <p:spPr>
            <a:xfrm>
              <a:off x="2512029" y="181835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56"/>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56"/>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56"/>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56"/>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56"/>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56"/>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56"/>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56"/>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56"/>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56"/>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56"/>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56"/>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56"/>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56"/>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56"/>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56"/>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56"/>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56"/>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56"/>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56"/>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56"/>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56"/>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56"/>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56"/>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56"/>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56"/>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56"/>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56"/>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56"/>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56"/>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56"/>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56"/>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56"/>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56"/>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56"/>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56"/>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56"/>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56"/>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56"/>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56"/>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56"/>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56"/>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56"/>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56"/>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56"/>
            <p:cNvSpPr/>
            <p:nvPr/>
          </p:nvSpPr>
          <p:spPr>
            <a:xfrm>
              <a:off x="2860006" y="2039193"/>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56"/>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56"/>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56"/>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56"/>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56"/>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56"/>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56"/>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56"/>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56"/>
            <p:cNvSpPr/>
            <p:nvPr/>
          </p:nvSpPr>
          <p:spPr>
            <a:xfrm>
              <a:off x="2962544" y="2114806"/>
              <a:ext cx="0" cy="14"/>
            </a:xfrm>
            <a:custGeom>
              <a:avLst/>
              <a:gdLst/>
              <a:ahLst/>
              <a:cxnLst/>
              <a:rect l="l" t="t" r="r" b="b"/>
              <a:pathLst>
                <a:path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56"/>
            <p:cNvSpPr/>
            <p:nvPr/>
          </p:nvSpPr>
          <p:spPr>
            <a:xfrm>
              <a:off x="2962924" y="2114711"/>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56"/>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56"/>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56"/>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56"/>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56"/>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56"/>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56"/>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56"/>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56"/>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56"/>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56"/>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56"/>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56"/>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56"/>
            <p:cNvSpPr/>
            <p:nvPr/>
          </p:nvSpPr>
          <p:spPr>
            <a:xfrm>
              <a:off x="2106903" y="1674475"/>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56"/>
            <p:cNvSpPr/>
            <p:nvPr/>
          </p:nvSpPr>
          <p:spPr>
            <a:xfrm>
              <a:off x="2106659" y="167447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56"/>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56"/>
            <p:cNvSpPr/>
            <p:nvPr/>
          </p:nvSpPr>
          <p:spPr>
            <a:xfrm>
              <a:off x="2107134" y="1674475"/>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56"/>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56"/>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56"/>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56"/>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56"/>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56"/>
            <p:cNvSpPr/>
            <p:nvPr/>
          </p:nvSpPr>
          <p:spPr>
            <a:xfrm>
              <a:off x="2101676" y="1676280"/>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56"/>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56"/>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56"/>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56"/>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56"/>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56"/>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56"/>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56"/>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56"/>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56"/>
            <p:cNvSpPr/>
            <p:nvPr/>
          </p:nvSpPr>
          <p:spPr>
            <a:xfrm>
              <a:off x="2184336" y="1702281"/>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56"/>
            <p:cNvSpPr/>
            <p:nvPr/>
          </p:nvSpPr>
          <p:spPr>
            <a:xfrm>
              <a:off x="2184376" y="1702661"/>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56"/>
            <p:cNvSpPr/>
            <p:nvPr/>
          </p:nvSpPr>
          <p:spPr>
            <a:xfrm>
              <a:off x="2184376" y="1702417"/>
              <a:ext cx="14" cy="14"/>
            </a:xfrm>
            <a:custGeom>
              <a:avLst/>
              <a:gdLst/>
              <a:ahLst/>
              <a:cxnLst/>
              <a:rect l="l" t="t" r="r" b="b"/>
              <a:pathLst>
                <a:path w="1" h="1" extrusionOk="0">
                  <a:moveTo>
                    <a:pt x="1"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56"/>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56"/>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56"/>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56"/>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56"/>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56"/>
            <p:cNvSpPr/>
            <p:nvPr/>
          </p:nvSpPr>
          <p:spPr>
            <a:xfrm>
              <a:off x="2184336" y="1702987"/>
              <a:ext cx="14" cy="14"/>
            </a:xfrm>
            <a:custGeom>
              <a:avLst/>
              <a:gdLst/>
              <a:ahLst/>
              <a:cxnLst/>
              <a:rect l="l" t="t" r="r" b="b"/>
              <a:pathLst>
                <a:path w="1" h="1" extrusionOk="0">
                  <a:moveTo>
                    <a:pt x="0" y="1"/>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56"/>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56"/>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56"/>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56"/>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56"/>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56"/>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56"/>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56"/>
            <p:cNvSpPr/>
            <p:nvPr/>
          </p:nvSpPr>
          <p:spPr>
            <a:xfrm>
              <a:off x="2190649" y="1692628"/>
              <a:ext cx="14" cy="14"/>
            </a:xfrm>
            <a:custGeom>
              <a:avLst/>
              <a:gdLst/>
              <a:ahLst/>
              <a:cxnLst/>
              <a:rect l="l" t="t" r="r" b="b"/>
              <a:pathLst>
                <a:path w="1" h="1" extrusionOk="0">
                  <a:moveTo>
                    <a:pt x="1"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56"/>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56"/>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56"/>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56"/>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56"/>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56"/>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56"/>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56"/>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56"/>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56"/>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56"/>
            <p:cNvSpPr/>
            <p:nvPr/>
          </p:nvSpPr>
          <p:spPr>
            <a:xfrm>
              <a:off x="2190989" y="1685119"/>
              <a:ext cx="14" cy="14"/>
            </a:xfrm>
            <a:custGeom>
              <a:avLst/>
              <a:gdLst/>
              <a:ahLst/>
              <a:cxnLst/>
              <a:rect l="l" t="t" r="r" b="b"/>
              <a:pathLst>
                <a:path w="1" h="1" extrusionOk="0">
                  <a:moveTo>
                    <a:pt x="0" y="0"/>
                  </a:move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56"/>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56"/>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56"/>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56"/>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56"/>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56"/>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56"/>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56"/>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56"/>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56"/>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56"/>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56"/>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56"/>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56"/>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56"/>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56"/>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56"/>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56"/>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56"/>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56"/>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56"/>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56"/>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56"/>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56"/>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56"/>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56"/>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56"/>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56"/>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56"/>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56"/>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56"/>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56"/>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56"/>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56"/>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56"/>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56"/>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56"/>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56"/>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56"/>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56"/>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56"/>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7" name="Google Shape;6637;p56"/>
          <p:cNvGrpSpPr/>
          <p:nvPr/>
        </p:nvGrpSpPr>
        <p:grpSpPr>
          <a:xfrm>
            <a:off x="3450485" y="919691"/>
            <a:ext cx="2310381" cy="1488888"/>
            <a:chOff x="229225" y="549050"/>
            <a:chExt cx="7161750" cy="4615275"/>
          </a:xfrm>
        </p:grpSpPr>
        <p:sp>
          <p:nvSpPr>
            <p:cNvPr id="6638" name="Google Shape;6638;p56"/>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56"/>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56"/>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56"/>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56"/>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56"/>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56"/>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56"/>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56"/>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56"/>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56"/>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56"/>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56"/>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56"/>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56"/>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56"/>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56"/>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56"/>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56"/>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56"/>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56"/>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56"/>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56"/>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56"/>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56"/>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56"/>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56"/>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56"/>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56"/>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56"/>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56"/>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56"/>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56"/>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56"/>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56"/>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56"/>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56"/>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56"/>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56"/>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56"/>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56"/>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56"/>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56"/>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56"/>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56"/>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56"/>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56"/>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56"/>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56"/>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56"/>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56"/>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56"/>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56"/>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56"/>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56"/>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56"/>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56"/>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56"/>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56"/>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56"/>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56"/>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56"/>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56"/>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56"/>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56"/>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56"/>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56"/>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56"/>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56"/>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56"/>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56"/>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56"/>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56"/>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56"/>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56"/>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56"/>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56"/>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56"/>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56"/>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56"/>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56"/>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56"/>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56"/>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56"/>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56"/>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56"/>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56"/>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56"/>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56"/>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56"/>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56"/>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56"/>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56"/>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56"/>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56"/>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56"/>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56"/>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56"/>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56"/>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56"/>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56"/>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56"/>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56"/>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56"/>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56"/>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56"/>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56"/>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56"/>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56"/>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56"/>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56"/>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56"/>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56"/>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56"/>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56"/>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56"/>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56"/>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56"/>
          <p:cNvGrpSpPr/>
          <p:nvPr/>
        </p:nvGrpSpPr>
        <p:grpSpPr>
          <a:xfrm>
            <a:off x="3548403" y="2849588"/>
            <a:ext cx="2310282" cy="1374222"/>
            <a:chOff x="238125" y="732525"/>
            <a:chExt cx="7130500" cy="4241425"/>
          </a:xfrm>
        </p:grpSpPr>
        <p:sp>
          <p:nvSpPr>
            <p:cNvPr id="6756" name="Google Shape;6756;p56"/>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56"/>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56"/>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56"/>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56"/>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56"/>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56"/>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56"/>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56"/>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56"/>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56"/>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56"/>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56"/>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56"/>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56"/>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56"/>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56"/>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56"/>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56"/>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56"/>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56"/>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56"/>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56"/>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56"/>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56"/>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56"/>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56"/>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56"/>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56"/>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56"/>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56"/>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56"/>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56"/>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56"/>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56"/>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56"/>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56"/>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56"/>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56"/>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56"/>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56"/>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56"/>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56"/>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56"/>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56"/>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56"/>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56"/>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56"/>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56"/>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56"/>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56"/>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56"/>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56"/>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56"/>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56"/>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56"/>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56"/>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56"/>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56"/>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56"/>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56"/>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56"/>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56"/>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56"/>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56"/>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56"/>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56"/>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56"/>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56"/>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56"/>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56"/>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56"/>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56"/>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56"/>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56"/>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56"/>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56"/>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56"/>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56"/>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56"/>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56"/>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56"/>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56"/>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56"/>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56"/>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56"/>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56"/>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56"/>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56"/>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56"/>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56"/>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56"/>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56"/>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56"/>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56"/>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56"/>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56"/>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56"/>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56"/>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56"/>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56"/>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56"/>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56"/>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56"/>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56"/>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56"/>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56"/>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56"/>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56"/>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56"/>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56"/>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56"/>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56"/>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56"/>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873"/>
        <p:cNvGrpSpPr/>
        <p:nvPr/>
      </p:nvGrpSpPr>
      <p:grpSpPr>
        <a:xfrm>
          <a:off x="0" y="0"/>
          <a:ext cx="0" cy="0"/>
          <a:chOff x="0" y="0"/>
          <a:chExt cx="0" cy="0"/>
        </a:xfrm>
      </p:grpSpPr>
      <p:grpSp>
        <p:nvGrpSpPr>
          <p:cNvPr id="6874" name="Google Shape;6874;p57"/>
          <p:cNvGrpSpPr/>
          <p:nvPr/>
        </p:nvGrpSpPr>
        <p:grpSpPr>
          <a:xfrm>
            <a:off x="2100560" y="3398663"/>
            <a:ext cx="1102891" cy="760337"/>
            <a:chOff x="4967783" y="2151471"/>
            <a:chExt cx="3920692" cy="2702940"/>
          </a:xfrm>
        </p:grpSpPr>
        <p:grpSp>
          <p:nvGrpSpPr>
            <p:cNvPr id="6875" name="Google Shape;6875;p57"/>
            <p:cNvGrpSpPr/>
            <p:nvPr/>
          </p:nvGrpSpPr>
          <p:grpSpPr>
            <a:xfrm>
              <a:off x="5045709" y="2252109"/>
              <a:ext cx="3761071" cy="2501708"/>
              <a:chOff x="2691784" y="1805334"/>
              <a:chExt cx="3761071" cy="2501708"/>
            </a:xfrm>
          </p:grpSpPr>
          <p:sp>
            <p:nvSpPr>
              <p:cNvPr id="6876" name="Google Shape;6876;p57"/>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57"/>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57"/>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57"/>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57"/>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57"/>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57"/>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3" name="Google Shape;6883;p57"/>
            <p:cNvGrpSpPr/>
            <p:nvPr/>
          </p:nvGrpSpPr>
          <p:grpSpPr>
            <a:xfrm>
              <a:off x="4967783" y="2151471"/>
              <a:ext cx="3920692" cy="2702940"/>
              <a:chOff x="2613858" y="1704696"/>
              <a:chExt cx="3920692" cy="2702940"/>
            </a:xfrm>
          </p:grpSpPr>
          <p:sp>
            <p:nvSpPr>
              <p:cNvPr id="6884" name="Google Shape;6884;p57"/>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57"/>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57"/>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57"/>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57"/>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89" name="Google Shape;6889;p57"/>
          <p:cNvGrpSpPr/>
          <p:nvPr/>
        </p:nvGrpSpPr>
        <p:grpSpPr>
          <a:xfrm>
            <a:off x="3504468" y="1286940"/>
            <a:ext cx="1561911" cy="708580"/>
            <a:chOff x="3530532" y="1496185"/>
            <a:chExt cx="1561911" cy="708580"/>
          </a:xfrm>
        </p:grpSpPr>
        <p:grpSp>
          <p:nvGrpSpPr>
            <p:cNvPr id="6890" name="Google Shape;6890;p57"/>
            <p:cNvGrpSpPr/>
            <p:nvPr/>
          </p:nvGrpSpPr>
          <p:grpSpPr>
            <a:xfrm>
              <a:off x="3720318" y="1857562"/>
              <a:ext cx="1372125" cy="54"/>
              <a:chOff x="3720318" y="1857562"/>
              <a:chExt cx="1372125" cy="54"/>
            </a:xfrm>
          </p:grpSpPr>
          <p:cxnSp>
            <p:nvCxnSpPr>
              <p:cNvPr id="6891" name="Google Shape;6891;p57"/>
              <p:cNvCxnSpPr>
                <a:endCxn id="6892"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6893" name="Google Shape;6893;p57"/>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6894" name="Google Shape;6894;p57"/>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6895" name="Google Shape;6895;p57"/>
              <p:cNvCxnSpPr>
                <a:stCxn id="6892"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6896" name="Google Shape;6896;p57"/>
            <p:cNvGrpSpPr/>
            <p:nvPr/>
          </p:nvGrpSpPr>
          <p:grpSpPr>
            <a:xfrm>
              <a:off x="3567462" y="1496185"/>
              <a:ext cx="286500" cy="272914"/>
              <a:chOff x="3567462" y="1496185"/>
              <a:chExt cx="286500" cy="272914"/>
            </a:xfrm>
          </p:grpSpPr>
          <p:cxnSp>
            <p:nvCxnSpPr>
              <p:cNvPr id="6897" name="Google Shape;6897;p57"/>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6898" name="Google Shape;6898;p57"/>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99" name="Google Shape;6899;p57"/>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57"/>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01" name="Google Shape;6901;p57"/>
            <p:cNvGrpSpPr/>
            <p:nvPr/>
          </p:nvGrpSpPr>
          <p:grpSpPr>
            <a:xfrm>
              <a:off x="3929014" y="1960574"/>
              <a:ext cx="286500" cy="242342"/>
              <a:chOff x="3929014" y="1960574"/>
              <a:chExt cx="286500" cy="242342"/>
            </a:xfrm>
          </p:grpSpPr>
          <p:cxnSp>
            <p:nvCxnSpPr>
              <p:cNvPr id="6902" name="Google Shape;6902;p57"/>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6903" name="Google Shape;6903;p57"/>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4" name="Google Shape;6904;p57"/>
            <p:cNvGrpSpPr/>
            <p:nvPr/>
          </p:nvGrpSpPr>
          <p:grpSpPr>
            <a:xfrm>
              <a:off x="4290828" y="1496185"/>
              <a:ext cx="286500" cy="272914"/>
              <a:chOff x="4290828" y="1496185"/>
              <a:chExt cx="286500" cy="272914"/>
            </a:xfrm>
          </p:grpSpPr>
          <p:cxnSp>
            <p:nvCxnSpPr>
              <p:cNvPr id="6905" name="Google Shape;6905;p57"/>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6906" name="Google Shape;6906;p57"/>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07" name="Google Shape;6907;p57"/>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57"/>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08" name="Google Shape;6908;p57"/>
            <p:cNvGrpSpPr/>
            <p:nvPr/>
          </p:nvGrpSpPr>
          <p:grpSpPr>
            <a:xfrm>
              <a:off x="4657726" y="1959674"/>
              <a:ext cx="286500" cy="245092"/>
              <a:chOff x="4657726" y="1959674"/>
              <a:chExt cx="286500" cy="245092"/>
            </a:xfrm>
          </p:grpSpPr>
          <p:cxnSp>
            <p:nvCxnSpPr>
              <p:cNvPr id="6909" name="Google Shape;6909;p57"/>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6910" name="Google Shape;6910;p57"/>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11" name="Google Shape;6911;p57"/>
          <p:cNvGrpSpPr/>
          <p:nvPr/>
        </p:nvGrpSpPr>
        <p:grpSpPr>
          <a:xfrm>
            <a:off x="3486488" y="2149036"/>
            <a:ext cx="1597032" cy="378649"/>
            <a:chOff x="3512551" y="2358282"/>
            <a:chExt cx="1597032" cy="378649"/>
          </a:xfrm>
        </p:grpSpPr>
        <p:grpSp>
          <p:nvGrpSpPr>
            <p:cNvPr id="6912" name="Google Shape;6912;p57"/>
            <p:cNvGrpSpPr/>
            <p:nvPr/>
          </p:nvGrpSpPr>
          <p:grpSpPr>
            <a:xfrm>
              <a:off x="3738198" y="2553002"/>
              <a:ext cx="1145834" cy="117"/>
              <a:chOff x="3738198" y="2553002"/>
              <a:chExt cx="1145834" cy="117"/>
            </a:xfrm>
          </p:grpSpPr>
          <p:cxnSp>
            <p:nvCxnSpPr>
              <p:cNvPr id="6913" name="Google Shape;6913;p57"/>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6914" name="Google Shape;6914;p57"/>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6915" name="Google Shape;6915;p57"/>
              <p:cNvCxnSpPr>
                <a:stCxn id="6916" idx="6"/>
                <a:endCxn id="6917"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6918" name="Google Shape;6918;p57"/>
            <p:cNvGrpSpPr/>
            <p:nvPr/>
          </p:nvGrpSpPr>
          <p:grpSpPr>
            <a:xfrm>
              <a:off x="3969644" y="2440153"/>
              <a:ext cx="225900" cy="296779"/>
              <a:chOff x="3969644" y="2440153"/>
              <a:chExt cx="225900" cy="296779"/>
            </a:xfrm>
          </p:grpSpPr>
          <p:cxnSp>
            <p:nvCxnSpPr>
              <p:cNvPr id="6919" name="Google Shape;6919;p57"/>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6917" name="Google Shape;6917;p57"/>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57"/>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1" name="Google Shape;6921;p57"/>
            <p:cNvGrpSpPr/>
            <p:nvPr/>
          </p:nvGrpSpPr>
          <p:grpSpPr>
            <a:xfrm>
              <a:off x="4426818" y="2358282"/>
              <a:ext cx="225600" cy="307471"/>
              <a:chOff x="4426818" y="2358282"/>
              <a:chExt cx="225600" cy="307471"/>
            </a:xfrm>
          </p:grpSpPr>
          <p:cxnSp>
            <p:nvCxnSpPr>
              <p:cNvPr id="6922" name="Google Shape;6922;p57"/>
              <p:cNvCxnSpPr>
                <a:stCxn id="6923"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6924" name="Google Shape;6924;p57"/>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57"/>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5" name="Google Shape;6925;p57"/>
            <p:cNvGrpSpPr/>
            <p:nvPr/>
          </p:nvGrpSpPr>
          <p:grpSpPr>
            <a:xfrm>
              <a:off x="4883984" y="2440153"/>
              <a:ext cx="225600" cy="296479"/>
              <a:chOff x="4883984" y="2440153"/>
              <a:chExt cx="225600" cy="296479"/>
            </a:xfrm>
          </p:grpSpPr>
          <p:cxnSp>
            <p:nvCxnSpPr>
              <p:cNvPr id="6926" name="Google Shape;6926;p57"/>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6927" name="Google Shape;6927;p57"/>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57"/>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9" name="Google Shape;6929;p57"/>
            <p:cNvGrpSpPr/>
            <p:nvPr/>
          </p:nvGrpSpPr>
          <p:grpSpPr>
            <a:xfrm>
              <a:off x="3512551" y="2358356"/>
              <a:ext cx="225647" cy="307629"/>
              <a:chOff x="2182679" y="2005014"/>
              <a:chExt cx="792300" cy="1080158"/>
            </a:xfrm>
          </p:grpSpPr>
          <p:cxnSp>
            <p:nvCxnSpPr>
              <p:cNvPr id="6930" name="Google Shape;6930;p57"/>
              <p:cNvCxnSpPr>
                <a:stCxn id="6931"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6916" name="Google Shape;6916;p57"/>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57"/>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32" name="Google Shape;6932;p57"/>
          <p:cNvGrpSpPr/>
          <p:nvPr/>
        </p:nvGrpSpPr>
        <p:grpSpPr>
          <a:xfrm>
            <a:off x="6846570" y="972834"/>
            <a:ext cx="1559809" cy="722610"/>
            <a:chOff x="634175" y="2986275"/>
            <a:chExt cx="3147949" cy="1458344"/>
          </a:xfrm>
        </p:grpSpPr>
        <p:cxnSp>
          <p:nvCxnSpPr>
            <p:cNvPr id="6933" name="Google Shape;6933;p57"/>
            <p:cNvCxnSpPr>
              <a:stCxn id="6934" idx="4"/>
              <a:endCxn id="6935"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6936" name="Google Shape;6936;p57"/>
            <p:cNvCxnSpPr>
              <a:stCxn id="6935" idx="0"/>
              <a:endCxn id="6937"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6938" name="Google Shape;6938;p57"/>
            <p:cNvCxnSpPr>
              <a:stCxn id="6937" idx="4"/>
              <a:endCxn id="6939"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6940" name="Google Shape;6940;p57"/>
            <p:cNvCxnSpPr>
              <a:stCxn id="6939" idx="0"/>
              <a:endCxn id="6941"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6941" name="Google Shape;6941;p57"/>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937" name="Google Shape;6937;p57"/>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934" name="Google Shape;6934;p57"/>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939" name="Google Shape;6939;p57"/>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6935" name="Google Shape;6935;p57"/>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6942" name="Google Shape;6942;p57"/>
          <p:cNvGrpSpPr/>
          <p:nvPr/>
        </p:nvGrpSpPr>
        <p:grpSpPr>
          <a:xfrm>
            <a:off x="3500360" y="2682741"/>
            <a:ext cx="1570719" cy="294123"/>
            <a:chOff x="998425" y="1182125"/>
            <a:chExt cx="1065400" cy="199500"/>
          </a:xfrm>
        </p:grpSpPr>
        <p:sp>
          <p:nvSpPr>
            <p:cNvPr id="6943" name="Google Shape;6943;p5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5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5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5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5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8" name="Google Shape;6948;p57"/>
          <p:cNvGrpSpPr/>
          <p:nvPr/>
        </p:nvGrpSpPr>
        <p:grpSpPr>
          <a:xfrm>
            <a:off x="6843616" y="1800228"/>
            <a:ext cx="1565716" cy="366729"/>
            <a:chOff x="1247650" y="2075423"/>
            <a:chExt cx="6648477" cy="1557238"/>
          </a:xfrm>
        </p:grpSpPr>
        <p:sp>
          <p:nvSpPr>
            <p:cNvPr id="6949" name="Google Shape;6949;p5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5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5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5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5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5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5" name="Google Shape;6955;p57"/>
          <p:cNvGrpSpPr/>
          <p:nvPr/>
        </p:nvGrpSpPr>
        <p:grpSpPr>
          <a:xfrm>
            <a:off x="6827928" y="2949043"/>
            <a:ext cx="1597061" cy="663440"/>
            <a:chOff x="6796238" y="3158297"/>
            <a:chExt cx="1630319" cy="677257"/>
          </a:xfrm>
        </p:grpSpPr>
        <p:cxnSp>
          <p:nvCxnSpPr>
            <p:cNvPr id="6956" name="Google Shape;6956;p57"/>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6957" name="Google Shape;6957;p57"/>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6958" name="Google Shape;6958;p57"/>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6959" name="Google Shape;6959;p57"/>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6960" name="Google Shape;6960;p57"/>
            <p:cNvGrpSpPr/>
            <p:nvPr/>
          </p:nvGrpSpPr>
          <p:grpSpPr>
            <a:xfrm>
              <a:off x="6796238" y="3311904"/>
              <a:ext cx="1630319" cy="377697"/>
              <a:chOff x="6796238" y="3311904"/>
              <a:chExt cx="1630319" cy="377697"/>
            </a:xfrm>
          </p:grpSpPr>
          <p:sp>
            <p:nvSpPr>
              <p:cNvPr id="6961" name="Google Shape;6961;p57"/>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57"/>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57"/>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64" name="Google Shape;6964;p57"/>
          <p:cNvGrpSpPr/>
          <p:nvPr/>
        </p:nvGrpSpPr>
        <p:grpSpPr>
          <a:xfrm>
            <a:off x="5349066" y="970435"/>
            <a:ext cx="1368606" cy="1593805"/>
            <a:chOff x="1839112" y="2209163"/>
            <a:chExt cx="1918159" cy="2233784"/>
          </a:xfrm>
        </p:grpSpPr>
        <p:sp>
          <p:nvSpPr>
            <p:cNvPr id="6965" name="Google Shape;6965;p57"/>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57"/>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57"/>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968" name="Google Shape;6968;p57"/>
            <p:cNvCxnSpPr>
              <a:stCxn id="6965" idx="6"/>
              <a:endCxn id="6966"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6969" name="Google Shape;6969;p57"/>
            <p:cNvCxnSpPr>
              <a:stCxn id="6966" idx="4"/>
              <a:endCxn id="6970"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6971" name="Google Shape;6971;p57"/>
            <p:cNvCxnSpPr>
              <a:stCxn id="6970" idx="6"/>
              <a:endCxn id="6967"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6972" name="Google Shape;6972;p57"/>
            <p:cNvCxnSpPr>
              <a:stCxn id="6967" idx="4"/>
              <a:endCxn id="6973"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6970" name="Google Shape;6970;p57"/>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57"/>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57"/>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975" name="Google Shape;6975;p57"/>
            <p:cNvCxnSpPr>
              <a:endCxn id="6974"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6976" name="Google Shape;6976;p57"/>
          <p:cNvGrpSpPr/>
          <p:nvPr/>
        </p:nvGrpSpPr>
        <p:grpSpPr>
          <a:xfrm>
            <a:off x="3481439" y="976671"/>
            <a:ext cx="1637968" cy="154942"/>
            <a:chOff x="238125" y="2506075"/>
            <a:chExt cx="7115411" cy="673075"/>
          </a:xfrm>
        </p:grpSpPr>
        <p:sp>
          <p:nvSpPr>
            <p:cNvPr id="6977" name="Google Shape;6977;p5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5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5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5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5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2" name="Google Shape;6982;p57"/>
          <p:cNvGrpSpPr/>
          <p:nvPr/>
        </p:nvGrpSpPr>
        <p:grpSpPr>
          <a:xfrm>
            <a:off x="720124" y="1298269"/>
            <a:ext cx="2476762" cy="91743"/>
            <a:chOff x="1464850" y="436376"/>
            <a:chExt cx="6001362" cy="222300"/>
          </a:xfrm>
        </p:grpSpPr>
        <p:sp>
          <p:nvSpPr>
            <p:cNvPr id="6983" name="Google Shape;6983;p57"/>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57"/>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57"/>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57"/>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57"/>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988" name="Google Shape;6988;p57"/>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6989" name="Google Shape;6989;p57"/>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6990" name="Google Shape;6990;p57"/>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6991" name="Google Shape;6991;p57"/>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6992" name="Google Shape;6992;p57"/>
          <p:cNvGrpSpPr/>
          <p:nvPr/>
        </p:nvGrpSpPr>
        <p:grpSpPr>
          <a:xfrm>
            <a:off x="706391" y="2533734"/>
            <a:ext cx="1452710" cy="651923"/>
            <a:chOff x="803162" y="2667727"/>
            <a:chExt cx="1411906" cy="633611"/>
          </a:xfrm>
        </p:grpSpPr>
        <p:cxnSp>
          <p:nvCxnSpPr>
            <p:cNvPr id="6993" name="Google Shape;6993;p57"/>
            <p:cNvCxnSpPr>
              <a:stCxn id="6994" idx="2"/>
              <a:endCxn id="6995"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6996" name="Google Shape;6996;p57"/>
            <p:cNvCxnSpPr>
              <a:stCxn id="6997" idx="0"/>
              <a:endCxn id="6994"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6998" name="Google Shape;6998;p57"/>
            <p:cNvCxnSpPr>
              <a:stCxn id="6997" idx="2"/>
              <a:endCxn id="6999"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000" name="Google Shape;7000;p57"/>
            <p:cNvCxnSpPr>
              <a:stCxn id="7001" idx="0"/>
              <a:endCxn id="6997"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002" name="Google Shape;7002;p57"/>
            <p:cNvCxnSpPr>
              <a:stCxn id="6995" idx="2"/>
              <a:endCxn id="7003"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004" name="Google Shape;7004;p57"/>
            <p:cNvCxnSpPr>
              <a:stCxn id="7005" idx="0"/>
              <a:endCxn id="6995"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7001" name="Google Shape;7001;p57"/>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999" name="Google Shape;6999;p57"/>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005" name="Google Shape;7005;p57"/>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003" name="Google Shape;7003;p57"/>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995" name="Google Shape;6995;p57"/>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997" name="Google Shape;6997;p57"/>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6994" name="Google Shape;6994;p57"/>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7006" name="Google Shape;7006;p57"/>
          <p:cNvGrpSpPr/>
          <p:nvPr/>
        </p:nvGrpSpPr>
        <p:grpSpPr>
          <a:xfrm>
            <a:off x="706393" y="969273"/>
            <a:ext cx="2518541" cy="209309"/>
            <a:chOff x="803163" y="1111966"/>
            <a:chExt cx="2447800" cy="203430"/>
          </a:xfrm>
        </p:grpSpPr>
        <p:grpSp>
          <p:nvGrpSpPr>
            <p:cNvPr id="7007" name="Google Shape;7007;p57"/>
            <p:cNvGrpSpPr/>
            <p:nvPr/>
          </p:nvGrpSpPr>
          <p:grpSpPr>
            <a:xfrm>
              <a:off x="1958180" y="1111966"/>
              <a:ext cx="588019" cy="121396"/>
              <a:chOff x="4808316" y="2800065"/>
              <a:chExt cx="1999386" cy="412910"/>
            </a:xfrm>
          </p:grpSpPr>
          <p:sp>
            <p:nvSpPr>
              <p:cNvPr id="7008" name="Google Shape;7008;p57"/>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09" name="Google Shape;7009;p57"/>
              <p:cNvGrpSpPr/>
              <p:nvPr/>
            </p:nvGrpSpPr>
            <p:grpSpPr>
              <a:xfrm>
                <a:off x="4808316" y="2800065"/>
                <a:ext cx="92400" cy="411825"/>
                <a:chOff x="845575" y="2563700"/>
                <a:chExt cx="92400" cy="411825"/>
              </a:xfrm>
            </p:grpSpPr>
            <p:cxnSp>
              <p:nvCxnSpPr>
                <p:cNvPr id="7010" name="Google Shape;7010;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011" name="Google Shape;7011;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7012" name="Google Shape;7012;p57"/>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7013" name="Google Shape;7013;p57"/>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14" name="Google Shape;7014;p57"/>
            <p:cNvGrpSpPr/>
            <p:nvPr/>
          </p:nvGrpSpPr>
          <p:grpSpPr>
            <a:xfrm>
              <a:off x="803163" y="1111974"/>
              <a:ext cx="591158" cy="121545"/>
              <a:chOff x="803163" y="1111974"/>
              <a:chExt cx="591158" cy="121545"/>
            </a:xfrm>
          </p:grpSpPr>
          <p:grpSp>
            <p:nvGrpSpPr>
              <p:cNvPr id="7015" name="Google Shape;7015;p57"/>
              <p:cNvGrpSpPr/>
              <p:nvPr/>
            </p:nvGrpSpPr>
            <p:grpSpPr>
              <a:xfrm>
                <a:off x="803163" y="1111974"/>
                <a:ext cx="27175" cy="121077"/>
                <a:chOff x="845575" y="2563700"/>
                <a:chExt cx="92400" cy="411825"/>
              </a:xfrm>
            </p:grpSpPr>
            <p:cxnSp>
              <p:nvCxnSpPr>
                <p:cNvPr id="7016" name="Google Shape;7016;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017" name="Google Shape;7017;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18" name="Google Shape;7018;p57"/>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9" name="Google Shape;7019;p57"/>
            <p:cNvGrpSpPr/>
            <p:nvPr/>
          </p:nvGrpSpPr>
          <p:grpSpPr>
            <a:xfrm>
              <a:off x="1381910" y="1194219"/>
              <a:ext cx="588341" cy="121177"/>
              <a:chOff x="1381910" y="1194219"/>
              <a:chExt cx="588341" cy="121177"/>
            </a:xfrm>
          </p:grpSpPr>
          <p:grpSp>
            <p:nvGrpSpPr>
              <p:cNvPr id="7020" name="Google Shape;7020;p57"/>
              <p:cNvGrpSpPr/>
              <p:nvPr/>
            </p:nvGrpSpPr>
            <p:grpSpPr>
              <a:xfrm rot="10800000">
                <a:off x="1381910" y="1194319"/>
                <a:ext cx="27175" cy="121077"/>
                <a:chOff x="2070100" y="2563700"/>
                <a:chExt cx="92400" cy="411825"/>
              </a:xfrm>
            </p:grpSpPr>
            <p:cxnSp>
              <p:nvCxnSpPr>
                <p:cNvPr id="7021" name="Google Shape;7021;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022" name="Google Shape;7022;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23" name="Google Shape;7023;p57"/>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4" name="Google Shape;7024;p57"/>
            <p:cNvGrpSpPr/>
            <p:nvPr/>
          </p:nvGrpSpPr>
          <p:grpSpPr>
            <a:xfrm>
              <a:off x="2532079" y="1194219"/>
              <a:ext cx="704927" cy="121177"/>
              <a:chOff x="2532079" y="1194219"/>
              <a:chExt cx="704927" cy="121177"/>
            </a:xfrm>
          </p:grpSpPr>
          <p:grpSp>
            <p:nvGrpSpPr>
              <p:cNvPr id="7025" name="Google Shape;7025;p57"/>
              <p:cNvGrpSpPr/>
              <p:nvPr/>
            </p:nvGrpSpPr>
            <p:grpSpPr>
              <a:xfrm rot="10800000">
                <a:off x="2532079" y="1194319"/>
                <a:ext cx="27175" cy="121077"/>
                <a:chOff x="2070100" y="2563700"/>
                <a:chExt cx="92400" cy="411825"/>
              </a:xfrm>
            </p:grpSpPr>
            <p:cxnSp>
              <p:nvCxnSpPr>
                <p:cNvPr id="7026" name="Google Shape;7026;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027" name="Google Shape;7027;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28" name="Google Shape;7028;p57"/>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29" name="Google Shape;7029;p57"/>
          <p:cNvGrpSpPr/>
          <p:nvPr/>
        </p:nvGrpSpPr>
        <p:grpSpPr>
          <a:xfrm>
            <a:off x="3499403" y="3665904"/>
            <a:ext cx="1567778" cy="491677"/>
            <a:chOff x="5194708" y="3484366"/>
            <a:chExt cx="3148148" cy="987304"/>
          </a:xfrm>
        </p:grpSpPr>
        <p:grpSp>
          <p:nvGrpSpPr>
            <p:cNvPr id="7030" name="Google Shape;7030;p57"/>
            <p:cNvGrpSpPr/>
            <p:nvPr/>
          </p:nvGrpSpPr>
          <p:grpSpPr>
            <a:xfrm>
              <a:off x="7531521" y="3484366"/>
              <a:ext cx="811335" cy="987304"/>
              <a:chOff x="3379425" y="1617275"/>
              <a:chExt cx="1090650" cy="1327200"/>
            </a:xfrm>
          </p:grpSpPr>
          <p:sp>
            <p:nvSpPr>
              <p:cNvPr id="7031" name="Google Shape;7031;p5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5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5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4" name="Google Shape;7034;p57"/>
            <p:cNvGrpSpPr/>
            <p:nvPr/>
          </p:nvGrpSpPr>
          <p:grpSpPr>
            <a:xfrm>
              <a:off x="6752546" y="3484366"/>
              <a:ext cx="811428" cy="987304"/>
              <a:chOff x="2332275" y="1617275"/>
              <a:chExt cx="1090775" cy="1327200"/>
            </a:xfrm>
          </p:grpSpPr>
          <p:sp>
            <p:nvSpPr>
              <p:cNvPr id="7035" name="Google Shape;7035;p5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5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5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8" name="Google Shape;7038;p57"/>
            <p:cNvGrpSpPr/>
            <p:nvPr/>
          </p:nvGrpSpPr>
          <p:grpSpPr>
            <a:xfrm>
              <a:off x="5973664" y="3484366"/>
              <a:ext cx="811335" cy="987304"/>
              <a:chOff x="1285250" y="1617275"/>
              <a:chExt cx="1090650" cy="1327200"/>
            </a:xfrm>
          </p:grpSpPr>
          <p:sp>
            <p:nvSpPr>
              <p:cNvPr id="7039" name="Google Shape;7039;p5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5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5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2" name="Google Shape;7042;p57"/>
            <p:cNvGrpSpPr/>
            <p:nvPr/>
          </p:nvGrpSpPr>
          <p:grpSpPr>
            <a:xfrm>
              <a:off x="5194708" y="3484366"/>
              <a:ext cx="811409" cy="987304"/>
              <a:chOff x="238125" y="1617275"/>
              <a:chExt cx="1090750" cy="1327200"/>
            </a:xfrm>
          </p:grpSpPr>
          <p:sp>
            <p:nvSpPr>
              <p:cNvPr id="7043" name="Google Shape;7043;p5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5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5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046" name="Google Shape;7046;p57"/>
          <p:cNvGrpSpPr/>
          <p:nvPr/>
        </p:nvGrpSpPr>
        <p:grpSpPr>
          <a:xfrm>
            <a:off x="3460012" y="3146315"/>
            <a:ext cx="1616964" cy="346256"/>
            <a:chOff x="1808063" y="4294338"/>
            <a:chExt cx="3370782" cy="721817"/>
          </a:xfrm>
        </p:grpSpPr>
        <p:sp>
          <p:nvSpPr>
            <p:cNvPr id="7047" name="Google Shape;7047;p5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5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5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5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5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5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5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5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5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5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7" name="Google Shape;7057;p57"/>
          <p:cNvGrpSpPr/>
          <p:nvPr/>
        </p:nvGrpSpPr>
        <p:grpSpPr>
          <a:xfrm>
            <a:off x="738224" y="3432344"/>
            <a:ext cx="1295882" cy="646587"/>
            <a:chOff x="834100" y="3642869"/>
            <a:chExt cx="1259483" cy="628426"/>
          </a:xfrm>
        </p:grpSpPr>
        <p:sp>
          <p:nvSpPr>
            <p:cNvPr id="7058" name="Google Shape;7058;p57"/>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57"/>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57"/>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57"/>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57"/>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57"/>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57"/>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57"/>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57"/>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57"/>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57"/>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57"/>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57"/>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57"/>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57"/>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57"/>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57"/>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57"/>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57"/>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57"/>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57"/>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57"/>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57"/>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57"/>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57"/>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83" name="Google Shape;7083;p57"/>
            <p:cNvGrpSpPr/>
            <p:nvPr/>
          </p:nvGrpSpPr>
          <p:grpSpPr>
            <a:xfrm>
              <a:off x="1360364" y="3847835"/>
              <a:ext cx="208119" cy="224359"/>
              <a:chOff x="1360769" y="3847100"/>
              <a:chExt cx="208119" cy="224359"/>
            </a:xfrm>
          </p:grpSpPr>
          <p:sp>
            <p:nvSpPr>
              <p:cNvPr id="7084" name="Google Shape;7084;p57"/>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57"/>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57"/>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57"/>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57"/>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57"/>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57"/>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57"/>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57"/>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57"/>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57"/>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57"/>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57"/>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57"/>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57"/>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57"/>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57"/>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57"/>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57"/>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57"/>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4" name="Google Shape;7104;p57"/>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57"/>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57"/>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57"/>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57"/>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57"/>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57"/>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57"/>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57"/>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57"/>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57"/>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57"/>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57"/>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57"/>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57"/>
          <p:cNvGrpSpPr/>
          <p:nvPr/>
        </p:nvGrpSpPr>
        <p:grpSpPr>
          <a:xfrm rot="5400000">
            <a:off x="5951337" y="3228841"/>
            <a:ext cx="164064" cy="1414916"/>
            <a:chOff x="4428249" y="1369375"/>
            <a:chExt cx="36905" cy="429569"/>
          </a:xfrm>
        </p:grpSpPr>
        <p:sp>
          <p:nvSpPr>
            <p:cNvPr id="7119" name="Google Shape;7119;p57"/>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57"/>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57"/>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57"/>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57"/>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57"/>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57"/>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57"/>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57"/>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57"/>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57"/>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57"/>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57"/>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57"/>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57"/>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57"/>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57"/>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57"/>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57"/>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57"/>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57"/>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57"/>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57"/>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57"/>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57"/>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57"/>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57"/>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57"/>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57"/>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57"/>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57"/>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57"/>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1" name="Google Shape;7151;p57"/>
          <p:cNvGrpSpPr/>
          <p:nvPr/>
        </p:nvGrpSpPr>
        <p:grpSpPr>
          <a:xfrm rot="10800000" flipH="1">
            <a:off x="5323766" y="2817385"/>
            <a:ext cx="1419207" cy="24808"/>
            <a:chOff x="219558" y="4738465"/>
            <a:chExt cx="5852400" cy="102300"/>
          </a:xfrm>
        </p:grpSpPr>
        <p:cxnSp>
          <p:nvCxnSpPr>
            <p:cNvPr id="7152" name="Google Shape;7152;p57"/>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7153" name="Google Shape;7153;p57"/>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57"/>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57"/>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57"/>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57"/>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8" name="Google Shape;7158;p57"/>
          <p:cNvGrpSpPr/>
          <p:nvPr/>
        </p:nvGrpSpPr>
        <p:grpSpPr>
          <a:xfrm>
            <a:off x="5335084" y="3190448"/>
            <a:ext cx="1396570" cy="385016"/>
            <a:chOff x="5286284" y="2966544"/>
            <a:chExt cx="1396570" cy="385016"/>
          </a:xfrm>
        </p:grpSpPr>
        <p:cxnSp>
          <p:nvCxnSpPr>
            <p:cNvPr id="7159" name="Google Shape;7159;p57"/>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7160" name="Google Shape;7160;p57"/>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7161" name="Google Shape;7161;p57"/>
            <p:cNvGrpSpPr/>
            <p:nvPr/>
          </p:nvGrpSpPr>
          <p:grpSpPr>
            <a:xfrm>
              <a:off x="5287688" y="3173364"/>
              <a:ext cx="1395166" cy="74100"/>
              <a:chOff x="5287688" y="3173364"/>
              <a:chExt cx="1395166" cy="74100"/>
            </a:xfrm>
          </p:grpSpPr>
          <p:cxnSp>
            <p:nvCxnSpPr>
              <p:cNvPr id="7162" name="Google Shape;7162;p57"/>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7163" name="Google Shape;7163;p57"/>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7164" name="Google Shape;7164;p57"/>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165" name="Google Shape;7165;p57"/>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166" name="Google Shape;7166;p57"/>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167" name="Google Shape;7167;p57"/>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168" name="Google Shape;7168;p57"/>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169" name="Google Shape;7169;p57"/>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7170" name="Google Shape;7170;p57"/>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7171" name="Google Shape;7171;p57"/>
          <p:cNvGrpSpPr/>
          <p:nvPr/>
        </p:nvGrpSpPr>
        <p:grpSpPr>
          <a:xfrm>
            <a:off x="2021150" y="1609224"/>
            <a:ext cx="1182276" cy="662027"/>
            <a:chOff x="2029517" y="1732295"/>
            <a:chExt cx="1149068" cy="643432"/>
          </a:xfrm>
        </p:grpSpPr>
        <p:grpSp>
          <p:nvGrpSpPr>
            <p:cNvPr id="7172" name="Google Shape;7172;p57"/>
            <p:cNvGrpSpPr/>
            <p:nvPr/>
          </p:nvGrpSpPr>
          <p:grpSpPr>
            <a:xfrm>
              <a:off x="2708660" y="1746937"/>
              <a:ext cx="455427" cy="244429"/>
              <a:chOff x="2700693" y="1746937"/>
              <a:chExt cx="455427" cy="244429"/>
            </a:xfrm>
          </p:grpSpPr>
          <p:grpSp>
            <p:nvGrpSpPr>
              <p:cNvPr id="7173" name="Google Shape;7173;p57"/>
              <p:cNvGrpSpPr/>
              <p:nvPr/>
            </p:nvGrpSpPr>
            <p:grpSpPr>
              <a:xfrm>
                <a:off x="2905682" y="1782817"/>
                <a:ext cx="250438" cy="208549"/>
                <a:chOff x="2905682" y="1782817"/>
                <a:chExt cx="250438" cy="208549"/>
              </a:xfrm>
            </p:grpSpPr>
            <p:cxnSp>
              <p:nvCxnSpPr>
                <p:cNvPr id="7174" name="Google Shape;7174;p57"/>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175" name="Google Shape;7175;p57"/>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6" name="Google Shape;7176;p57"/>
              <p:cNvGrpSpPr/>
              <p:nvPr/>
            </p:nvGrpSpPr>
            <p:grpSpPr>
              <a:xfrm>
                <a:off x="2700693" y="1746937"/>
                <a:ext cx="449967" cy="72374"/>
                <a:chOff x="2700693" y="1746937"/>
                <a:chExt cx="449967" cy="72374"/>
              </a:xfrm>
            </p:grpSpPr>
            <p:cxnSp>
              <p:nvCxnSpPr>
                <p:cNvPr id="7177" name="Google Shape;7177;p57"/>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178" name="Google Shape;7178;p57"/>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79" name="Google Shape;7179;p57"/>
            <p:cNvGrpSpPr/>
            <p:nvPr/>
          </p:nvGrpSpPr>
          <p:grpSpPr>
            <a:xfrm>
              <a:off x="2029517" y="1732295"/>
              <a:ext cx="1149068" cy="643432"/>
              <a:chOff x="2029517" y="1732295"/>
              <a:chExt cx="1149068" cy="643432"/>
            </a:xfrm>
          </p:grpSpPr>
          <p:grpSp>
            <p:nvGrpSpPr>
              <p:cNvPr id="7180" name="Google Shape;7180;p57"/>
              <p:cNvGrpSpPr/>
              <p:nvPr/>
            </p:nvGrpSpPr>
            <p:grpSpPr>
              <a:xfrm>
                <a:off x="2703618" y="2103152"/>
                <a:ext cx="474966" cy="260017"/>
                <a:chOff x="2703618" y="2103152"/>
                <a:chExt cx="474966" cy="260017"/>
              </a:xfrm>
            </p:grpSpPr>
            <p:grpSp>
              <p:nvGrpSpPr>
                <p:cNvPr id="7181" name="Google Shape;7181;p57"/>
                <p:cNvGrpSpPr/>
                <p:nvPr/>
              </p:nvGrpSpPr>
              <p:grpSpPr>
                <a:xfrm>
                  <a:off x="2703618" y="2290640"/>
                  <a:ext cx="450291" cy="72529"/>
                  <a:chOff x="2703618" y="2290640"/>
                  <a:chExt cx="450291" cy="72529"/>
                </a:xfrm>
              </p:grpSpPr>
              <p:cxnSp>
                <p:nvCxnSpPr>
                  <p:cNvPr id="7182" name="Google Shape;7182;p57"/>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183" name="Google Shape;7183;p57"/>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4" name="Google Shape;7184;p57"/>
                <p:cNvGrpSpPr/>
                <p:nvPr/>
              </p:nvGrpSpPr>
              <p:grpSpPr>
                <a:xfrm>
                  <a:off x="2908607" y="2103152"/>
                  <a:ext cx="269977" cy="223538"/>
                  <a:chOff x="2908607" y="2103152"/>
                  <a:chExt cx="269977" cy="223538"/>
                </a:xfrm>
              </p:grpSpPr>
              <p:cxnSp>
                <p:nvCxnSpPr>
                  <p:cNvPr id="7185" name="Google Shape;7185;p57"/>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186" name="Google Shape;7186;p57"/>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87" name="Google Shape;7187;p57"/>
              <p:cNvGrpSpPr/>
              <p:nvPr/>
            </p:nvGrpSpPr>
            <p:grpSpPr>
              <a:xfrm>
                <a:off x="2029517" y="1732295"/>
                <a:ext cx="685827" cy="643432"/>
                <a:chOff x="2029517" y="1732295"/>
                <a:chExt cx="685827" cy="643432"/>
              </a:xfrm>
            </p:grpSpPr>
            <p:sp>
              <p:nvSpPr>
                <p:cNvPr id="7188" name="Google Shape;7188;p57"/>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89" name="Google Shape;7189;p57"/>
                <p:cNvGrpSpPr/>
                <p:nvPr/>
              </p:nvGrpSpPr>
              <p:grpSpPr>
                <a:xfrm>
                  <a:off x="2158948" y="1732295"/>
                  <a:ext cx="556396" cy="333108"/>
                  <a:chOff x="2158948" y="1732295"/>
                  <a:chExt cx="556396" cy="333108"/>
                </a:xfrm>
              </p:grpSpPr>
              <p:cxnSp>
                <p:nvCxnSpPr>
                  <p:cNvPr id="7190" name="Google Shape;7190;p57"/>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191" name="Google Shape;7191;p57"/>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2" name="Google Shape;7192;p57"/>
                <p:cNvGrpSpPr/>
                <p:nvPr/>
              </p:nvGrpSpPr>
              <p:grpSpPr>
                <a:xfrm>
                  <a:off x="2159908" y="2065057"/>
                  <a:ext cx="550884" cy="310670"/>
                  <a:chOff x="2159908" y="2065057"/>
                  <a:chExt cx="550884" cy="310670"/>
                </a:xfrm>
              </p:grpSpPr>
              <p:cxnSp>
                <p:nvCxnSpPr>
                  <p:cNvPr id="7193" name="Google Shape;7193;p57"/>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194" name="Google Shape;7194;p57"/>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7195" name="Google Shape;7195;p57"/>
          <p:cNvGrpSpPr/>
          <p:nvPr/>
        </p:nvGrpSpPr>
        <p:grpSpPr>
          <a:xfrm>
            <a:off x="706399" y="1556837"/>
            <a:ext cx="962651" cy="810058"/>
            <a:chOff x="732462" y="1766083"/>
            <a:chExt cx="962651" cy="810058"/>
          </a:xfrm>
        </p:grpSpPr>
        <p:grpSp>
          <p:nvGrpSpPr>
            <p:cNvPr id="7196" name="Google Shape;7196;p57"/>
            <p:cNvGrpSpPr/>
            <p:nvPr/>
          </p:nvGrpSpPr>
          <p:grpSpPr>
            <a:xfrm>
              <a:off x="732462" y="1908333"/>
              <a:ext cx="339369" cy="524756"/>
              <a:chOff x="844912" y="1819635"/>
              <a:chExt cx="329836" cy="510016"/>
            </a:xfrm>
          </p:grpSpPr>
          <p:sp>
            <p:nvSpPr>
              <p:cNvPr id="7197" name="Google Shape;7197;p57"/>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57"/>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57"/>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57"/>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57"/>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57"/>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3" name="Google Shape;7203;p57"/>
            <p:cNvGrpSpPr/>
            <p:nvPr/>
          </p:nvGrpSpPr>
          <p:grpSpPr>
            <a:xfrm>
              <a:off x="1184858" y="2256650"/>
              <a:ext cx="510255" cy="319491"/>
              <a:chOff x="1284601" y="2158168"/>
              <a:chExt cx="495923" cy="310517"/>
            </a:xfrm>
          </p:grpSpPr>
          <p:sp>
            <p:nvSpPr>
              <p:cNvPr id="7204" name="Google Shape;7204;p57"/>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05" name="Google Shape;7205;p57"/>
              <p:cNvGrpSpPr/>
              <p:nvPr/>
            </p:nvGrpSpPr>
            <p:grpSpPr>
              <a:xfrm>
                <a:off x="1507666" y="2158168"/>
                <a:ext cx="272858" cy="310517"/>
                <a:chOff x="1507666" y="2158168"/>
                <a:chExt cx="272858" cy="310517"/>
              </a:xfrm>
            </p:grpSpPr>
            <p:grpSp>
              <p:nvGrpSpPr>
                <p:cNvPr id="7206" name="Google Shape;7206;p57"/>
                <p:cNvGrpSpPr/>
                <p:nvPr/>
              </p:nvGrpSpPr>
              <p:grpSpPr>
                <a:xfrm>
                  <a:off x="1507666" y="2176104"/>
                  <a:ext cx="166395" cy="273149"/>
                  <a:chOff x="1507666" y="2176104"/>
                  <a:chExt cx="166395" cy="273149"/>
                </a:xfrm>
              </p:grpSpPr>
              <p:sp>
                <p:nvSpPr>
                  <p:cNvPr id="7207" name="Google Shape;7207;p57"/>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57"/>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57"/>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57"/>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57"/>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57"/>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57"/>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14" name="Google Shape;7214;p57"/>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57"/>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16" name="Google Shape;7216;p57"/>
            <p:cNvGrpSpPr/>
            <p:nvPr/>
          </p:nvGrpSpPr>
          <p:grpSpPr>
            <a:xfrm>
              <a:off x="1184858" y="1766083"/>
              <a:ext cx="510255" cy="319491"/>
              <a:chOff x="1284601" y="1681380"/>
              <a:chExt cx="495923" cy="310517"/>
            </a:xfrm>
          </p:grpSpPr>
          <p:sp>
            <p:nvSpPr>
              <p:cNvPr id="7217" name="Google Shape;7217;p57"/>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18" name="Google Shape;7218;p57"/>
              <p:cNvGrpSpPr/>
              <p:nvPr/>
            </p:nvGrpSpPr>
            <p:grpSpPr>
              <a:xfrm>
                <a:off x="1507666" y="1681380"/>
                <a:ext cx="272858" cy="310517"/>
                <a:chOff x="1507666" y="1681380"/>
                <a:chExt cx="272858" cy="310517"/>
              </a:xfrm>
            </p:grpSpPr>
            <p:grpSp>
              <p:nvGrpSpPr>
                <p:cNvPr id="7219" name="Google Shape;7219;p57"/>
                <p:cNvGrpSpPr/>
                <p:nvPr/>
              </p:nvGrpSpPr>
              <p:grpSpPr>
                <a:xfrm>
                  <a:off x="1507666" y="1700120"/>
                  <a:ext cx="166395" cy="272984"/>
                  <a:chOff x="1507666" y="1700120"/>
                  <a:chExt cx="166395" cy="272984"/>
                </a:xfrm>
              </p:grpSpPr>
              <p:sp>
                <p:nvSpPr>
                  <p:cNvPr id="7220" name="Google Shape;7220;p57"/>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57"/>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57"/>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57"/>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57"/>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57"/>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57"/>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27" name="Google Shape;7227;p57"/>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57"/>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229" name="Google Shape;7229;p57"/>
          <p:cNvGrpSpPr/>
          <p:nvPr/>
        </p:nvGrpSpPr>
        <p:grpSpPr>
          <a:xfrm>
            <a:off x="6815339" y="2324267"/>
            <a:ext cx="1622269" cy="552443"/>
            <a:chOff x="6894650" y="2574740"/>
            <a:chExt cx="1445100" cy="492111"/>
          </a:xfrm>
        </p:grpSpPr>
        <p:sp>
          <p:nvSpPr>
            <p:cNvPr id="7230" name="Google Shape;7230;p57"/>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57"/>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57"/>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57"/>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57"/>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235" name="Google Shape;7235;p57"/>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7236" name="Google Shape;7236;p57"/>
          <p:cNvGrpSpPr/>
          <p:nvPr/>
        </p:nvGrpSpPr>
        <p:grpSpPr>
          <a:xfrm>
            <a:off x="6834882" y="3698522"/>
            <a:ext cx="1583206" cy="475705"/>
            <a:chOff x="6953919" y="3907920"/>
            <a:chExt cx="1377300" cy="475705"/>
          </a:xfrm>
        </p:grpSpPr>
        <p:cxnSp>
          <p:nvCxnSpPr>
            <p:cNvPr id="7237" name="Google Shape;7237;p57"/>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238" name="Google Shape;7238;p57"/>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7239" name="Google Shape;7239;p57"/>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240" name="Google Shape;7240;p57"/>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7241" name="Google Shape;7241;p57"/>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7242" name="Google Shape;7242;p57"/>
          <p:cNvGrpSpPr/>
          <p:nvPr/>
        </p:nvGrpSpPr>
        <p:grpSpPr>
          <a:xfrm>
            <a:off x="2338470" y="2459668"/>
            <a:ext cx="836286" cy="824529"/>
            <a:chOff x="2389399" y="2595741"/>
            <a:chExt cx="812796" cy="801369"/>
          </a:xfrm>
        </p:grpSpPr>
        <p:grpSp>
          <p:nvGrpSpPr>
            <p:cNvPr id="7243" name="Google Shape;7243;p57"/>
            <p:cNvGrpSpPr/>
            <p:nvPr/>
          </p:nvGrpSpPr>
          <p:grpSpPr>
            <a:xfrm>
              <a:off x="2492145" y="2881565"/>
              <a:ext cx="607300" cy="229751"/>
              <a:chOff x="2492145" y="2881565"/>
              <a:chExt cx="607300" cy="229751"/>
            </a:xfrm>
          </p:grpSpPr>
          <p:sp>
            <p:nvSpPr>
              <p:cNvPr id="7244" name="Google Shape;7244;p57"/>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57"/>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57"/>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7" name="Google Shape;7247;p57"/>
            <p:cNvGrpSpPr/>
            <p:nvPr/>
          </p:nvGrpSpPr>
          <p:grpSpPr>
            <a:xfrm>
              <a:off x="2389399" y="2595741"/>
              <a:ext cx="812796" cy="296825"/>
              <a:chOff x="2389399" y="2595741"/>
              <a:chExt cx="812796" cy="296825"/>
            </a:xfrm>
          </p:grpSpPr>
          <p:grpSp>
            <p:nvGrpSpPr>
              <p:cNvPr id="7248" name="Google Shape;7248;p57"/>
              <p:cNvGrpSpPr/>
              <p:nvPr/>
            </p:nvGrpSpPr>
            <p:grpSpPr>
              <a:xfrm>
                <a:off x="2389399" y="2595741"/>
                <a:ext cx="363638" cy="296825"/>
                <a:chOff x="2389399" y="2595741"/>
                <a:chExt cx="363638" cy="296825"/>
              </a:xfrm>
            </p:grpSpPr>
            <p:grpSp>
              <p:nvGrpSpPr>
                <p:cNvPr id="7249" name="Google Shape;7249;p57"/>
                <p:cNvGrpSpPr/>
                <p:nvPr/>
              </p:nvGrpSpPr>
              <p:grpSpPr>
                <a:xfrm>
                  <a:off x="2493852" y="2794333"/>
                  <a:ext cx="259185" cy="98232"/>
                  <a:chOff x="2493852" y="2794333"/>
                  <a:chExt cx="259185" cy="98232"/>
                </a:xfrm>
              </p:grpSpPr>
              <p:sp>
                <p:nvSpPr>
                  <p:cNvPr id="7250" name="Google Shape;7250;p57"/>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57"/>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57"/>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3" name="Google Shape;7253;p57"/>
                <p:cNvGrpSpPr/>
                <p:nvPr/>
              </p:nvGrpSpPr>
              <p:grpSpPr>
                <a:xfrm>
                  <a:off x="2389399" y="2595741"/>
                  <a:ext cx="224343" cy="182054"/>
                  <a:chOff x="2389399" y="2595741"/>
                  <a:chExt cx="224343" cy="182054"/>
                </a:xfrm>
              </p:grpSpPr>
              <p:sp>
                <p:nvSpPr>
                  <p:cNvPr id="7254" name="Google Shape;7254;p57"/>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57"/>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56" name="Google Shape;7256;p57"/>
              <p:cNvGrpSpPr/>
              <p:nvPr/>
            </p:nvGrpSpPr>
            <p:grpSpPr>
              <a:xfrm>
                <a:off x="2683630" y="2595741"/>
                <a:ext cx="224334" cy="296825"/>
                <a:chOff x="2683630" y="2595741"/>
                <a:chExt cx="224334" cy="296825"/>
              </a:xfrm>
            </p:grpSpPr>
            <p:grpSp>
              <p:nvGrpSpPr>
                <p:cNvPr id="7257" name="Google Shape;7257;p57"/>
                <p:cNvGrpSpPr/>
                <p:nvPr/>
              </p:nvGrpSpPr>
              <p:grpSpPr>
                <a:xfrm>
                  <a:off x="2788083" y="2794333"/>
                  <a:ext cx="15356" cy="98232"/>
                  <a:chOff x="2788083" y="2794333"/>
                  <a:chExt cx="15356" cy="98232"/>
                </a:xfrm>
              </p:grpSpPr>
              <p:sp>
                <p:nvSpPr>
                  <p:cNvPr id="7258" name="Google Shape;7258;p57"/>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57"/>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57"/>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57"/>
                <p:cNvGrpSpPr/>
                <p:nvPr/>
              </p:nvGrpSpPr>
              <p:grpSpPr>
                <a:xfrm>
                  <a:off x="2683630" y="2595741"/>
                  <a:ext cx="224334" cy="182054"/>
                  <a:chOff x="2683630" y="2595741"/>
                  <a:chExt cx="224334" cy="182054"/>
                </a:xfrm>
              </p:grpSpPr>
              <p:sp>
                <p:nvSpPr>
                  <p:cNvPr id="7262" name="Google Shape;7262;p57"/>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57"/>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64" name="Google Shape;7264;p57"/>
              <p:cNvGrpSpPr/>
              <p:nvPr/>
            </p:nvGrpSpPr>
            <p:grpSpPr>
              <a:xfrm>
                <a:off x="2838475" y="2595741"/>
                <a:ext cx="363719" cy="296825"/>
                <a:chOff x="2838475" y="2595741"/>
                <a:chExt cx="363719" cy="296825"/>
              </a:xfrm>
            </p:grpSpPr>
            <p:grpSp>
              <p:nvGrpSpPr>
                <p:cNvPr id="7265" name="Google Shape;7265;p57"/>
                <p:cNvGrpSpPr/>
                <p:nvPr/>
              </p:nvGrpSpPr>
              <p:grpSpPr>
                <a:xfrm>
                  <a:off x="2838475" y="2794333"/>
                  <a:ext cx="259185" cy="98232"/>
                  <a:chOff x="2838475" y="2794333"/>
                  <a:chExt cx="259185" cy="98232"/>
                </a:xfrm>
              </p:grpSpPr>
              <p:sp>
                <p:nvSpPr>
                  <p:cNvPr id="7266" name="Google Shape;7266;p57"/>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57"/>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57"/>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9" name="Google Shape;7269;p57"/>
                <p:cNvGrpSpPr/>
                <p:nvPr/>
              </p:nvGrpSpPr>
              <p:grpSpPr>
                <a:xfrm>
                  <a:off x="2977852" y="2595741"/>
                  <a:ext cx="224343" cy="182054"/>
                  <a:chOff x="2977852" y="2595741"/>
                  <a:chExt cx="224343" cy="182054"/>
                </a:xfrm>
              </p:grpSpPr>
              <p:sp>
                <p:nvSpPr>
                  <p:cNvPr id="7270" name="Google Shape;7270;p57"/>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57"/>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272" name="Google Shape;7272;p57"/>
            <p:cNvGrpSpPr/>
            <p:nvPr/>
          </p:nvGrpSpPr>
          <p:grpSpPr>
            <a:xfrm>
              <a:off x="2389399" y="3100241"/>
              <a:ext cx="812796" cy="296869"/>
              <a:chOff x="2389399" y="3100241"/>
              <a:chExt cx="812796" cy="296869"/>
            </a:xfrm>
          </p:grpSpPr>
          <p:grpSp>
            <p:nvGrpSpPr>
              <p:cNvPr id="7273" name="Google Shape;7273;p57"/>
              <p:cNvGrpSpPr/>
              <p:nvPr/>
            </p:nvGrpSpPr>
            <p:grpSpPr>
              <a:xfrm>
                <a:off x="2683630" y="3100241"/>
                <a:ext cx="224334" cy="296869"/>
                <a:chOff x="2683630" y="3100241"/>
                <a:chExt cx="224334" cy="296869"/>
              </a:xfrm>
            </p:grpSpPr>
            <p:grpSp>
              <p:nvGrpSpPr>
                <p:cNvPr id="7274" name="Google Shape;7274;p57"/>
                <p:cNvGrpSpPr/>
                <p:nvPr/>
              </p:nvGrpSpPr>
              <p:grpSpPr>
                <a:xfrm>
                  <a:off x="2788083" y="3100241"/>
                  <a:ext cx="15356" cy="98237"/>
                  <a:chOff x="2788083" y="3100241"/>
                  <a:chExt cx="15356" cy="98237"/>
                </a:xfrm>
              </p:grpSpPr>
              <p:sp>
                <p:nvSpPr>
                  <p:cNvPr id="7275" name="Google Shape;7275;p57"/>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57"/>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57"/>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8" name="Google Shape;7278;p57"/>
                <p:cNvGrpSpPr/>
                <p:nvPr/>
              </p:nvGrpSpPr>
              <p:grpSpPr>
                <a:xfrm>
                  <a:off x="2683630" y="3215065"/>
                  <a:ext cx="224334" cy="182045"/>
                  <a:chOff x="2683630" y="3215065"/>
                  <a:chExt cx="224334" cy="182045"/>
                </a:xfrm>
              </p:grpSpPr>
              <p:sp>
                <p:nvSpPr>
                  <p:cNvPr id="7279" name="Google Shape;7279;p57"/>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57"/>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81" name="Google Shape;7281;p57"/>
              <p:cNvGrpSpPr/>
              <p:nvPr/>
            </p:nvGrpSpPr>
            <p:grpSpPr>
              <a:xfrm>
                <a:off x="2389399" y="3100241"/>
                <a:ext cx="363638" cy="296869"/>
                <a:chOff x="2389399" y="3100241"/>
                <a:chExt cx="363638" cy="296869"/>
              </a:xfrm>
            </p:grpSpPr>
            <p:grpSp>
              <p:nvGrpSpPr>
                <p:cNvPr id="7282" name="Google Shape;7282;p57"/>
                <p:cNvGrpSpPr/>
                <p:nvPr/>
              </p:nvGrpSpPr>
              <p:grpSpPr>
                <a:xfrm>
                  <a:off x="2493852" y="3100241"/>
                  <a:ext cx="259185" cy="98237"/>
                  <a:chOff x="2493852" y="3100241"/>
                  <a:chExt cx="259185" cy="98237"/>
                </a:xfrm>
              </p:grpSpPr>
              <p:sp>
                <p:nvSpPr>
                  <p:cNvPr id="7283" name="Google Shape;7283;p57"/>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57"/>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57"/>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57"/>
                <p:cNvGrpSpPr/>
                <p:nvPr/>
              </p:nvGrpSpPr>
              <p:grpSpPr>
                <a:xfrm>
                  <a:off x="2389399" y="3215065"/>
                  <a:ext cx="224343" cy="182045"/>
                  <a:chOff x="2389399" y="3215065"/>
                  <a:chExt cx="224343" cy="182045"/>
                </a:xfrm>
              </p:grpSpPr>
              <p:sp>
                <p:nvSpPr>
                  <p:cNvPr id="7287" name="Google Shape;7287;p57"/>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57"/>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89" name="Google Shape;7289;p57"/>
              <p:cNvGrpSpPr/>
              <p:nvPr/>
            </p:nvGrpSpPr>
            <p:grpSpPr>
              <a:xfrm>
                <a:off x="2838475" y="3100241"/>
                <a:ext cx="363719" cy="296869"/>
                <a:chOff x="2838475" y="3100241"/>
                <a:chExt cx="363719" cy="296869"/>
              </a:xfrm>
            </p:grpSpPr>
            <p:grpSp>
              <p:nvGrpSpPr>
                <p:cNvPr id="7290" name="Google Shape;7290;p57"/>
                <p:cNvGrpSpPr/>
                <p:nvPr/>
              </p:nvGrpSpPr>
              <p:grpSpPr>
                <a:xfrm>
                  <a:off x="2838475" y="3100241"/>
                  <a:ext cx="259185" cy="98237"/>
                  <a:chOff x="2838475" y="3100241"/>
                  <a:chExt cx="259185" cy="98237"/>
                </a:xfrm>
              </p:grpSpPr>
              <p:sp>
                <p:nvSpPr>
                  <p:cNvPr id="7291" name="Google Shape;7291;p57"/>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57"/>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57"/>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4" name="Google Shape;7294;p57"/>
                <p:cNvGrpSpPr/>
                <p:nvPr/>
              </p:nvGrpSpPr>
              <p:grpSpPr>
                <a:xfrm>
                  <a:off x="2977852" y="3215065"/>
                  <a:ext cx="224343" cy="182045"/>
                  <a:chOff x="2977852" y="3215065"/>
                  <a:chExt cx="224343" cy="182045"/>
                </a:xfrm>
              </p:grpSpPr>
              <p:sp>
                <p:nvSpPr>
                  <p:cNvPr id="7295" name="Google Shape;7295;p57"/>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57"/>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300"/>
        <p:cNvGrpSpPr/>
        <p:nvPr/>
      </p:nvGrpSpPr>
      <p:grpSpPr>
        <a:xfrm>
          <a:off x="0" y="0"/>
          <a:ext cx="0" cy="0"/>
          <a:chOff x="0" y="0"/>
          <a:chExt cx="0" cy="0"/>
        </a:xfrm>
      </p:grpSpPr>
      <p:grpSp>
        <p:nvGrpSpPr>
          <p:cNvPr id="7301" name="Google Shape;7301;p58"/>
          <p:cNvGrpSpPr/>
          <p:nvPr/>
        </p:nvGrpSpPr>
        <p:grpSpPr>
          <a:xfrm>
            <a:off x="702088" y="3155922"/>
            <a:ext cx="2390414" cy="1024800"/>
            <a:chOff x="728925" y="3296613"/>
            <a:chExt cx="2390414" cy="1024800"/>
          </a:xfrm>
        </p:grpSpPr>
        <p:grpSp>
          <p:nvGrpSpPr>
            <p:cNvPr id="7302" name="Google Shape;7302;p58"/>
            <p:cNvGrpSpPr/>
            <p:nvPr/>
          </p:nvGrpSpPr>
          <p:grpSpPr>
            <a:xfrm>
              <a:off x="728925" y="3619800"/>
              <a:ext cx="2390414" cy="500893"/>
              <a:chOff x="728925" y="3619800"/>
              <a:chExt cx="2390414" cy="500893"/>
            </a:xfrm>
          </p:grpSpPr>
          <p:sp>
            <p:nvSpPr>
              <p:cNvPr id="7303" name="Google Shape;7303;p58"/>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304" name="Google Shape;7304;p58"/>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305" name="Google Shape;7305;p58"/>
            <p:cNvGrpSpPr/>
            <p:nvPr/>
          </p:nvGrpSpPr>
          <p:grpSpPr>
            <a:xfrm>
              <a:off x="1348050" y="3296613"/>
              <a:ext cx="1706152" cy="1024800"/>
              <a:chOff x="1348050" y="3296613"/>
              <a:chExt cx="1706152" cy="1024800"/>
            </a:xfrm>
          </p:grpSpPr>
          <p:sp>
            <p:nvSpPr>
              <p:cNvPr id="7306" name="Google Shape;7306;p58"/>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307" name="Google Shape;7307;p58"/>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308" name="Google Shape;7308;p58"/>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309" name="Google Shape;7309;p58"/>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310" name="Google Shape;7310;p58"/>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311" name="Google Shape;7311;p58"/>
            <p:cNvGrpSpPr/>
            <p:nvPr/>
          </p:nvGrpSpPr>
          <p:grpSpPr>
            <a:xfrm>
              <a:off x="1455707" y="3654858"/>
              <a:ext cx="1491150" cy="417657"/>
              <a:chOff x="1455707" y="3654858"/>
              <a:chExt cx="1491150" cy="417657"/>
            </a:xfrm>
          </p:grpSpPr>
          <p:sp>
            <p:nvSpPr>
              <p:cNvPr id="7312" name="Google Shape;7312;p58"/>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58"/>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58"/>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58"/>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58"/>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58"/>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58"/>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58"/>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58"/>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58"/>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58"/>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58"/>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58"/>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58"/>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58"/>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58"/>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58"/>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58"/>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58"/>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58"/>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332" name="Google Shape;7332;p58"/>
          <p:cNvGraphicFramePr/>
          <p:nvPr/>
        </p:nvGraphicFramePr>
        <p:xfrm>
          <a:off x="5937787" y="2153834"/>
          <a:ext cx="2504100" cy="864780"/>
        </p:xfrm>
        <a:graphic>
          <a:graphicData uri="http://schemas.openxmlformats.org/drawingml/2006/table">
            <a:tbl>
              <a:tblPr>
                <a:noFill/>
                <a:tableStyleId>{EA2DB825-3765-4119-8AAE-AA9EF05FCD05}</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7333" name="Google Shape;7333;p58"/>
          <p:cNvGrpSpPr/>
          <p:nvPr/>
        </p:nvGrpSpPr>
        <p:grpSpPr>
          <a:xfrm>
            <a:off x="710464" y="981599"/>
            <a:ext cx="2396505" cy="976502"/>
            <a:chOff x="749309" y="1112739"/>
            <a:chExt cx="2371603" cy="976502"/>
          </a:xfrm>
        </p:grpSpPr>
        <p:grpSp>
          <p:nvGrpSpPr>
            <p:cNvPr id="7334" name="Google Shape;7334;p58"/>
            <p:cNvGrpSpPr/>
            <p:nvPr/>
          </p:nvGrpSpPr>
          <p:grpSpPr>
            <a:xfrm>
              <a:off x="1092126" y="1112739"/>
              <a:ext cx="2028786" cy="975464"/>
              <a:chOff x="1092126" y="1112739"/>
              <a:chExt cx="2028786" cy="975464"/>
            </a:xfrm>
          </p:grpSpPr>
          <p:sp>
            <p:nvSpPr>
              <p:cNvPr id="7335" name="Google Shape;7335;p58"/>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58"/>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58"/>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58"/>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58"/>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58"/>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58"/>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58"/>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58"/>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58"/>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58"/>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58"/>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58"/>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58"/>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58"/>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58"/>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58"/>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58"/>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58"/>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58"/>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58"/>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58"/>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58"/>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58"/>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9" name="Google Shape;7359;p58"/>
            <p:cNvGrpSpPr/>
            <p:nvPr/>
          </p:nvGrpSpPr>
          <p:grpSpPr>
            <a:xfrm>
              <a:off x="749309" y="1112739"/>
              <a:ext cx="314700" cy="975464"/>
              <a:chOff x="749309" y="1112739"/>
              <a:chExt cx="314700" cy="975464"/>
            </a:xfrm>
          </p:grpSpPr>
          <p:sp>
            <p:nvSpPr>
              <p:cNvPr id="7360" name="Google Shape;7360;p58"/>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58"/>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58"/>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58"/>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64" name="Google Shape;7364;p58"/>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58"/>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58"/>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58"/>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7368" name="Google Shape;7368;p58"/>
          <p:cNvGraphicFramePr/>
          <p:nvPr/>
        </p:nvGraphicFramePr>
        <p:xfrm>
          <a:off x="5937812" y="981584"/>
          <a:ext cx="2504100" cy="976500"/>
        </p:xfrm>
        <a:graphic>
          <a:graphicData uri="http://schemas.openxmlformats.org/drawingml/2006/table">
            <a:tbl>
              <a:tblPr>
                <a:noFill/>
                <a:tableStyleId>{EA2DB825-3765-4119-8AAE-AA9EF05FCD05}</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7369" name="Google Shape;7369;p58"/>
          <p:cNvGraphicFramePr/>
          <p:nvPr/>
        </p:nvGraphicFramePr>
        <p:xfrm>
          <a:off x="3358675" y="2153834"/>
          <a:ext cx="2363400" cy="868575"/>
        </p:xfrm>
        <a:graphic>
          <a:graphicData uri="http://schemas.openxmlformats.org/drawingml/2006/table">
            <a:tbl>
              <a:tblPr>
                <a:noFill/>
                <a:tableStyleId>{EA2DB825-3765-4119-8AAE-AA9EF05FCD05}</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370" name="Google Shape;7370;p58"/>
          <p:cNvGrpSpPr/>
          <p:nvPr/>
        </p:nvGrpSpPr>
        <p:grpSpPr>
          <a:xfrm>
            <a:off x="3360661" y="3144795"/>
            <a:ext cx="2363377" cy="1047062"/>
            <a:chOff x="3358399" y="3285485"/>
            <a:chExt cx="2363377" cy="1047062"/>
          </a:xfrm>
        </p:grpSpPr>
        <p:grpSp>
          <p:nvGrpSpPr>
            <p:cNvPr id="7371" name="Google Shape;7371;p58"/>
            <p:cNvGrpSpPr/>
            <p:nvPr/>
          </p:nvGrpSpPr>
          <p:grpSpPr>
            <a:xfrm>
              <a:off x="3358412" y="3285485"/>
              <a:ext cx="2363244" cy="139500"/>
              <a:chOff x="3358412" y="3285485"/>
              <a:chExt cx="2363244" cy="139500"/>
            </a:xfrm>
          </p:grpSpPr>
          <p:sp>
            <p:nvSpPr>
              <p:cNvPr id="7372" name="Google Shape;7372;p58"/>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58"/>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58"/>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58"/>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58"/>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7" name="Google Shape;7377;p58"/>
            <p:cNvGrpSpPr/>
            <p:nvPr/>
          </p:nvGrpSpPr>
          <p:grpSpPr>
            <a:xfrm>
              <a:off x="3358412" y="3466996"/>
              <a:ext cx="2363244" cy="139500"/>
              <a:chOff x="3358412" y="3466996"/>
              <a:chExt cx="2363244" cy="139500"/>
            </a:xfrm>
          </p:grpSpPr>
          <p:sp>
            <p:nvSpPr>
              <p:cNvPr id="7378" name="Google Shape;7378;p58"/>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58"/>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58"/>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58"/>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58"/>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3" name="Google Shape;7383;p58"/>
            <p:cNvGrpSpPr/>
            <p:nvPr/>
          </p:nvGrpSpPr>
          <p:grpSpPr>
            <a:xfrm>
              <a:off x="3358412" y="3648507"/>
              <a:ext cx="2363244" cy="139500"/>
              <a:chOff x="3358412" y="3648507"/>
              <a:chExt cx="2363244" cy="139500"/>
            </a:xfrm>
          </p:grpSpPr>
          <p:sp>
            <p:nvSpPr>
              <p:cNvPr id="7384" name="Google Shape;7384;p58"/>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58"/>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58"/>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58"/>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58"/>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9" name="Google Shape;7389;p58"/>
            <p:cNvGrpSpPr/>
            <p:nvPr/>
          </p:nvGrpSpPr>
          <p:grpSpPr>
            <a:xfrm>
              <a:off x="3358412" y="3830018"/>
              <a:ext cx="2363244" cy="139500"/>
              <a:chOff x="3358412" y="3830018"/>
              <a:chExt cx="2363244" cy="139500"/>
            </a:xfrm>
          </p:grpSpPr>
          <p:sp>
            <p:nvSpPr>
              <p:cNvPr id="7390" name="Google Shape;7390;p58"/>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58"/>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58"/>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58"/>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58"/>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5" name="Google Shape;7395;p58"/>
            <p:cNvGrpSpPr/>
            <p:nvPr/>
          </p:nvGrpSpPr>
          <p:grpSpPr>
            <a:xfrm>
              <a:off x="3358399" y="4011514"/>
              <a:ext cx="2363377" cy="139537"/>
              <a:chOff x="3294800" y="4134603"/>
              <a:chExt cx="2638876" cy="152400"/>
            </a:xfrm>
          </p:grpSpPr>
          <p:sp>
            <p:nvSpPr>
              <p:cNvPr id="7396" name="Google Shape;7396;p5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5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5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5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5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1" name="Google Shape;7401;p58"/>
            <p:cNvGrpSpPr/>
            <p:nvPr/>
          </p:nvGrpSpPr>
          <p:grpSpPr>
            <a:xfrm>
              <a:off x="3358399" y="4193010"/>
              <a:ext cx="2363377" cy="139537"/>
              <a:chOff x="3294800" y="4134603"/>
              <a:chExt cx="2638876" cy="152400"/>
            </a:xfrm>
          </p:grpSpPr>
          <p:sp>
            <p:nvSpPr>
              <p:cNvPr id="7402" name="Google Shape;7402;p58"/>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58"/>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58"/>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58"/>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58"/>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407" name="Google Shape;7407;p58"/>
          <p:cNvGraphicFramePr/>
          <p:nvPr/>
        </p:nvGraphicFramePr>
        <p:xfrm>
          <a:off x="711463" y="2153834"/>
          <a:ext cx="2369800" cy="889350"/>
        </p:xfrm>
        <a:graphic>
          <a:graphicData uri="http://schemas.openxmlformats.org/drawingml/2006/table">
            <a:tbl>
              <a:tblPr>
                <a:noFill/>
                <a:tableStyleId>{EA2DB825-3765-4119-8AAE-AA9EF05FCD05}</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408" name="Google Shape;7408;p58"/>
          <p:cNvGrpSpPr/>
          <p:nvPr/>
        </p:nvGrpSpPr>
        <p:grpSpPr>
          <a:xfrm>
            <a:off x="4161132" y="2557649"/>
            <a:ext cx="1302095" cy="60959"/>
            <a:chOff x="3558802" y="4011427"/>
            <a:chExt cx="1866000" cy="111300"/>
          </a:xfrm>
        </p:grpSpPr>
        <p:sp>
          <p:nvSpPr>
            <p:cNvPr id="7409" name="Google Shape;7409;p5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5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58"/>
          <p:cNvGrpSpPr/>
          <p:nvPr/>
        </p:nvGrpSpPr>
        <p:grpSpPr>
          <a:xfrm>
            <a:off x="4706620" y="2839808"/>
            <a:ext cx="914340" cy="60959"/>
            <a:chOff x="3558802" y="4011427"/>
            <a:chExt cx="1866000" cy="111300"/>
          </a:xfrm>
        </p:grpSpPr>
        <p:sp>
          <p:nvSpPr>
            <p:cNvPr id="7412" name="Google Shape;7412;p58"/>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58"/>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4" name="Google Shape;7414;p58"/>
          <p:cNvGrpSpPr/>
          <p:nvPr/>
        </p:nvGrpSpPr>
        <p:grpSpPr>
          <a:xfrm>
            <a:off x="5871419" y="3167606"/>
            <a:ext cx="2522867" cy="1001454"/>
            <a:chOff x="1904318" y="789980"/>
            <a:chExt cx="1489472" cy="606868"/>
          </a:xfrm>
        </p:grpSpPr>
        <p:cxnSp>
          <p:nvCxnSpPr>
            <p:cNvPr id="7415" name="Google Shape;7415;p5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416" name="Google Shape;7416;p5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417" name="Google Shape;7417;p5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7418" name="Google Shape;7418;p58"/>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7419" name="Google Shape;7419;p58"/>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7420" name="Google Shape;7420;p58"/>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7421" name="Google Shape;7421;p58"/>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7422" name="Google Shape;7422;p58"/>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58"/>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58"/>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58"/>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58"/>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58"/>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58"/>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7429" name="Google Shape;7429;p58"/>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7430" name="Google Shape;7430;p58"/>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7431" name="Google Shape;7431;p58"/>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2" name="Google Shape;7432;p58"/>
          <p:cNvGrpSpPr/>
          <p:nvPr/>
        </p:nvGrpSpPr>
        <p:grpSpPr>
          <a:xfrm>
            <a:off x="3355824" y="951642"/>
            <a:ext cx="2363393" cy="1005865"/>
            <a:chOff x="3292400" y="1193188"/>
            <a:chExt cx="2615240" cy="1131075"/>
          </a:xfrm>
        </p:grpSpPr>
        <p:sp>
          <p:nvSpPr>
            <p:cNvPr id="7433" name="Google Shape;7433;p58"/>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34" name="Google Shape;7434;p58"/>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35" name="Google Shape;7435;p58"/>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7436" name="Google Shape;7436;p58"/>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7437" name="Google Shape;7437;p58"/>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7438" name="Google Shape;7438;p58"/>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7439" name="Google Shape;7439;p58"/>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7440" name="Google Shape;7440;p58"/>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7441" name="Google Shape;7441;p58"/>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7442" name="Google Shape;7442;p58"/>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7443" name="Google Shape;7443;p58"/>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444" name="Google Shape;7444;p58"/>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7445" name="Google Shape;7445;p58"/>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446" name="Google Shape;7446;p58"/>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7447" name="Google Shape;7447;p58"/>
            <p:cNvGrpSpPr/>
            <p:nvPr/>
          </p:nvGrpSpPr>
          <p:grpSpPr>
            <a:xfrm>
              <a:off x="3748438" y="1378608"/>
              <a:ext cx="2159202" cy="903971"/>
              <a:chOff x="1683525" y="2179850"/>
              <a:chExt cx="4519050" cy="2134525"/>
            </a:xfrm>
          </p:grpSpPr>
          <p:sp>
            <p:nvSpPr>
              <p:cNvPr id="7448" name="Google Shape;7448;p5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49" name="Google Shape;7449;p5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0" name="Google Shape;7450;p5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1" name="Google Shape;7451;p5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2" name="Google Shape;7452;p5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3" name="Google Shape;7453;p5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4" name="Google Shape;7454;p5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5" name="Google Shape;7455;p5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6" name="Google Shape;7456;p5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7" name="Google Shape;7457;p5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8" name="Google Shape;7458;p5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459" name="Google Shape;7459;p5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463"/>
        <p:cNvGrpSpPr/>
        <p:nvPr/>
      </p:nvGrpSpPr>
      <p:grpSpPr>
        <a:xfrm>
          <a:off x="0" y="0"/>
          <a:ext cx="0" cy="0"/>
          <a:chOff x="0" y="0"/>
          <a:chExt cx="0" cy="0"/>
        </a:xfrm>
      </p:grpSpPr>
      <p:grpSp>
        <p:nvGrpSpPr>
          <p:cNvPr id="7464" name="Google Shape;7464;p59"/>
          <p:cNvGrpSpPr/>
          <p:nvPr/>
        </p:nvGrpSpPr>
        <p:grpSpPr>
          <a:xfrm>
            <a:off x="4796690" y="970938"/>
            <a:ext cx="745431" cy="718863"/>
            <a:chOff x="4249973" y="1201875"/>
            <a:chExt cx="1958568" cy="1888762"/>
          </a:xfrm>
        </p:grpSpPr>
        <p:sp>
          <p:nvSpPr>
            <p:cNvPr id="7465" name="Google Shape;7465;p59"/>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66" name="Google Shape;7466;p59"/>
            <p:cNvGrpSpPr/>
            <p:nvPr/>
          </p:nvGrpSpPr>
          <p:grpSpPr>
            <a:xfrm>
              <a:off x="5853086" y="1789142"/>
              <a:ext cx="355454" cy="1048099"/>
              <a:chOff x="5576108" y="2016725"/>
              <a:chExt cx="565200" cy="1666560"/>
            </a:xfrm>
          </p:grpSpPr>
          <p:sp>
            <p:nvSpPr>
              <p:cNvPr id="7467" name="Google Shape;7467;p59"/>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468" name="Google Shape;7468;p5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9" name="Google Shape;7469;p59"/>
            <p:cNvGrpSpPr/>
            <p:nvPr/>
          </p:nvGrpSpPr>
          <p:grpSpPr>
            <a:xfrm>
              <a:off x="4869455" y="2691676"/>
              <a:ext cx="1013897" cy="398961"/>
              <a:chOff x="4012057" y="3451825"/>
              <a:chExt cx="1612175" cy="634379"/>
            </a:xfrm>
          </p:grpSpPr>
          <p:sp>
            <p:nvSpPr>
              <p:cNvPr id="7470" name="Google Shape;7470;p59"/>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471" name="Google Shape;7471;p5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2" name="Google Shape;7472;p59"/>
            <p:cNvGrpSpPr/>
            <p:nvPr/>
          </p:nvGrpSpPr>
          <p:grpSpPr>
            <a:xfrm>
              <a:off x="4276937" y="2155961"/>
              <a:ext cx="651965" cy="891358"/>
              <a:chOff x="3069908" y="2599997"/>
              <a:chExt cx="1036675" cy="1417328"/>
            </a:xfrm>
          </p:grpSpPr>
          <p:sp>
            <p:nvSpPr>
              <p:cNvPr id="7473" name="Google Shape;7473;p59"/>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474" name="Google Shape;7474;p5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5" name="Google Shape;7475;p59"/>
            <p:cNvGrpSpPr/>
            <p:nvPr/>
          </p:nvGrpSpPr>
          <p:grpSpPr>
            <a:xfrm>
              <a:off x="5054918" y="1201875"/>
              <a:ext cx="999548" cy="602711"/>
              <a:chOff x="4306958" y="1082925"/>
              <a:chExt cx="1589359" cy="958358"/>
            </a:xfrm>
          </p:grpSpPr>
          <p:sp>
            <p:nvSpPr>
              <p:cNvPr id="7476" name="Google Shape;7476;p59"/>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477" name="Google Shape;7477;p5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8" name="Google Shape;7478;p59"/>
            <p:cNvGrpSpPr/>
            <p:nvPr/>
          </p:nvGrpSpPr>
          <p:grpSpPr>
            <a:xfrm>
              <a:off x="4249973" y="1303451"/>
              <a:ext cx="799317" cy="841334"/>
              <a:chOff x="3027033" y="1244439"/>
              <a:chExt cx="1270977" cy="1337786"/>
            </a:xfrm>
          </p:grpSpPr>
          <p:sp>
            <p:nvSpPr>
              <p:cNvPr id="7479" name="Google Shape;7479;p59"/>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480" name="Google Shape;7480;p5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81" name="Google Shape;7481;p59"/>
          <p:cNvGrpSpPr/>
          <p:nvPr/>
        </p:nvGrpSpPr>
        <p:grpSpPr>
          <a:xfrm>
            <a:off x="713063" y="1849388"/>
            <a:ext cx="761767" cy="729896"/>
            <a:chOff x="2657744" y="2337745"/>
            <a:chExt cx="832987" cy="798137"/>
          </a:xfrm>
        </p:grpSpPr>
        <p:sp>
          <p:nvSpPr>
            <p:cNvPr id="7482" name="Google Shape;7482;p59"/>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59"/>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5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59"/>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5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5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8" name="Google Shape;7488;p59"/>
          <p:cNvGrpSpPr/>
          <p:nvPr/>
        </p:nvGrpSpPr>
        <p:grpSpPr>
          <a:xfrm>
            <a:off x="3224027" y="1852594"/>
            <a:ext cx="685569" cy="723586"/>
            <a:chOff x="3398134" y="2057755"/>
            <a:chExt cx="704087" cy="743130"/>
          </a:xfrm>
        </p:grpSpPr>
        <p:grpSp>
          <p:nvGrpSpPr>
            <p:cNvPr id="7489" name="Google Shape;7489;p59"/>
            <p:cNvGrpSpPr/>
            <p:nvPr/>
          </p:nvGrpSpPr>
          <p:grpSpPr>
            <a:xfrm>
              <a:off x="3398134" y="2290183"/>
              <a:ext cx="315300" cy="219900"/>
              <a:chOff x="3398134" y="2290183"/>
              <a:chExt cx="315300" cy="219900"/>
            </a:xfrm>
          </p:grpSpPr>
          <p:sp>
            <p:nvSpPr>
              <p:cNvPr id="7490" name="Google Shape;7490;p59"/>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491" name="Google Shape;7491;p59"/>
              <p:cNvCxnSpPr>
                <a:stCxn id="7490"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7492" name="Google Shape;7492;p59"/>
            <p:cNvGrpSpPr/>
            <p:nvPr/>
          </p:nvGrpSpPr>
          <p:grpSpPr>
            <a:xfrm>
              <a:off x="3547823" y="2467358"/>
              <a:ext cx="219900" cy="333527"/>
              <a:chOff x="3547823" y="2467358"/>
              <a:chExt cx="219900" cy="333527"/>
            </a:xfrm>
          </p:grpSpPr>
          <p:sp>
            <p:nvSpPr>
              <p:cNvPr id="7493" name="Google Shape;7493;p59"/>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494" name="Google Shape;7494;p59"/>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7495" name="Google Shape;7495;p59"/>
            <p:cNvGrpSpPr/>
            <p:nvPr/>
          </p:nvGrpSpPr>
          <p:grpSpPr>
            <a:xfrm>
              <a:off x="3734138" y="2467358"/>
              <a:ext cx="219900" cy="333527"/>
              <a:chOff x="3734138" y="2467358"/>
              <a:chExt cx="219900" cy="333527"/>
            </a:xfrm>
          </p:grpSpPr>
          <p:sp>
            <p:nvSpPr>
              <p:cNvPr id="7496" name="Google Shape;7496;p59"/>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497" name="Google Shape;7497;p59"/>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7498" name="Google Shape;7498;p59"/>
            <p:cNvGrpSpPr/>
            <p:nvPr/>
          </p:nvGrpSpPr>
          <p:grpSpPr>
            <a:xfrm>
              <a:off x="3787560" y="2288011"/>
              <a:ext cx="314661" cy="219900"/>
              <a:chOff x="3787560" y="2288011"/>
              <a:chExt cx="314661" cy="219900"/>
            </a:xfrm>
          </p:grpSpPr>
          <p:sp>
            <p:nvSpPr>
              <p:cNvPr id="7499" name="Google Shape;7499;p59"/>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500" name="Google Shape;7500;p59"/>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7501" name="Google Shape;7501;p59"/>
            <p:cNvGrpSpPr/>
            <p:nvPr/>
          </p:nvGrpSpPr>
          <p:grpSpPr>
            <a:xfrm>
              <a:off x="3637290" y="2057755"/>
              <a:ext cx="219900" cy="335499"/>
              <a:chOff x="3637290" y="2057755"/>
              <a:chExt cx="219900" cy="335499"/>
            </a:xfrm>
          </p:grpSpPr>
          <p:sp>
            <p:nvSpPr>
              <p:cNvPr id="7502" name="Google Shape;7502;p59"/>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7503" name="Google Shape;7503;p59"/>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7504" name="Google Shape;7504;p59"/>
          <p:cNvGrpSpPr/>
          <p:nvPr/>
        </p:nvGrpSpPr>
        <p:grpSpPr>
          <a:xfrm>
            <a:off x="4899249" y="1859290"/>
            <a:ext cx="710153" cy="710153"/>
            <a:chOff x="5007123" y="2079403"/>
            <a:chExt cx="687600" cy="687600"/>
          </a:xfrm>
        </p:grpSpPr>
        <p:sp>
          <p:nvSpPr>
            <p:cNvPr id="7505" name="Google Shape;7505;p59"/>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59"/>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59"/>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59"/>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9" name="Google Shape;7509;p59"/>
          <p:cNvGrpSpPr/>
          <p:nvPr/>
        </p:nvGrpSpPr>
        <p:grpSpPr>
          <a:xfrm>
            <a:off x="5708687" y="1853796"/>
            <a:ext cx="720998" cy="721183"/>
            <a:chOff x="5797446" y="2063053"/>
            <a:chExt cx="698100" cy="698280"/>
          </a:xfrm>
        </p:grpSpPr>
        <p:sp>
          <p:nvSpPr>
            <p:cNvPr id="7510" name="Google Shape;7510;p59"/>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59"/>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59"/>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59"/>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4" name="Google Shape;7514;p59"/>
          <p:cNvGrpSpPr/>
          <p:nvPr/>
        </p:nvGrpSpPr>
        <p:grpSpPr>
          <a:xfrm>
            <a:off x="8153834" y="3499401"/>
            <a:ext cx="280585" cy="673164"/>
            <a:chOff x="8075075" y="3754290"/>
            <a:chExt cx="255612" cy="613194"/>
          </a:xfrm>
        </p:grpSpPr>
        <p:grpSp>
          <p:nvGrpSpPr>
            <p:cNvPr id="7515" name="Google Shape;7515;p59"/>
            <p:cNvGrpSpPr/>
            <p:nvPr/>
          </p:nvGrpSpPr>
          <p:grpSpPr>
            <a:xfrm>
              <a:off x="8075075" y="3754290"/>
              <a:ext cx="255612" cy="613194"/>
              <a:chOff x="8075075" y="3754290"/>
              <a:chExt cx="255612" cy="613194"/>
            </a:xfrm>
          </p:grpSpPr>
          <p:sp>
            <p:nvSpPr>
              <p:cNvPr id="7516" name="Google Shape;7516;p59"/>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59"/>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18" name="Google Shape;7518;p59"/>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9" name="Google Shape;7519;p59"/>
          <p:cNvGrpSpPr/>
          <p:nvPr/>
        </p:nvGrpSpPr>
        <p:grpSpPr>
          <a:xfrm>
            <a:off x="5270892" y="3488198"/>
            <a:ext cx="470352" cy="683745"/>
            <a:chOff x="1697726" y="3244179"/>
            <a:chExt cx="788124" cy="1146069"/>
          </a:xfrm>
        </p:grpSpPr>
        <p:sp>
          <p:nvSpPr>
            <p:cNvPr id="7520" name="Google Shape;7520;p5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5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22" name="Google Shape;7522;p59"/>
          <p:cNvSpPr/>
          <p:nvPr/>
        </p:nvSpPr>
        <p:spPr>
          <a:xfrm>
            <a:off x="8128357" y="3402200"/>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23" name="Google Shape;7523;p59"/>
          <p:cNvGrpSpPr/>
          <p:nvPr/>
        </p:nvGrpSpPr>
        <p:grpSpPr>
          <a:xfrm>
            <a:off x="5892043" y="3499400"/>
            <a:ext cx="293891" cy="293845"/>
            <a:chOff x="6134814" y="3754290"/>
            <a:chExt cx="293891" cy="293845"/>
          </a:xfrm>
        </p:grpSpPr>
        <p:sp>
          <p:nvSpPr>
            <p:cNvPr id="7524" name="Google Shape;7524;p59"/>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59"/>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6" name="Google Shape;7526;p59"/>
          <p:cNvGrpSpPr/>
          <p:nvPr/>
        </p:nvGrpSpPr>
        <p:grpSpPr>
          <a:xfrm>
            <a:off x="5892043" y="3878071"/>
            <a:ext cx="293891" cy="293891"/>
            <a:chOff x="6134814" y="4086186"/>
            <a:chExt cx="293891" cy="293891"/>
          </a:xfrm>
        </p:grpSpPr>
        <p:sp>
          <p:nvSpPr>
            <p:cNvPr id="7527" name="Google Shape;7527;p59"/>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59"/>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29" name="Google Shape;7529;p59"/>
          <p:cNvSpPr/>
          <p:nvPr/>
        </p:nvSpPr>
        <p:spPr>
          <a:xfrm>
            <a:off x="6930470" y="3498597"/>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59"/>
          <p:cNvSpPr/>
          <p:nvPr/>
        </p:nvSpPr>
        <p:spPr>
          <a:xfrm rot="10800000">
            <a:off x="6336732" y="3496335"/>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31" name="Google Shape;7531;p59"/>
          <p:cNvGrpSpPr/>
          <p:nvPr/>
        </p:nvGrpSpPr>
        <p:grpSpPr>
          <a:xfrm>
            <a:off x="7817018" y="2706764"/>
            <a:ext cx="622883" cy="621944"/>
            <a:chOff x="1187048" y="238125"/>
            <a:chExt cx="5256397" cy="5248476"/>
          </a:xfrm>
        </p:grpSpPr>
        <p:sp>
          <p:nvSpPr>
            <p:cNvPr id="7532" name="Google Shape;7532;p5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59"/>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59"/>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59"/>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6" name="Google Shape;7536;p59"/>
          <p:cNvGrpSpPr/>
          <p:nvPr/>
        </p:nvGrpSpPr>
        <p:grpSpPr>
          <a:xfrm>
            <a:off x="2274123" y="2716372"/>
            <a:ext cx="1310987" cy="612407"/>
            <a:chOff x="238125" y="1188750"/>
            <a:chExt cx="7140450" cy="3335550"/>
          </a:xfrm>
        </p:grpSpPr>
        <p:sp>
          <p:nvSpPr>
            <p:cNvPr id="7537" name="Google Shape;7537;p5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5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5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5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5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2" name="Google Shape;7542;p59"/>
          <p:cNvGrpSpPr/>
          <p:nvPr/>
        </p:nvGrpSpPr>
        <p:grpSpPr>
          <a:xfrm>
            <a:off x="6599995" y="2706927"/>
            <a:ext cx="1110299" cy="621702"/>
            <a:chOff x="238125" y="1335475"/>
            <a:chExt cx="5418735" cy="3034175"/>
          </a:xfrm>
        </p:grpSpPr>
        <p:sp>
          <p:nvSpPr>
            <p:cNvPr id="7543" name="Google Shape;7543;p5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5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5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6" name="Google Shape;7546;p59"/>
          <p:cNvGrpSpPr/>
          <p:nvPr/>
        </p:nvGrpSpPr>
        <p:grpSpPr>
          <a:xfrm>
            <a:off x="5417655" y="2703824"/>
            <a:ext cx="1074451" cy="627181"/>
            <a:chOff x="5359127" y="2910889"/>
            <a:chExt cx="1097723" cy="640831"/>
          </a:xfrm>
        </p:grpSpPr>
        <p:grpSp>
          <p:nvGrpSpPr>
            <p:cNvPr id="7547" name="Google Shape;7547;p59"/>
            <p:cNvGrpSpPr/>
            <p:nvPr/>
          </p:nvGrpSpPr>
          <p:grpSpPr>
            <a:xfrm>
              <a:off x="5929791" y="3263088"/>
              <a:ext cx="527060" cy="287097"/>
              <a:chOff x="5929791" y="3263088"/>
              <a:chExt cx="527060" cy="287097"/>
            </a:xfrm>
          </p:grpSpPr>
          <p:sp>
            <p:nvSpPr>
              <p:cNvPr id="7548" name="Google Shape;7548;p59"/>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549" name="Google Shape;7549;p59"/>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550" name="Google Shape;7550;p59"/>
            <p:cNvGrpSpPr/>
            <p:nvPr/>
          </p:nvGrpSpPr>
          <p:grpSpPr>
            <a:xfrm>
              <a:off x="5359127" y="3263089"/>
              <a:ext cx="526428" cy="288631"/>
              <a:chOff x="5359127" y="3263089"/>
              <a:chExt cx="526428" cy="288631"/>
            </a:xfrm>
          </p:grpSpPr>
          <p:sp>
            <p:nvSpPr>
              <p:cNvPr id="7551" name="Google Shape;7551;p59"/>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552" name="Google Shape;7552;p59"/>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553" name="Google Shape;7553;p59"/>
            <p:cNvGrpSpPr/>
            <p:nvPr/>
          </p:nvGrpSpPr>
          <p:grpSpPr>
            <a:xfrm>
              <a:off x="5551525" y="2910889"/>
              <a:ext cx="520901" cy="610283"/>
              <a:chOff x="5551525" y="2910889"/>
              <a:chExt cx="520901" cy="610283"/>
            </a:xfrm>
          </p:grpSpPr>
          <p:sp>
            <p:nvSpPr>
              <p:cNvPr id="7554" name="Google Shape;7554;p59"/>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555" name="Google Shape;7555;p59"/>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556" name="Google Shape;7556;p59"/>
            <p:cNvGrpSpPr/>
            <p:nvPr/>
          </p:nvGrpSpPr>
          <p:grpSpPr>
            <a:xfrm>
              <a:off x="5743962" y="2919100"/>
              <a:ext cx="623674" cy="284502"/>
              <a:chOff x="5743962" y="2919100"/>
              <a:chExt cx="623674" cy="284502"/>
            </a:xfrm>
          </p:grpSpPr>
          <p:sp>
            <p:nvSpPr>
              <p:cNvPr id="7557" name="Google Shape;7557;p59"/>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558" name="Google Shape;7558;p59"/>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7559" name="Google Shape;7559;p59"/>
          <p:cNvGrpSpPr/>
          <p:nvPr/>
        </p:nvGrpSpPr>
        <p:grpSpPr>
          <a:xfrm>
            <a:off x="7568868" y="1854536"/>
            <a:ext cx="874976" cy="719600"/>
            <a:chOff x="7608988" y="2093194"/>
            <a:chExt cx="817276" cy="672147"/>
          </a:xfrm>
        </p:grpSpPr>
        <p:cxnSp>
          <p:nvCxnSpPr>
            <p:cNvPr id="7560" name="Google Shape;7560;p59"/>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561" name="Google Shape;7561;p59"/>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562" name="Google Shape;7562;p59"/>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563" name="Google Shape;7563;p59"/>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564" name="Google Shape;7564;p59"/>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7565" name="Google Shape;7565;p59"/>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7566" name="Google Shape;7566;p59"/>
            <p:cNvGrpSpPr/>
            <p:nvPr/>
          </p:nvGrpSpPr>
          <p:grpSpPr>
            <a:xfrm>
              <a:off x="7721175" y="2093194"/>
              <a:ext cx="599587" cy="623846"/>
              <a:chOff x="7721175" y="2093194"/>
              <a:chExt cx="599587" cy="623846"/>
            </a:xfrm>
          </p:grpSpPr>
          <p:grpSp>
            <p:nvGrpSpPr>
              <p:cNvPr id="7567" name="Google Shape;7567;p59"/>
              <p:cNvGrpSpPr/>
              <p:nvPr/>
            </p:nvGrpSpPr>
            <p:grpSpPr>
              <a:xfrm>
                <a:off x="7721175" y="2093194"/>
                <a:ext cx="291605" cy="623846"/>
                <a:chOff x="9405575" y="2061418"/>
                <a:chExt cx="291605" cy="623846"/>
              </a:xfrm>
            </p:grpSpPr>
            <p:sp>
              <p:nvSpPr>
                <p:cNvPr id="7568" name="Google Shape;7568;p5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5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5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5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5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5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5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5" name="Google Shape;7575;p59"/>
              <p:cNvGrpSpPr/>
              <p:nvPr/>
            </p:nvGrpSpPr>
            <p:grpSpPr>
              <a:xfrm flipH="1">
                <a:off x="8029157" y="2093194"/>
                <a:ext cx="291605" cy="623846"/>
                <a:chOff x="9405575" y="2061418"/>
                <a:chExt cx="291605" cy="623846"/>
              </a:xfrm>
            </p:grpSpPr>
            <p:sp>
              <p:nvSpPr>
                <p:cNvPr id="7576" name="Google Shape;7576;p59"/>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59"/>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59"/>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59"/>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59"/>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59"/>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59"/>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583" name="Google Shape;7583;p59"/>
          <p:cNvGrpSpPr/>
          <p:nvPr/>
        </p:nvGrpSpPr>
        <p:grpSpPr>
          <a:xfrm>
            <a:off x="4013304" y="970938"/>
            <a:ext cx="712557" cy="785901"/>
            <a:chOff x="4206459" y="1191441"/>
            <a:chExt cx="712557" cy="785901"/>
          </a:xfrm>
        </p:grpSpPr>
        <p:sp>
          <p:nvSpPr>
            <p:cNvPr id="7584" name="Google Shape;7584;p59"/>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59"/>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59"/>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59"/>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88" name="Google Shape;7588;p59"/>
            <p:cNvGrpSpPr/>
            <p:nvPr/>
          </p:nvGrpSpPr>
          <p:grpSpPr>
            <a:xfrm>
              <a:off x="4644280" y="1290523"/>
              <a:ext cx="143716" cy="29463"/>
              <a:chOff x="4644280" y="1290523"/>
              <a:chExt cx="143716" cy="29463"/>
            </a:xfrm>
          </p:grpSpPr>
          <p:sp>
            <p:nvSpPr>
              <p:cNvPr id="7589" name="Google Shape;7589;p59"/>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59"/>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59"/>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59"/>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3" name="Google Shape;7593;p59"/>
            <p:cNvGrpSpPr/>
            <p:nvPr/>
          </p:nvGrpSpPr>
          <p:grpSpPr>
            <a:xfrm>
              <a:off x="4356567" y="1191441"/>
              <a:ext cx="143690" cy="29488"/>
              <a:chOff x="4356567" y="1191441"/>
              <a:chExt cx="143690" cy="29488"/>
            </a:xfrm>
          </p:grpSpPr>
          <p:sp>
            <p:nvSpPr>
              <p:cNvPr id="7594" name="Google Shape;7594;p59"/>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59"/>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59"/>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59"/>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8" name="Google Shape;7598;p59"/>
            <p:cNvGrpSpPr/>
            <p:nvPr/>
          </p:nvGrpSpPr>
          <p:grpSpPr>
            <a:xfrm>
              <a:off x="4339009" y="1863727"/>
              <a:ext cx="143703" cy="29476"/>
              <a:chOff x="4339009" y="1863727"/>
              <a:chExt cx="143703" cy="29476"/>
            </a:xfrm>
          </p:grpSpPr>
          <p:sp>
            <p:nvSpPr>
              <p:cNvPr id="7599" name="Google Shape;7599;p59"/>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59"/>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59"/>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59"/>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3" name="Google Shape;7603;p59"/>
            <p:cNvGrpSpPr/>
            <p:nvPr/>
          </p:nvGrpSpPr>
          <p:grpSpPr>
            <a:xfrm>
              <a:off x="4206459" y="1607315"/>
              <a:ext cx="29539" cy="142899"/>
              <a:chOff x="4206459" y="1607315"/>
              <a:chExt cx="29539" cy="142899"/>
            </a:xfrm>
          </p:grpSpPr>
          <p:sp>
            <p:nvSpPr>
              <p:cNvPr id="7604" name="Google Shape;7604;p59"/>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59"/>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59"/>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59"/>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08" name="Google Shape;7608;p59"/>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59"/>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59"/>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59"/>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12" name="Google Shape;7612;p59"/>
            <p:cNvGrpSpPr/>
            <p:nvPr/>
          </p:nvGrpSpPr>
          <p:grpSpPr>
            <a:xfrm>
              <a:off x="4889463" y="1423737"/>
              <a:ext cx="29552" cy="142899"/>
              <a:chOff x="4889463" y="1423737"/>
              <a:chExt cx="29552" cy="142899"/>
            </a:xfrm>
          </p:grpSpPr>
          <p:sp>
            <p:nvSpPr>
              <p:cNvPr id="7613" name="Google Shape;7613;p59"/>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59"/>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59"/>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59"/>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59"/>
            <p:cNvGrpSpPr/>
            <p:nvPr/>
          </p:nvGrpSpPr>
          <p:grpSpPr>
            <a:xfrm>
              <a:off x="4771663" y="1876896"/>
              <a:ext cx="108651" cy="100447"/>
              <a:chOff x="4771663" y="1876896"/>
              <a:chExt cx="108651" cy="100447"/>
            </a:xfrm>
          </p:grpSpPr>
          <p:sp>
            <p:nvSpPr>
              <p:cNvPr id="7618" name="Google Shape;7618;p59"/>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59"/>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59"/>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59"/>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22" name="Google Shape;7622;p59"/>
          <p:cNvGrpSpPr/>
          <p:nvPr/>
        </p:nvGrpSpPr>
        <p:grpSpPr>
          <a:xfrm>
            <a:off x="4008780" y="1854161"/>
            <a:ext cx="791287" cy="720350"/>
            <a:chOff x="267375" y="1071875"/>
            <a:chExt cx="470500" cy="428550"/>
          </a:xfrm>
        </p:grpSpPr>
        <p:sp>
          <p:nvSpPr>
            <p:cNvPr id="7623" name="Google Shape;7623;p59"/>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59"/>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59"/>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59"/>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59"/>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59"/>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59"/>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59"/>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1" name="Google Shape;7631;p59"/>
          <p:cNvGrpSpPr/>
          <p:nvPr/>
        </p:nvGrpSpPr>
        <p:grpSpPr>
          <a:xfrm>
            <a:off x="709275" y="3498791"/>
            <a:ext cx="1408444" cy="673166"/>
            <a:chOff x="712664" y="3693287"/>
            <a:chExt cx="1460738" cy="698160"/>
          </a:xfrm>
        </p:grpSpPr>
        <p:grpSp>
          <p:nvGrpSpPr>
            <p:cNvPr id="7632" name="Google Shape;7632;p59"/>
            <p:cNvGrpSpPr/>
            <p:nvPr/>
          </p:nvGrpSpPr>
          <p:grpSpPr>
            <a:xfrm>
              <a:off x="1380079" y="4133090"/>
              <a:ext cx="234048" cy="258099"/>
              <a:chOff x="1380079" y="4133090"/>
              <a:chExt cx="234048" cy="258099"/>
            </a:xfrm>
          </p:grpSpPr>
          <p:sp>
            <p:nvSpPr>
              <p:cNvPr id="7633" name="Google Shape;7633;p59"/>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59"/>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59"/>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59"/>
            <p:cNvGrpSpPr/>
            <p:nvPr/>
          </p:nvGrpSpPr>
          <p:grpSpPr>
            <a:xfrm>
              <a:off x="884610" y="3864082"/>
              <a:ext cx="1118566" cy="527275"/>
              <a:chOff x="890961" y="3865463"/>
              <a:chExt cx="1115221" cy="525698"/>
            </a:xfrm>
          </p:grpSpPr>
          <p:sp>
            <p:nvSpPr>
              <p:cNvPr id="7637" name="Google Shape;7637;p59"/>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59"/>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59"/>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0" name="Google Shape;7640;p59"/>
            <p:cNvGrpSpPr/>
            <p:nvPr/>
          </p:nvGrpSpPr>
          <p:grpSpPr>
            <a:xfrm>
              <a:off x="712664" y="3693287"/>
              <a:ext cx="1460738" cy="698160"/>
              <a:chOff x="712664" y="3693025"/>
              <a:chExt cx="1460738" cy="698160"/>
            </a:xfrm>
          </p:grpSpPr>
          <p:sp>
            <p:nvSpPr>
              <p:cNvPr id="7641" name="Google Shape;7641;p59"/>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59"/>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59"/>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59"/>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59"/>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59"/>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47" name="Google Shape;7647;p59"/>
          <p:cNvGrpSpPr/>
          <p:nvPr/>
        </p:nvGrpSpPr>
        <p:grpSpPr>
          <a:xfrm>
            <a:off x="3146990" y="970938"/>
            <a:ext cx="795485" cy="738831"/>
            <a:chOff x="3348603" y="1236445"/>
            <a:chExt cx="749256" cy="695894"/>
          </a:xfrm>
        </p:grpSpPr>
        <p:grpSp>
          <p:nvGrpSpPr>
            <p:cNvPr id="7648" name="Google Shape;7648;p59"/>
            <p:cNvGrpSpPr/>
            <p:nvPr/>
          </p:nvGrpSpPr>
          <p:grpSpPr>
            <a:xfrm>
              <a:off x="3583779" y="1236445"/>
              <a:ext cx="293795" cy="285811"/>
              <a:chOff x="3750225" y="1774000"/>
              <a:chExt cx="149575" cy="145525"/>
            </a:xfrm>
          </p:grpSpPr>
          <p:sp>
            <p:nvSpPr>
              <p:cNvPr id="7649" name="Google Shape;7649;p5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5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1" name="Google Shape;7651;p59"/>
            <p:cNvGrpSpPr/>
            <p:nvPr/>
          </p:nvGrpSpPr>
          <p:grpSpPr>
            <a:xfrm>
              <a:off x="3775534" y="1462599"/>
              <a:ext cx="322325" cy="285958"/>
              <a:chOff x="3847850" y="1889150"/>
              <a:chExt cx="164100" cy="145600"/>
            </a:xfrm>
          </p:grpSpPr>
          <p:sp>
            <p:nvSpPr>
              <p:cNvPr id="7652" name="Google Shape;7652;p5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5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4" name="Google Shape;7654;p59"/>
            <p:cNvGrpSpPr/>
            <p:nvPr/>
          </p:nvGrpSpPr>
          <p:grpSpPr>
            <a:xfrm>
              <a:off x="3545329" y="1646528"/>
              <a:ext cx="293746" cy="285811"/>
              <a:chOff x="3730650" y="1982800"/>
              <a:chExt cx="149550" cy="145525"/>
            </a:xfrm>
          </p:grpSpPr>
          <p:sp>
            <p:nvSpPr>
              <p:cNvPr id="7655" name="Google Shape;7655;p5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5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7" name="Google Shape;7657;p59"/>
            <p:cNvGrpSpPr/>
            <p:nvPr/>
          </p:nvGrpSpPr>
          <p:grpSpPr>
            <a:xfrm>
              <a:off x="3348603" y="1415046"/>
              <a:ext cx="294384" cy="284387"/>
              <a:chOff x="3630494" y="1864938"/>
              <a:chExt cx="149875" cy="144800"/>
            </a:xfrm>
          </p:grpSpPr>
          <p:sp>
            <p:nvSpPr>
              <p:cNvPr id="7658" name="Google Shape;7658;p59"/>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59"/>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60" name="Google Shape;7660;p59"/>
          <p:cNvGrpSpPr/>
          <p:nvPr/>
        </p:nvGrpSpPr>
        <p:grpSpPr>
          <a:xfrm>
            <a:off x="2268517" y="3493834"/>
            <a:ext cx="1324924" cy="678083"/>
            <a:chOff x="2413923" y="3711366"/>
            <a:chExt cx="1374117" cy="703260"/>
          </a:xfrm>
        </p:grpSpPr>
        <p:grpSp>
          <p:nvGrpSpPr>
            <p:cNvPr id="7661" name="Google Shape;7661;p59"/>
            <p:cNvGrpSpPr/>
            <p:nvPr/>
          </p:nvGrpSpPr>
          <p:grpSpPr>
            <a:xfrm>
              <a:off x="2413923" y="3711366"/>
              <a:ext cx="1374117" cy="703260"/>
              <a:chOff x="2413923" y="3711366"/>
              <a:chExt cx="1374117" cy="703260"/>
            </a:xfrm>
          </p:grpSpPr>
          <p:sp>
            <p:nvSpPr>
              <p:cNvPr id="7662" name="Google Shape;7662;p59"/>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63" name="Google Shape;7663;p59"/>
              <p:cNvGrpSpPr/>
              <p:nvPr/>
            </p:nvGrpSpPr>
            <p:grpSpPr>
              <a:xfrm>
                <a:off x="2600284" y="3808654"/>
                <a:ext cx="234506" cy="138009"/>
                <a:chOff x="2600284" y="3808654"/>
                <a:chExt cx="234506" cy="138009"/>
              </a:xfrm>
            </p:grpSpPr>
            <p:sp>
              <p:nvSpPr>
                <p:cNvPr id="7664" name="Google Shape;7664;p59"/>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65" name="Google Shape;7665;p59"/>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666" name="Google Shape;7666;p59"/>
              <p:cNvGrpSpPr/>
              <p:nvPr/>
            </p:nvGrpSpPr>
            <p:grpSpPr>
              <a:xfrm>
                <a:off x="3359659" y="3805664"/>
                <a:ext cx="232294" cy="141000"/>
                <a:chOff x="3359659" y="3805664"/>
                <a:chExt cx="232294" cy="141000"/>
              </a:xfrm>
            </p:grpSpPr>
            <p:sp>
              <p:nvSpPr>
                <p:cNvPr id="7667" name="Google Shape;7667;p59"/>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68" name="Google Shape;7668;p59"/>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669" name="Google Shape;7669;p59"/>
              <p:cNvGrpSpPr/>
              <p:nvPr/>
            </p:nvGrpSpPr>
            <p:grpSpPr>
              <a:xfrm>
                <a:off x="3067316" y="3711366"/>
                <a:ext cx="66900" cy="166809"/>
                <a:chOff x="3067316" y="3711366"/>
                <a:chExt cx="66900" cy="166809"/>
              </a:xfrm>
            </p:grpSpPr>
            <p:sp>
              <p:nvSpPr>
                <p:cNvPr id="7670" name="Google Shape;7670;p59"/>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71" name="Google Shape;7671;p59"/>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672" name="Google Shape;7672;p59"/>
              <p:cNvGrpSpPr/>
              <p:nvPr/>
            </p:nvGrpSpPr>
            <p:grpSpPr>
              <a:xfrm>
                <a:off x="2413923" y="4058666"/>
                <a:ext cx="224119" cy="66900"/>
                <a:chOff x="2413923" y="4058666"/>
                <a:chExt cx="224119" cy="66900"/>
              </a:xfrm>
            </p:grpSpPr>
            <p:sp>
              <p:nvSpPr>
                <p:cNvPr id="7673" name="Google Shape;7673;p59"/>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74" name="Google Shape;7674;p59"/>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7675" name="Google Shape;7675;p59"/>
              <p:cNvGrpSpPr/>
              <p:nvPr/>
            </p:nvGrpSpPr>
            <p:grpSpPr>
              <a:xfrm>
                <a:off x="3564643" y="4058666"/>
                <a:ext cx="223397" cy="66900"/>
                <a:chOff x="3564643" y="4058666"/>
                <a:chExt cx="223397" cy="66900"/>
              </a:xfrm>
            </p:grpSpPr>
            <p:sp>
              <p:nvSpPr>
                <p:cNvPr id="7676" name="Google Shape;7676;p59"/>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77" name="Google Shape;7677;p59"/>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7678" name="Google Shape;7678;p59"/>
            <p:cNvGrpSpPr/>
            <p:nvPr/>
          </p:nvGrpSpPr>
          <p:grpSpPr>
            <a:xfrm>
              <a:off x="2633353" y="3965763"/>
              <a:ext cx="933975" cy="445687"/>
              <a:chOff x="2633353" y="3965763"/>
              <a:chExt cx="933975" cy="445687"/>
            </a:xfrm>
          </p:grpSpPr>
          <p:sp>
            <p:nvSpPr>
              <p:cNvPr id="7679" name="Google Shape;7679;p59"/>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59"/>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81" name="Google Shape;7681;p59"/>
          <p:cNvGrpSpPr/>
          <p:nvPr/>
        </p:nvGrpSpPr>
        <p:grpSpPr>
          <a:xfrm>
            <a:off x="6392789" y="1044382"/>
            <a:ext cx="1131087" cy="587383"/>
            <a:chOff x="238125" y="999450"/>
            <a:chExt cx="7140700" cy="3708225"/>
          </a:xfrm>
        </p:grpSpPr>
        <p:sp>
          <p:nvSpPr>
            <p:cNvPr id="7682" name="Google Shape;7682;p5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5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5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5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59"/>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5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5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5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5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1" name="Google Shape;7691;p59"/>
          <p:cNvGrpSpPr/>
          <p:nvPr/>
        </p:nvGrpSpPr>
        <p:grpSpPr>
          <a:xfrm>
            <a:off x="3744240" y="3493876"/>
            <a:ext cx="1375854" cy="678131"/>
            <a:chOff x="3913765" y="3641905"/>
            <a:chExt cx="1522805" cy="750560"/>
          </a:xfrm>
        </p:grpSpPr>
        <p:grpSp>
          <p:nvGrpSpPr>
            <p:cNvPr id="7692" name="Google Shape;7692;p59"/>
            <p:cNvGrpSpPr/>
            <p:nvPr/>
          </p:nvGrpSpPr>
          <p:grpSpPr>
            <a:xfrm>
              <a:off x="3913765" y="3997002"/>
              <a:ext cx="1522805" cy="395463"/>
              <a:chOff x="3913765" y="3997002"/>
              <a:chExt cx="1522805" cy="395463"/>
            </a:xfrm>
          </p:grpSpPr>
          <p:grpSp>
            <p:nvGrpSpPr>
              <p:cNvPr id="7693" name="Google Shape;7693;p59"/>
              <p:cNvGrpSpPr/>
              <p:nvPr/>
            </p:nvGrpSpPr>
            <p:grpSpPr>
              <a:xfrm>
                <a:off x="3913765" y="4138659"/>
                <a:ext cx="507602" cy="253806"/>
                <a:chOff x="3913765" y="4138659"/>
                <a:chExt cx="507602" cy="253806"/>
              </a:xfrm>
            </p:grpSpPr>
            <p:sp>
              <p:nvSpPr>
                <p:cNvPr id="7694" name="Google Shape;7694;p59"/>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59"/>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7696" name="Google Shape;7696;p59"/>
              <p:cNvGrpSpPr/>
              <p:nvPr/>
            </p:nvGrpSpPr>
            <p:grpSpPr>
              <a:xfrm>
                <a:off x="4421361" y="3997002"/>
                <a:ext cx="507618" cy="395463"/>
                <a:chOff x="4421361" y="3997002"/>
                <a:chExt cx="507618" cy="395463"/>
              </a:xfrm>
            </p:grpSpPr>
            <p:sp>
              <p:nvSpPr>
                <p:cNvPr id="7697" name="Google Shape;7697;p59"/>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59"/>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9" name="Google Shape;7699;p59"/>
              <p:cNvGrpSpPr/>
              <p:nvPr/>
            </p:nvGrpSpPr>
            <p:grpSpPr>
              <a:xfrm>
                <a:off x="4928973" y="4189418"/>
                <a:ext cx="507596" cy="203047"/>
                <a:chOff x="4928973" y="4189418"/>
                <a:chExt cx="507596" cy="203047"/>
              </a:xfrm>
            </p:grpSpPr>
            <p:sp>
              <p:nvSpPr>
                <p:cNvPr id="7700" name="Google Shape;7700;p59"/>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59"/>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702" name="Google Shape;7702;p59"/>
            <p:cNvGrpSpPr/>
            <p:nvPr/>
          </p:nvGrpSpPr>
          <p:grpSpPr>
            <a:xfrm>
              <a:off x="4482186" y="3641905"/>
              <a:ext cx="397605" cy="349784"/>
              <a:chOff x="2906375" y="1159725"/>
              <a:chExt cx="1860575" cy="1636800"/>
            </a:xfrm>
          </p:grpSpPr>
          <p:sp>
            <p:nvSpPr>
              <p:cNvPr id="7703" name="Google Shape;7703;p59"/>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59"/>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59"/>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59"/>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707" name="Google Shape;7707;p59"/>
          <p:cNvGrpSpPr/>
          <p:nvPr/>
        </p:nvGrpSpPr>
        <p:grpSpPr>
          <a:xfrm>
            <a:off x="6528949" y="1853803"/>
            <a:ext cx="940737" cy="721067"/>
            <a:chOff x="6599718" y="2068734"/>
            <a:chExt cx="940737" cy="721067"/>
          </a:xfrm>
        </p:grpSpPr>
        <p:sp>
          <p:nvSpPr>
            <p:cNvPr id="7708" name="Google Shape;7708;p59"/>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59"/>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59"/>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59"/>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59"/>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59"/>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14" name="Google Shape;7714;p59"/>
            <p:cNvGrpSpPr/>
            <p:nvPr/>
          </p:nvGrpSpPr>
          <p:grpSpPr>
            <a:xfrm>
              <a:off x="6836957" y="2068734"/>
              <a:ext cx="461892" cy="721067"/>
              <a:chOff x="6836957" y="2068734"/>
              <a:chExt cx="461892" cy="721067"/>
            </a:xfrm>
          </p:grpSpPr>
          <p:sp>
            <p:nvSpPr>
              <p:cNvPr id="7715" name="Google Shape;7715;p59"/>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59"/>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59"/>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59"/>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59"/>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59"/>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21" name="Google Shape;7721;p59"/>
              <p:cNvGrpSpPr/>
              <p:nvPr/>
            </p:nvGrpSpPr>
            <p:grpSpPr>
              <a:xfrm>
                <a:off x="6836957" y="2068734"/>
                <a:ext cx="461892" cy="721067"/>
                <a:chOff x="6836957" y="2068734"/>
                <a:chExt cx="461892" cy="721067"/>
              </a:xfrm>
            </p:grpSpPr>
            <p:sp>
              <p:nvSpPr>
                <p:cNvPr id="7722" name="Google Shape;7722;p59"/>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59"/>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59"/>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59"/>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59"/>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59"/>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59"/>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729" name="Google Shape;7729;p59"/>
          <p:cNvGrpSpPr/>
          <p:nvPr/>
        </p:nvGrpSpPr>
        <p:grpSpPr>
          <a:xfrm>
            <a:off x="2412267" y="1858149"/>
            <a:ext cx="712577" cy="712374"/>
            <a:chOff x="2559249" y="2069323"/>
            <a:chExt cx="685566" cy="685634"/>
          </a:xfrm>
        </p:grpSpPr>
        <p:sp>
          <p:nvSpPr>
            <p:cNvPr id="7730" name="Google Shape;7730;p59"/>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59"/>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59"/>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59"/>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59"/>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59"/>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59"/>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59"/>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59"/>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59"/>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59"/>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59"/>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59"/>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3" name="Google Shape;7743;p59"/>
          <p:cNvGrpSpPr/>
          <p:nvPr/>
        </p:nvGrpSpPr>
        <p:grpSpPr>
          <a:xfrm>
            <a:off x="7594705" y="970938"/>
            <a:ext cx="845645" cy="711911"/>
            <a:chOff x="951975" y="315800"/>
            <a:chExt cx="5860325" cy="4933550"/>
          </a:xfrm>
        </p:grpSpPr>
        <p:sp>
          <p:nvSpPr>
            <p:cNvPr id="7744" name="Google Shape;7744;p59"/>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59"/>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59"/>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59"/>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59"/>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59"/>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59"/>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59"/>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2" name="Google Shape;7752;p59"/>
          <p:cNvGrpSpPr/>
          <p:nvPr/>
        </p:nvGrpSpPr>
        <p:grpSpPr>
          <a:xfrm>
            <a:off x="3691834" y="2707047"/>
            <a:ext cx="1617932" cy="621724"/>
            <a:chOff x="3862800" y="3038525"/>
            <a:chExt cx="1329006" cy="510698"/>
          </a:xfrm>
        </p:grpSpPr>
        <p:sp>
          <p:nvSpPr>
            <p:cNvPr id="7753" name="Google Shape;7753;p59"/>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59"/>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55" name="Google Shape;7755;p59"/>
            <p:cNvGrpSpPr/>
            <p:nvPr/>
          </p:nvGrpSpPr>
          <p:grpSpPr>
            <a:xfrm>
              <a:off x="3967075" y="3040337"/>
              <a:ext cx="1019927" cy="402126"/>
              <a:chOff x="3967075" y="3040337"/>
              <a:chExt cx="1019927" cy="402126"/>
            </a:xfrm>
          </p:grpSpPr>
          <p:sp>
            <p:nvSpPr>
              <p:cNvPr id="7756" name="Google Shape;7756;p59"/>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59"/>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8" name="Google Shape;7758;p59"/>
            <p:cNvGrpSpPr/>
            <p:nvPr/>
          </p:nvGrpSpPr>
          <p:grpSpPr>
            <a:xfrm>
              <a:off x="4186700" y="3040337"/>
              <a:ext cx="390475" cy="183289"/>
              <a:chOff x="4186700" y="3040337"/>
              <a:chExt cx="390475" cy="183289"/>
            </a:xfrm>
          </p:grpSpPr>
          <p:sp>
            <p:nvSpPr>
              <p:cNvPr id="7759" name="Google Shape;7759;p59"/>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59"/>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1" name="Google Shape;7761;p59"/>
            <p:cNvGrpSpPr/>
            <p:nvPr/>
          </p:nvGrpSpPr>
          <p:grpSpPr>
            <a:xfrm>
              <a:off x="4073727" y="3040337"/>
              <a:ext cx="697794" cy="296263"/>
              <a:chOff x="4073727" y="3040337"/>
              <a:chExt cx="697794" cy="296263"/>
            </a:xfrm>
          </p:grpSpPr>
          <p:sp>
            <p:nvSpPr>
              <p:cNvPr id="7762" name="Google Shape;7762;p59"/>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59"/>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4" name="Google Shape;7764;p59"/>
            <p:cNvGrpSpPr/>
            <p:nvPr/>
          </p:nvGrpSpPr>
          <p:grpSpPr>
            <a:xfrm>
              <a:off x="3862800" y="3038525"/>
              <a:ext cx="1329006" cy="510698"/>
              <a:chOff x="3862800" y="3038525"/>
              <a:chExt cx="1329006" cy="510698"/>
            </a:xfrm>
          </p:grpSpPr>
          <p:sp>
            <p:nvSpPr>
              <p:cNvPr id="7765" name="Google Shape;7765;p59"/>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59"/>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767" name="Google Shape;7767;p59"/>
          <p:cNvGrpSpPr/>
          <p:nvPr/>
        </p:nvGrpSpPr>
        <p:grpSpPr>
          <a:xfrm>
            <a:off x="700156" y="970938"/>
            <a:ext cx="883205" cy="775176"/>
            <a:chOff x="649648" y="271400"/>
            <a:chExt cx="6215377" cy="5455143"/>
          </a:xfrm>
        </p:grpSpPr>
        <p:sp>
          <p:nvSpPr>
            <p:cNvPr id="7768" name="Google Shape;7768;p59"/>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59"/>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59"/>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59"/>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59"/>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59"/>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59"/>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59"/>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59"/>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59"/>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59"/>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59"/>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0" name="Google Shape;7780;p59"/>
          <p:cNvGrpSpPr/>
          <p:nvPr/>
        </p:nvGrpSpPr>
        <p:grpSpPr>
          <a:xfrm>
            <a:off x="2308457" y="970938"/>
            <a:ext cx="767704" cy="815489"/>
            <a:chOff x="2499700" y="1135950"/>
            <a:chExt cx="732402" cy="777990"/>
          </a:xfrm>
        </p:grpSpPr>
        <p:grpSp>
          <p:nvGrpSpPr>
            <p:cNvPr id="7781" name="Google Shape;7781;p59"/>
            <p:cNvGrpSpPr/>
            <p:nvPr/>
          </p:nvGrpSpPr>
          <p:grpSpPr>
            <a:xfrm>
              <a:off x="2499700" y="1135950"/>
              <a:ext cx="732402" cy="694705"/>
              <a:chOff x="2499700" y="1135950"/>
              <a:chExt cx="732402" cy="694705"/>
            </a:xfrm>
          </p:grpSpPr>
          <p:sp>
            <p:nvSpPr>
              <p:cNvPr id="7782" name="Google Shape;7782;p59"/>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59"/>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59"/>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59"/>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59"/>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59"/>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59"/>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59"/>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59"/>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59"/>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59"/>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59"/>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59"/>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59"/>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59"/>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59"/>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59"/>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59"/>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59"/>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59"/>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59"/>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59"/>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59"/>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59"/>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59"/>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59"/>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59"/>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59"/>
            <p:cNvGrpSpPr/>
            <p:nvPr/>
          </p:nvGrpSpPr>
          <p:grpSpPr>
            <a:xfrm>
              <a:off x="2517909" y="1188726"/>
              <a:ext cx="702702" cy="725214"/>
              <a:chOff x="2517909" y="1188726"/>
              <a:chExt cx="702702" cy="725214"/>
            </a:xfrm>
          </p:grpSpPr>
          <p:sp>
            <p:nvSpPr>
              <p:cNvPr id="7810" name="Google Shape;7810;p59"/>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59"/>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59"/>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59"/>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59"/>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15" name="Google Shape;7815;p59"/>
          <p:cNvGrpSpPr/>
          <p:nvPr/>
        </p:nvGrpSpPr>
        <p:grpSpPr>
          <a:xfrm>
            <a:off x="1654189" y="970938"/>
            <a:ext cx="583439" cy="870229"/>
            <a:chOff x="1716825" y="1121550"/>
            <a:chExt cx="622800" cy="928938"/>
          </a:xfrm>
        </p:grpSpPr>
        <p:grpSp>
          <p:nvGrpSpPr>
            <p:cNvPr id="7816" name="Google Shape;7816;p59"/>
            <p:cNvGrpSpPr/>
            <p:nvPr/>
          </p:nvGrpSpPr>
          <p:grpSpPr>
            <a:xfrm>
              <a:off x="1716825" y="1121550"/>
              <a:ext cx="622800" cy="928938"/>
              <a:chOff x="1716825" y="1121550"/>
              <a:chExt cx="622800" cy="928938"/>
            </a:xfrm>
          </p:grpSpPr>
          <p:cxnSp>
            <p:nvCxnSpPr>
              <p:cNvPr id="7817" name="Google Shape;7817;p59"/>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7818" name="Google Shape;7818;p59"/>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9" name="Google Shape;7819;p59"/>
            <p:cNvGrpSpPr/>
            <p:nvPr/>
          </p:nvGrpSpPr>
          <p:grpSpPr>
            <a:xfrm>
              <a:off x="1768050" y="1172775"/>
              <a:ext cx="520200" cy="832000"/>
              <a:chOff x="1768050" y="1172775"/>
              <a:chExt cx="520200" cy="832000"/>
            </a:xfrm>
          </p:grpSpPr>
          <p:cxnSp>
            <p:nvCxnSpPr>
              <p:cNvPr id="7820" name="Google Shape;7820;p59"/>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7821" name="Google Shape;7821;p59"/>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2" name="Google Shape;7822;p59"/>
            <p:cNvGrpSpPr/>
            <p:nvPr/>
          </p:nvGrpSpPr>
          <p:grpSpPr>
            <a:xfrm>
              <a:off x="1820100" y="1225475"/>
              <a:ext cx="416400" cy="729575"/>
              <a:chOff x="1820100" y="1225475"/>
              <a:chExt cx="416400" cy="729575"/>
            </a:xfrm>
          </p:grpSpPr>
          <p:cxnSp>
            <p:nvCxnSpPr>
              <p:cNvPr id="7823" name="Google Shape;7823;p59"/>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7824" name="Google Shape;7824;p59"/>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5" name="Google Shape;7825;p59"/>
            <p:cNvGrpSpPr/>
            <p:nvPr/>
          </p:nvGrpSpPr>
          <p:grpSpPr>
            <a:xfrm>
              <a:off x="1874250" y="1278825"/>
              <a:ext cx="308100" cy="605275"/>
              <a:chOff x="1874250" y="1278825"/>
              <a:chExt cx="308100" cy="605275"/>
            </a:xfrm>
          </p:grpSpPr>
          <p:cxnSp>
            <p:nvCxnSpPr>
              <p:cNvPr id="7826" name="Google Shape;7826;p59"/>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7827" name="Google Shape;7827;p59"/>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28" name="Google Shape;7828;p59"/>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9" name="Google Shape;7829;p59"/>
          <p:cNvGrpSpPr/>
          <p:nvPr/>
        </p:nvGrpSpPr>
        <p:grpSpPr>
          <a:xfrm>
            <a:off x="1574012" y="1857260"/>
            <a:ext cx="739072" cy="714152"/>
            <a:chOff x="4334725" y="1355875"/>
            <a:chExt cx="3106650" cy="3001900"/>
          </a:xfrm>
        </p:grpSpPr>
        <p:grpSp>
          <p:nvGrpSpPr>
            <p:cNvPr id="7830" name="Google Shape;7830;p59"/>
            <p:cNvGrpSpPr/>
            <p:nvPr/>
          </p:nvGrpSpPr>
          <p:grpSpPr>
            <a:xfrm>
              <a:off x="4516050" y="1724875"/>
              <a:ext cx="2693725" cy="2632900"/>
              <a:chOff x="4516050" y="1724875"/>
              <a:chExt cx="2693725" cy="2632900"/>
            </a:xfrm>
          </p:grpSpPr>
          <p:sp>
            <p:nvSpPr>
              <p:cNvPr id="7831" name="Google Shape;7831;p59"/>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59"/>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59"/>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4" name="Google Shape;7834;p59"/>
            <p:cNvGrpSpPr/>
            <p:nvPr/>
          </p:nvGrpSpPr>
          <p:grpSpPr>
            <a:xfrm>
              <a:off x="4334725" y="1355875"/>
              <a:ext cx="3106650" cy="2709650"/>
              <a:chOff x="4334725" y="1355875"/>
              <a:chExt cx="3106650" cy="2709650"/>
            </a:xfrm>
          </p:grpSpPr>
          <p:sp>
            <p:nvSpPr>
              <p:cNvPr id="7835" name="Google Shape;7835;p59"/>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59"/>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59"/>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38" name="Google Shape;7838;p59"/>
          <p:cNvGrpSpPr/>
          <p:nvPr/>
        </p:nvGrpSpPr>
        <p:grpSpPr>
          <a:xfrm>
            <a:off x="7690961" y="3488031"/>
            <a:ext cx="312074" cy="684173"/>
            <a:chOff x="7645573" y="3754300"/>
            <a:chExt cx="293855" cy="644170"/>
          </a:xfrm>
        </p:grpSpPr>
        <p:sp>
          <p:nvSpPr>
            <p:cNvPr id="7839" name="Google Shape;7839;p59"/>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59"/>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59"/>
          <p:cNvGrpSpPr/>
          <p:nvPr/>
        </p:nvGrpSpPr>
        <p:grpSpPr>
          <a:xfrm>
            <a:off x="5612949" y="970938"/>
            <a:ext cx="709011" cy="739359"/>
            <a:chOff x="5830645" y="1256617"/>
            <a:chExt cx="530340" cy="553040"/>
          </a:xfrm>
        </p:grpSpPr>
        <p:grpSp>
          <p:nvGrpSpPr>
            <p:cNvPr id="7842" name="Google Shape;7842;p59"/>
            <p:cNvGrpSpPr/>
            <p:nvPr/>
          </p:nvGrpSpPr>
          <p:grpSpPr>
            <a:xfrm>
              <a:off x="5830645" y="1256617"/>
              <a:ext cx="259743" cy="269909"/>
              <a:chOff x="5830645" y="1256617"/>
              <a:chExt cx="259743" cy="269909"/>
            </a:xfrm>
          </p:grpSpPr>
          <p:sp>
            <p:nvSpPr>
              <p:cNvPr id="7843" name="Google Shape;7843;p59"/>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59"/>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5" name="Google Shape;7845;p59"/>
            <p:cNvGrpSpPr/>
            <p:nvPr/>
          </p:nvGrpSpPr>
          <p:grpSpPr>
            <a:xfrm>
              <a:off x="6101293" y="1256617"/>
              <a:ext cx="259692" cy="269909"/>
              <a:chOff x="6101293" y="1256617"/>
              <a:chExt cx="259692" cy="269909"/>
            </a:xfrm>
          </p:grpSpPr>
          <p:sp>
            <p:nvSpPr>
              <p:cNvPr id="7846" name="Google Shape;7846;p59"/>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59"/>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8" name="Google Shape;7848;p59"/>
            <p:cNvGrpSpPr/>
            <p:nvPr/>
          </p:nvGrpSpPr>
          <p:grpSpPr>
            <a:xfrm>
              <a:off x="5830645" y="1539749"/>
              <a:ext cx="259692" cy="269909"/>
              <a:chOff x="5830645" y="1539749"/>
              <a:chExt cx="259692" cy="269909"/>
            </a:xfrm>
          </p:grpSpPr>
          <p:sp>
            <p:nvSpPr>
              <p:cNvPr id="7849" name="Google Shape;7849;p59"/>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59"/>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1" name="Google Shape;7851;p59"/>
            <p:cNvGrpSpPr/>
            <p:nvPr/>
          </p:nvGrpSpPr>
          <p:grpSpPr>
            <a:xfrm>
              <a:off x="6101293" y="1539749"/>
              <a:ext cx="259692" cy="269909"/>
              <a:chOff x="6101293" y="1539749"/>
              <a:chExt cx="259692" cy="269909"/>
            </a:xfrm>
          </p:grpSpPr>
          <p:sp>
            <p:nvSpPr>
              <p:cNvPr id="7852" name="Google Shape;7852;p59"/>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59"/>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54" name="Google Shape;7854;p59"/>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5" name="Google Shape;7855;p59"/>
          <p:cNvGrpSpPr/>
          <p:nvPr/>
        </p:nvGrpSpPr>
        <p:grpSpPr>
          <a:xfrm>
            <a:off x="714444" y="2707054"/>
            <a:ext cx="1452955" cy="621360"/>
            <a:chOff x="732422" y="2990152"/>
            <a:chExt cx="1337773" cy="572102"/>
          </a:xfrm>
        </p:grpSpPr>
        <p:sp>
          <p:nvSpPr>
            <p:cNvPr id="7856" name="Google Shape;7856;p59"/>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59"/>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59"/>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59"/>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59"/>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59"/>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65"/>
        <p:cNvGrpSpPr/>
        <p:nvPr/>
      </p:nvGrpSpPr>
      <p:grpSpPr>
        <a:xfrm>
          <a:off x="0" y="0"/>
          <a:ext cx="0" cy="0"/>
          <a:chOff x="0" y="0"/>
          <a:chExt cx="0" cy="0"/>
        </a:xfrm>
      </p:grpSpPr>
      <p:grpSp>
        <p:nvGrpSpPr>
          <p:cNvPr id="7866" name="Google Shape;7866;p60"/>
          <p:cNvGrpSpPr/>
          <p:nvPr/>
        </p:nvGrpSpPr>
        <p:grpSpPr>
          <a:xfrm>
            <a:off x="708579" y="965872"/>
            <a:ext cx="1636117" cy="1526144"/>
            <a:chOff x="729238" y="1179665"/>
            <a:chExt cx="1636117" cy="1526144"/>
          </a:xfrm>
        </p:grpSpPr>
        <p:grpSp>
          <p:nvGrpSpPr>
            <p:cNvPr id="7867" name="Google Shape;7867;p60"/>
            <p:cNvGrpSpPr/>
            <p:nvPr/>
          </p:nvGrpSpPr>
          <p:grpSpPr>
            <a:xfrm>
              <a:off x="729238" y="1179665"/>
              <a:ext cx="80700" cy="1526144"/>
              <a:chOff x="729238" y="1179665"/>
              <a:chExt cx="80700" cy="1526144"/>
            </a:xfrm>
          </p:grpSpPr>
          <p:sp>
            <p:nvSpPr>
              <p:cNvPr id="7868" name="Google Shape;7868;p60"/>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60"/>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0"/>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0"/>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0"/>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0"/>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0"/>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0"/>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0"/>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0"/>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8" name="Google Shape;7878;p60"/>
            <p:cNvGrpSpPr/>
            <p:nvPr/>
          </p:nvGrpSpPr>
          <p:grpSpPr>
            <a:xfrm>
              <a:off x="903098" y="1179665"/>
              <a:ext cx="80700" cy="1526144"/>
              <a:chOff x="903098" y="1179665"/>
              <a:chExt cx="80700" cy="1526144"/>
            </a:xfrm>
          </p:grpSpPr>
          <p:sp>
            <p:nvSpPr>
              <p:cNvPr id="7879" name="Google Shape;7879;p60"/>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60"/>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0"/>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0"/>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0"/>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60"/>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0"/>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0"/>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0"/>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0"/>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9" name="Google Shape;7889;p60"/>
            <p:cNvGrpSpPr/>
            <p:nvPr/>
          </p:nvGrpSpPr>
          <p:grpSpPr>
            <a:xfrm>
              <a:off x="1076958" y="1179665"/>
              <a:ext cx="80700" cy="1526144"/>
              <a:chOff x="1076958" y="1179665"/>
              <a:chExt cx="80700" cy="1526144"/>
            </a:xfrm>
          </p:grpSpPr>
          <p:sp>
            <p:nvSpPr>
              <p:cNvPr id="7890" name="Google Shape;7890;p60"/>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0"/>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0"/>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0"/>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60"/>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0"/>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60"/>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60"/>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0"/>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0"/>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0" name="Google Shape;7900;p60"/>
            <p:cNvGrpSpPr/>
            <p:nvPr/>
          </p:nvGrpSpPr>
          <p:grpSpPr>
            <a:xfrm>
              <a:off x="1247707" y="1179665"/>
              <a:ext cx="80700" cy="1526144"/>
              <a:chOff x="1247707" y="1179665"/>
              <a:chExt cx="80700" cy="1526144"/>
            </a:xfrm>
          </p:grpSpPr>
          <p:sp>
            <p:nvSpPr>
              <p:cNvPr id="7901" name="Google Shape;7901;p60"/>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60"/>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0"/>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0"/>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0"/>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0"/>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0"/>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0"/>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0"/>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0"/>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1" name="Google Shape;7911;p60"/>
            <p:cNvGrpSpPr/>
            <p:nvPr/>
          </p:nvGrpSpPr>
          <p:grpSpPr>
            <a:xfrm>
              <a:off x="1421567" y="1179665"/>
              <a:ext cx="80700" cy="1526144"/>
              <a:chOff x="1421567" y="1179665"/>
              <a:chExt cx="80700" cy="1526144"/>
            </a:xfrm>
          </p:grpSpPr>
          <p:sp>
            <p:nvSpPr>
              <p:cNvPr id="7912" name="Google Shape;7912;p60"/>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0"/>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0"/>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0"/>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60"/>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60"/>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0"/>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0"/>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0"/>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0"/>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60"/>
            <p:cNvGrpSpPr/>
            <p:nvPr/>
          </p:nvGrpSpPr>
          <p:grpSpPr>
            <a:xfrm>
              <a:off x="1592327" y="1179665"/>
              <a:ext cx="80700" cy="1526144"/>
              <a:chOff x="1592327" y="1179665"/>
              <a:chExt cx="80700" cy="1526144"/>
            </a:xfrm>
          </p:grpSpPr>
          <p:sp>
            <p:nvSpPr>
              <p:cNvPr id="7923" name="Google Shape;7923;p60"/>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0"/>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60"/>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60"/>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0"/>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0"/>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0"/>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0"/>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0"/>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0"/>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60"/>
            <p:cNvGrpSpPr/>
            <p:nvPr/>
          </p:nvGrpSpPr>
          <p:grpSpPr>
            <a:xfrm>
              <a:off x="1766187" y="1179665"/>
              <a:ext cx="80700" cy="1526144"/>
              <a:chOff x="1766187" y="1179665"/>
              <a:chExt cx="80700" cy="1526144"/>
            </a:xfrm>
          </p:grpSpPr>
          <p:sp>
            <p:nvSpPr>
              <p:cNvPr id="7934" name="Google Shape;7934;p60"/>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60"/>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60"/>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60"/>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0"/>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60"/>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60"/>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60"/>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0"/>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0"/>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60"/>
            <p:cNvGrpSpPr/>
            <p:nvPr/>
          </p:nvGrpSpPr>
          <p:grpSpPr>
            <a:xfrm>
              <a:off x="1936935" y="1179665"/>
              <a:ext cx="80700" cy="1526144"/>
              <a:chOff x="1936935" y="1179665"/>
              <a:chExt cx="80700" cy="1526144"/>
            </a:xfrm>
          </p:grpSpPr>
          <p:sp>
            <p:nvSpPr>
              <p:cNvPr id="7945" name="Google Shape;7945;p60"/>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60"/>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0"/>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0"/>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0"/>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0"/>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0"/>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0"/>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0"/>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0"/>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5" name="Google Shape;7955;p60"/>
            <p:cNvGrpSpPr/>
            <p:nvPr/>
          </p:nvGrpSpPr>
          <p:grpSpPr>
            <a:xfrm>
              <a:off x="2110795" y="1179665"/>
              <a:ext cx="80700" cy="1526144"/>
              <a:chOff x="2110795" y="1179665"/>
              <a:chExt cx="80700" cy="1526144"/>
            </a:xfrm>
          </p:grpSpPr>
          <p:sp>
            <p:nvSpPr>
              <p:cNvPr id="7956" name="Google Shape;7956;p60"/>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0"/>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0"/>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60"/>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60"/>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0"/>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0"/>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0"/>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0"/>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0"/>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6" name="Google Shape;7966;p60"/>
            <p:cNvGrpSpPr/>
            <p:nvPr/>
          </p:nvGrpSpPr>
          <p:grpSpPr>
            <a:xfrm>
              <a:off x="2284655" y="1179665"/>
              <a:ext cx="80700" cy="1526144"/>
              <a:chOff x="2284655" y="1179665"/>
              <a:chExt cx="80700" cy="1526144"/>
            </a:xfrm>
          </p:grpSpPr>
          <p:sp>
            <p:nvSpPr>
              <p:cNvPr id="7967" name="Google Shape;7967;p60"/>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60"/>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60"/>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0"/>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0"/>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0"/>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0"/>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0"/>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0"/>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0"/>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977" name="Google Shape;7977;p60"/>
          <p:cNvGrpSpPr/>
          <p:nvPr/>
        </p:nvGrpSpPr>
        <p:grpSpPr>
          <a:xfrm>
            <a:off x="2603245" y="985011"/>
            <a:ext cx="1364248" cy="1102133"/>
            <a:chOff x="2623904" y="1198803"/>
            <a:chExt cx="1364248" cy="1102133"/>
          </a:xfrm>
        </p:grpSpPr>
        <p:grpSp>
          <p:nvGrpSpPr>
            <p:cNvPr id="7978" name="Google Shape;7978;p60"/>
            <p:cNvGrpSpPr/>
            <p:nvPr/>
          </p:nvGrpSpPr>
          <p:grpSpPr>
            <a:xfrm>
              <a:off x="2623907" y="1198803"/>
              <a:ext cx="1364245" cy="273000"/>
              <a:chOff x="2623907" y="1198803"/>
              <a:chExt cx="1364245" cy="273000"/>
            </a:xfrm>
          </p:grpSpPr>
          <p:sp>
            <p:nvSpPr>
              <p:cNvPr id="7979" name="Google Shape;7979;p60"/>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0"/>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0"/>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0"/>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0"/>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4" name="Google Shape;7984;p60"/>
            <p:cNvGrpSpPr/>
            <p:nvPr/>
          </p:nvGrpSpPr>
          <p:grpSpPr>
            <a:xfrm>
              <a:off x="2623904" y="1476964"/>
              <a:ext cx="1364245" cy="273000"/>
              <a:chOff x="2623904" y="1476964"/>
              <a:chExt cx="1364245" cy="273000"/>
            </a:xfrm>
          </p:grpSpPr>
          <p:sp>
            <p:nvSpPr>
              <p:cNvPr id="7985" name="Google Shape;7985;p60"/>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0"/>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0"/>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0"/>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0"/>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0" name="Google Shape;7990;p60"/>
            <p:cNvGrpSpPr/>
            <p:nvPr/>
          </p:nvGrpSpPr>
          <p:grpSpPr>
            <a:xfrm>
              <a:off x="2623907" y="1749775"/>
              <a:ext cx="1364245" cy="273000"/>
              <a:chOff x="2623907" y="1749775"/>
              <a:chExt cx="1364245" cy="273000"/>
            </a:xfrm>
          </p:grpSpPr>
          <p:sp>
            <p:nvSpPr>
              <p:cNvPr id="7991" name="Google Shape;7991;p60"/>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0"/>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0"/>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0"/>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0"/>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60"/>
            <p:cNvGrpSpPr/>
            <p:nvPr/>
          </p:nvGrpSpPr>
          <p:grpSpPr>
            <a:xfrm>
              <a:off x="2623904" y="2027936"/>
              <a:ext cx="1364245" cy="273000"/>
              <a:chOff x="2623904" y="2027936"/>
              <a:chExt cx="1364245" cy="273000"/>
            </a:xfrm>
          </p:grpSpPr>
          <p:sp>
            <p:nvSpPr>
              <p:cNvPr id="7997" name="Google Shape;7997;p60"/>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60"/>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0"/>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0"/>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0"/>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02" name="Google Shape;8002;p60"/>
          <p:cNvGrpSpPr/>
          <p:nvPr/>
        </p:nvGrpSpPr>
        <p:grpSpPr>
          <a:xfrm>
            <a:off x="2592706" y="2444193"/>
            <a:ext cx="1387541" cy="159124"/>
            <a:chOff x="3200660" y="2180272"/>
            <a:chExt cx="2563824" cy="378237"/>
          </a:xfrm>
        </p:grpSpPr>
        <p:sp>
          <p:nvSpPr>
            <p:cNvPr id="8003" name="Google Shape;8003;p6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6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6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1" name="Google Shape;8021;p60"/>
          <p:cNvGrpSpPr/>
          <p:nvPr/>
        </p:nvGrpSpPr>
        <p:grpSpPr>
          <a:xfrm>
            <a:off x="2589231" y="2722018"/>
            <a:ext cx="1390502" cy="159625"/>
            <a:chOff x="3530150" y="2790075"/>
            <a:chExt cx="1962600" cy="225300"/>
          </a:xfrm>
        </p:grpSpPr>
        <p:sp>
          <p:nvSpPr>
            <p:cNvPr id="8022" name="Google Shape;8022;p60"/>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0"/>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4" name="Google Shape;8024;p60"/>
          <p:cNvGrpSpPr/>
          <p:nvPr/>
        </p:nvGrpSpPr>
        <p:grpSpPr>
          <a:xfrm>
            <a:off x="2589884" y="3000344"/>
            <a:ext cx="1411629" cy="153761"/>
            <a:chOff x="3558802" y="4011427"/>
            <a:chExt cx="1866000" cy="111300"/>
          </a:xfrm>
        </p:grpSpPr>
        <p:sp>
          <p:nvSpPr>
            <p:cNvPr id="8025" name="Google Shape;8025;p60"/>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0"/>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7" name="Google Shape;8027;p60"/>
          <p:cNvGrpSpPr/>
          <p:nvPr/>
        </p:nvGrpSpPr>
        <p:grpSpPr>
          <a:xfrm>
            <a:off x="2589576" y="2205744"/>
            <a:ext cx="1383503" cy="119749"/>
            <a:chOff x="3465975" y="2270276"/>
            <a:chExt cx="1986364" cy="171929"/>
          </a:xfrm>
        </p:grpSpPr>
        <p:sp>
          <p:nvSpPr>
            <p:cNvPr id="8028" name="Google Shape;8028;p6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0"/>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0"/>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0"/>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0"/>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0"/>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0"/>
          <p:cNvGrpSpPr/>
          <p:nvPr/>
        </p:nvGrpSpPr>
        <p:grpSpPr>
          <a:xfrm>
            <a:off x="2600584" y="3569394"/>
            <a:ext cx="1369531" cy="195460"/>
            <a:chOff x="723300" y="4253549"/>
            <a:chExt cx="2276482" cy="324900"/>
          </a:xfrm>
        </p:grpSpPr>
        <p:sp>
          <p:nvSpPr>
            <p:cNvPr id="8037" name="Google Shape;8037;p6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0"/>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2" name="Google Shape;8042;p60"/>
          <p:cNvGrpSpPr/>
          <p:nvPr/>
        </p:nvGrpSpPr>
        <p:grpSpPr>
          <a:xfrm>
            <a:off x="2590145" y="3270574"/>
            <a:ext cx="1389066" cy="180119"/>
            <a:chOff x="705948" y="3788465"/>
            <a:chExt cx="2308953" cy="299400"/>
          </a:xfrm>
        </p:grpSpPr>
        <p:sp>
          <p:nvSpPr>
            <p:cNvPr id="8043" name="Google Shape;8043;p60"/>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0"/>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0"/>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60"/>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60"/>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8" name="Google Shape;8048;p60"/>
          <p:cNvGrpSpPr/>
          <p:nvPr/>
        </p:nvGrpSpPr>
        <p:grpSpPr>
          <a:xfrm>
            <a:off x="2638082" y="3883554"/>
            <a:ext cx="1304609" cy="294074"/>
            <a:chOff x="2658741" y="4097347"/>
            <a:chExt cx="1304609" cy="294074"/>
          </a:xfrm>
        </p:grpSpPr>
        <p:grpSp>
          <p:nvGrpSpPr>
            <p:cNvPr id="8049" name="Google Shape;8049;p60"/>
            <p:cNvGrpSpPr/>
            <p:nvPr/>
          </p:nvGrpSpPr>
          <p:grpSpPr>
            <a:xfrm>
              <a:off x="2658741" y="4097347"/>
              <a:ext cx="118572" cy="294074"/>
              <a:chOff x="3343310" y="4475555"/>
              <a:chExt cx="127717" cy="316753"/>
            </a:xfrm>
          </p:grpSpPr>
          <p:sp>
            <p:nvSpPr>
              <p:cNvPr id="8050" name="Google Shape;8050;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2" name="Google Shape;8052;p60"/>
            <p:cNvGrpSpPr/>
            <p:nvPr/>
          </p:nvGrpSpPr>
          <p:grpSpPr>
            <a:xfrm>
              <a:off x="3815519" y="4098388"/>
              <a:ext cx="147831" cy="291991"/>
              <a:chOff x="3527539" y="4476677"/>
              <a:chExt cx="159232" cy="314510"/>
            </a:xfrm>
          </p:grpSpPr>
          <p:sp>
            <p:nvSpPr>
              <p:cNvPr id="8053" name="Google Shape;8053;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5" name="Google Shape;8055;p60"/>
            <p:cNvGrpSpPr/>
            <p:nvPr/>
          </p:nvGrpSpPr>
          <p:grpSpPr>
            <a:xfrm>
              <a:off x="3511696" y="4098388"/>
              <a:ext cx="147831" cy="291991"/>
              <a:chOff x="3527539" y="4476677"/>
              <a:chExt cx="159232" cy="314510"/>
            </a:xfrm>
          </p:grpSpPr>
          <p:sp>
            <p:nvSpPr>
              <p:cNvPr id="8056" name="Google Shape;8056;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8" name="Google Shape;8058;p60"/>
            <p:cNvGrpSpPr/>
            <p:nvPr/>
          </p:nvGrpSpPr>
          <p:grpSpPr>
            <a:xfrm>
              <a:off x="3207874" y="4098388"/>
              <a:ext cx="147831" cy="291991"/>
              <a:chOff x="3527539" y="4476677"/>
              <a:chExt cx="159232" cy="314510"/>
            </a:xfrm>
          </p:grpSpPr>
          <p:sp>
            <p:nvSpPr>
              <p:cNvPr id="8059" name="Google Shape;8059;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1" name="Google Shape;8061;p60"/>
            <p:cNvGrpSpPr/>
            <p:nvPr/>
          </p:nvGrpSpPr>
          <p:grpSpPr>
            <a:xfrm>
              <a:off x="2933305" y="4097347"/>
              <a:ext cx="118572" cy="294074"/>
              <a:chOff x="3343310" y="4475555"/>
              <a:chExt cx="127717" cy="316753"/>
            </a:xfrm>
          </p:grpSpPr>
          <p:sp>
            <p:nvSpPr>
              <p:cNvPr id="8062" name="Google Shape;8062;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64" name="Google Shape;8064;p60"/>
          <p:cNvGrpSpPr/>
          <p:nvPr/>
        </p:nvGrpSpPr>
        <p:grpSpPr>
          <a:xfrm>
            <a:off x="4256912" y="1866676"/>
            <a:ext cx="1433821" cy="191501"/>
            <a:chOff x="4273350" y="2080469"/>
            <a:chExt cx="1433821" cy="191501"/>
          </a:xfrm>
        </p:grpSpPr>
        <p:grpSp>
          <p:nvGrpSpPr>
            <p:cNvPr id="8065" name="Google Shape;8065;p60"/>
            <p:cNvGrpSpPr/>
            <p:nvPr/>
          </p:nvGrpSpPr>
          <p:grpSpPr>
            <a:xfrm>
              <a:off x="4273350" y="2080469"/>
              <a:ext cx="1433821" cy="0"/>
              <a:chOff x="5224975" y="2962250"/>
              <a:chExt cx="1544400" cy="0"/>
            </a:xfrm>
          </p:grpSpPr>
          <p:cxnSp>
            <p:nvCxnSpPr>
              <p:cNvPr id="8066" name="Google Shape;8066;p6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067" name="Google Shape;8067;p60"/>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8068" name="Google Shape;8068;p60"/>
            <p:cNvGrpSpPr/>
            <p:nvPr/>
          </p:nvGrpSpPr>
          <p:grpSpPr>
            <a:xfrm>
              <a:off x="4273350" y="2271969"/>
              <a:ext cx="1433821" cy="0"/>
              <a:chOff x="5224975" y="2962250"/>
              <a:chExt cx="1544400" cy="0"/>
            </a:xfrm>
          </p:grpSpPr>
          <p:cxnSp>
            <p:nvCxnSpPr>
              <p:cNvPr id="8069" name="Google Shape;8069;p60"/>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070" name="Google Shape;8070;p60"/>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8071" name="Google Shape;8071;p60"/>
          <p:cNvGrpSpPr/>
          <p:nvPr/>
        </p:nvGrpSpPr>
        <p:grpSpPr>
          <a:xfrm>
            <a:off x="4258467" y="969244"/>
            <a:ext cx="1430711" cy="743389"/>
            <a:chOff x="5159450" y="1919950"/>
            <a:chExt cx="1541050" cy="862500"/>
          </a:xfrm>
        </p:grpSpPr>
        <p:sp>
          <p:nvSpPr>
            <p:cNvPr id="8072" name="Google Shape;8072;p6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hu-HU"/>
            </a:p>
          </p:txBody>
        </p:sp>
        <p:grpSp>
          <p:nvGrpSpPr>
            <p:cNvPr id="8073" name="Google Shape;8073;p60"/>
            <p:cNvGrpSpPr/>
            <p:nvPr/>
          </p:nvGrpSpPr>
          <p:grpSpPr>
            <a:xfrm>
              <a:off x="5159450" y="1919950"/>
              <a:ext cx="1541050" cy="862500"/>
              <a:chOff x="5159450" y="1919950"/>
              <a:chExt cx="1541050" cy="862500"/>
            </a:xfrm>
          </p:grpSpPr>
          <p:cxnSp>
            <p:nvCxnSpPr>
              <p:cNvPr id="8074" name="Google Shape;8074;p6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8075" name="Google Shape;8075;p6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8076" name="Google Shape;8076;p60"/>
          <p:cNvGrpSpPr/>
          <p:nvPr/>
        </p:nvGrpSpPr>
        <p:grpSpPr>
          <a:xfrm>
            <a:off x="4248581" y="2192571"/>
            <a:ext cx="1450484" cy="1052087"/>
            <a:chOff x="5230575" y="1554475"/>
            <a:chExt cx="2137150" cy="1550150"/>
          </a:xfrm>
        </p:grpSpPr>
        <p:sp>
          <p:nvSpPr>
            <p:cNvPr id="8077" name="Google Shape;8077;p60"/>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0"/>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0"/>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0"/>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60"/>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60"/>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0"/>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0"/>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0"/>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60"/>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60"/>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60"/>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60"/>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0" name="Google Shape;8090;p60"/>
          <p:cNvGrpSpPr/>
          <p:nvPr/>
        </p:nvGrpSpPr>
        <p:grpSpPr>
          <a:xfrm rot="10800000">
            <a:off x="4265131" y="3284761"/>
            <a:ext cx="1417383" cy="887946"/>
            <a:chOff x="5645403" y="2920021"/>
            <a:chExt cx="2650800" cy="2180614"/>
          </a:xfrm>
        </p:grpSpPr>
        <p:sp>
          <p:nvSpPr>
            <p:cNvPr id="8091" name="Google Shape;8091;p60"/>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92" name="Google Shape;8092;p60"/>
            <p:cNvCxnSpPr>
              <a:stCxn id="8091"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8093" name="Google Shape;8093;p60"/>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94" name="Google Shape;8094;p60"/>
            <p:cNvCxnSpPr>
              <a:endCxn id="8093" idx="3"/>
            </p:cNvCxnSpPr>
            <p:nvPr/>
          </p:nvCxnSpPr>
          <p:spPr>
            <a:xfrm rot="10800000">
              <a:off x="8059040" y="3735533"/>
              <a:ext cx="135300" cy="0"/>
            </a:xfrm>
            <a:prstGeom prst="straightConnector1">
              <a:avLst/>
            </a:prstGeom>
            <a:noFill/>
            <a:ln w="9525" cap="flat" cmpd="sng">
              <a:solidFill>
                <a:srgbClr val="5F7D95"/>
              </a:solidFill>
              <a:prstDash val="solid"/>
              <a:round/>
              <a:headEnd type="none" w="med" len="med"/>
              <a:tailEnd type="none" w="med" len="med"/>
            </a:ln>
          </p:spPr>
        </p:cxnSp>
        <p:sp>
          <p:nvSpPr>
            <p:cNvPr id="8095" name="Google Shape;8095;p60"/>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96" name="Google Shape;8096;p60"/>
            <p:cNvCxnSpPr>
              <a:stCxn id="8095" idx="1"/>
            </p:cNvCxnSpPr>
            <p:nvPr/>
          </p:nvCxnSpPr>
          <p:spPr>
            <a:xfrm rot="10800000">
              <a:off x="6175222"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8097" name="Google Shape;8097;p60"/>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98" name="Google Shape;8098;p60"/>
            <p:cNvCxnSpPr>
              <a:endCxn id="8097"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8099" name="Google Shape;8099;p60"/>
          <p:cNvGrpSpPr/>
          <p:nvPr/>
        </p:nvGrpSpPr>
        <p:grpSpPr>
          <a:xfrm>
            <a:off x="7365491" y="2188116"/>
            <a:ext cx="1071743" cy="1021579"/>
            <a:chOff x="7189833" y="2022667"/>
            <a:chExt cx="1251159" cy="1192597"/>
          </a:xfrm>
        </p:grpSpPr>
        <p:sp>
          <p:nvSpPr>
            <p:cNvPr id="8100" name="Google Shape;8100;p60"/>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0"/>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0"/>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60"/>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4" name="Google Shape;8104;p60"/>
          <p:cNvGrpSpPr/>
          <p:nvPr/>
        </p:nvGrpSpPr>
        <p:grpSpPr>
          <a:xfrm>
            <a:off x="706762" y="2614523"/>
            <a:ext cx="1695374" cy="1560837"/>
            <a:chOff x="727421" y="2828315"/>
            <a:chExt cx="1695374" cy="1560837"/>
          </a:xfrm>
        </p:grpSpPr>
        <p:grpSp>
          <p:nvGrpSpPr>
            <p:cNvPr id="8105" name="Google Shape;8105;p60"/>
            <p:cNvGrpSpPr/>
            <p:nvPr/>
          </p:nvGrpSpPr>
          <p:grpSpPr>
            <a:xfrm>
              <a:off x="819108" y="2882501"/>
              <a:ext cx="103104" cy="1426186"/>
              <a:chOff x="4674013" y="3100904"/>
              <a:chExt cx="122758" cy="1698043"/>
            </a:xfrm>
          </p:grpSpPr>
          <p:sp>
            <p:nvSpPr>
              <p:cNvPr id="8106" name="Google Shape;8106;p6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3" name="Google Shape;8113;p60"/>
            <p:cNvGrpSpPr/>
            <p:nvPr/>
          </p:nvGrpSpPr>
          <p:grpSpPr>
            <a:xfrm>
              <a:off x="1062475" y="2882501"/>
              <a:ext cx="103104" cy="1426186"/>
              <a:chOff x="4940438" y="3100904"/>
              <a:chExt cx="122758" cy="1698043"/>
            </a:xfrm>
          </p:grpSpPr>
          <p:sp>
            <p:nvSpPr>
              <p:cNvPr id="8114" name="Google Shape;8114;p6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60"/>
            <p:cNvGrpSpPr/>
            <p:nvPr/>
          </p:nvGrpSpPr>
          <p:grpSpPr>
            <a:xfrm>
              <a:off x="1299324" y="2882501"/>
              <a:ext cx="103104" cy="1426186"/>
              <a:chOff x="5206863" y="3100904"/>
              <a:chExt cx="122758" cy="1698043"/>
            </a:xfrm>
          </p:grpSpPr>
          <p:sp>
            <p:nvSpPr>
              <p:cNvPr id="8122" name="Google Shape;8122;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9" name="Google Shape;8129;p60"/>
            <p:cNvGrpSpPr/>
            <p:nvPr/>
          </p:nvGrpSpPr>
          <p:grpSpPr>
            <a:xfrm>
              <a:off x="1786057" y="2882501"/>
              <a:ext cx="103104" cy="1426186"/>
              <a:chOff x="6006138" y="3143629"/>
              <a:chExt cx="122758" cy="1698043"/>
            </a:xfrm>
          </p:grpSpPr>
          <p:sp>
            <p:nvSpPr>
              <p:cNvPr id="8130" name="Google Shape;8130;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7" name="Google Shape;8137;p60"/>
            <p:cNvGrpSpPr/>
            <p:nvPr/>
          </p:nvGrpSpPr>
          <p:grpSpPr>
            <a:xfrm>
              <a:off x="2029422" y="2882501"/>
              <a:ext cx="103104" cy="1426186"/>
              <a:chOff x="6805413" y="3100904"/>
              <a:chExt cx="122758" cy="1698043"/>
            </a:xfrm>
          </p:grpSpPr>
          <p:sp>
            <p:nvSpPr>
              <p:cNvPr id="8138" name="Google Shape;8138;p6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6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5" name="Google Shape;8145;p60"/>
            <p:cNvGrpSpPr/>
            <p:nvPr/>
          </p:nvGrpSpPr>
          <p:grpSpPr>
            <a:xfrm>
              <a:off x="727421" y="2828315"/>
              <a:ext cx="1695374" cy="1560837"/>
              <a:chOff x="734799" y="2782450"/>
              <a:chExt cx="1571100" cy="1577400"/>
            </a:xfrm>
          </p:grpSpPr>
          <p:cxnSp>
            <p:nvCxnSpPr>
              <p:cNvPr id="8146" name="Google Shape;8146;p6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8147" name="Google Shape;8147;p6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8148" name="Google Shape;8148;p60"/>
            <p:cNvGrpSpPr/>
            <p:nvPr/>
          </p:nvGrpSpPr>
          <p:grpSpPr>
            <a:xfrm>
              <a:off x="2272795" y="2882501"/>
              <a:ext cx="103104" cy="1426186"/>
              <a:chOff x="5206863" y="3100904"/>
              <a:chExt cx="122758" cy="1698043"/>
            </a:xfrm>
          </p:grpSpPr>
          <p:sp>
            <p:nvSpPr>
              <p:cNvPr id="8149" name="Google Shape;8149;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6" name="Google Shape;8156;p60"/>
            <p:cNvGrpSpPr/>
            <p:nvPr/>
          </p:nvGrpSpPr>
          <p:grpSpPr>
            <a:xfrm>
              <a:off x="1542694" y="2882501"/>
              <a:ext cx="103104" cy="1426186"/>
              <a:chOff x="6006138" y="3143629"/>
              <a:chExt cx="122758" cy="1698043"/>
            </a:xfrm>
          </p:grpSpPr>
          <p:sp>
            <p:nvSpPr>
              <p:cNvPr id="8157" name="Google Shape;8157;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64" name="Google Shape;8164;p60"/>
          <p:cNvGrpSpPr/>
          <p:nvPr/>
        </p:nvGrpSpPr>
        <p:grpSpPr>
          <a:xfrm>
            <a:off x="5915341" y="2192094"/>
            <a:ext cx="1248543" cy="1025319"/>
            <a:chOff x="5183758" y="1210600"/>
            <a:chExt cx="3605380" cy="2960783"/>
          </a:xfrm>
        </p:grpSpPr>
        <p:sp>
          <p:nvSpPr>
            <p:cNvPr id="8165" name="Google Shape;8165;p6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69" name="Google Shape;8169;p60"/>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8170" name="Google Shape;8170;p60"/>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8171" name="Google Shape;8171;p60"/>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8172" name="Google Shape;8172;p60"/>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8173" name="Google Shape;8173;p60"/>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4" name="Google Shape;8174;p60"/>
          <p:cNvGrpSpPr/>
          <p:nvPr/>
        </p:nvGrpSpPr>
        <p:grpSpPr>
          <a:xfrm>
            <a:off x="5772403" y="3330411"/>
            <a:ext cx="2664831" cy="843440"/>
            <a:chOff x="5916567" y="1099697"/>
            <a:chExt cx="2556683" cy="809211"/>
          </a:xfrm>
        </p:grpSpPr>
        <p:sp>
          <p:nvSpPr>
            <p:cNvPr id="8175" name="Google Shape;8175;p60"/>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0"/>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60"/>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60"/>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0"/>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0"/>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60"/>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0"/>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3" name="Google Shape;8183;p60"/>
          <p:cNvGrpSpPr/>
          <p:nvPr/>
        </p:nvGrpSpPr>
        <p:grpSpPr>
          <a:xfrm>
            <a:off x="5879943" y="979270"/>
            <a:ext cx="1299851" cy="1023338"/>
            <a:chOff x="5900602" y="1193063"/>
            <a:chExt cx="1299851" cy="1023338"/>
          </a:xfrm>
        </p:grpSpPr>
        <p:grpSp>
          <p:nvGrpSpPr>
            <p:cNvPr id="8184" name="Google Shape;8184;p60"/>
            <p:cNvGrpSpPr/>
            <p:nvPr/>
          </p:nvGrpSpPr>
          <p:grpSpPr>
            <a:xfrm>
              <a:off x="6743564" y="1193063"/>
              <a:ext cx="456889" cy="700379"/>
              <a:chOff x="6743564" y="1193063"/>
              <a:chExt cx="456889" cy="700379"/>
            </a:xfrm>
          </p:grpSpPr>
          <p:grpSp>
            <p:nvGrpSpPr>
              <p:cNvPr id="8185" name="Google Shape;8185;p60"/>
              <p:cNvGrpSpPr/>
              <p:nvPr/>
            </p:nvGrpSpPr>
            <p:grpSpPr>
              <a:xfrm>
                <a:off x="6743564" y="1690731"/>
                <a:ext cx="214402" cy="202710"/>
                <a:chOff x="6743564" y="1690731"/>
                <a:chExt cx="214402" cy="202710"/>
              </a:xfrm>
            </p:grpSpPr>
            <p:sp>
              <p:nvSpPr>
                <p:cNvPr id="8186" name="Google Shape;8186;p60"/>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0"/>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60"/>
              <p:cNvGrpSpPr/>
              <p:nvPr/>
            </p:nvGrpSpPr>
            <p:grpSpPr>
              <a:xfrm>
                <a:off x="6915505" y="1193063"/>
                <a:ext cx="284947" cy="589637"/>
                <a:chOff x="6915505" y="1193063"/>
                <a:chExt cx="284947" cy="589637"/>
              </a:xfrm>
            </p:grpSpPr>
            <p:sp>
              <p:nvSpPr>
                <p:cNvPr id="8189" name="Google Shape;8189;p6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90" name="Google Shape;8190;p60"/>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8191" name="Google Shape;8191;p60"/>
            <p:cNvGrpSpPr/>
            <p:nvPr/>
          </p:nvGrpSpPr>
          <p:grpSpPr>
            <a:xfrm>
              <a:off x="6520337" y="1193063"/>
              <a:ext cx="341815" cy="801589"/>
              <a:chOff x="6520337" y="1193063"/>
              <a:chExt cx="341815" cy="801589"/>
            </a:xfrm>
          </p:grpSpPr>
          <p:grpSp>
            <p:nvGrpSpPr>
              <p:cNvPr id="8192" name="Google Shape;8192;p60"/>
              <p:cNvGrpSpPr/>
              <p:nvPr/>
            </p:nvGrpSpPr>
            <p:grpSpPr>
              <a:xfrm>
                <a:off x="6520337" y="1589527"/>
                <a:ext cx="213950" cy="405125"/>
                <a:chOff x="6520337" y="1589527"/>
                <a:chExt cx="213950" cy="405125"/>
              </a:xfrm>
            </p:grpSpPr>
            <p:sp>
              <p:nvSpPr>
                <p:cNvPr id="8193" name="Google Shape;8193;p6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0"/>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5" name="Google Shape;8195;p60"/>
              <p:cNvGrpSpPr/>
              <p:nvPr/>
            </p:nvGrpSpPr>
            <p:grpSpPr>
              <a:xfrm>
                <a:off x="6577204" y="1193063"/>
                <a:ext cx="284947" cy="453562"/>
                <a:chOff x="6577204" y="1193063"/>
                <a:chExt cx="284947" cy="453562"/>
              </a:xfrm>
            </p:grpSpPr>
            <p:sp>
              <p:nvSpPr>
                <p:cNvPr id="8196" name="Google Shape;8196;p6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97" name="Google Shape;8197;p60"/>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8198" name="Google Shape;8198;p60"/>
            <p:cNvGrpSpPr/>
            <p:nvPr/>
          </p:nvGrpSpPr>
          <p:grpSpPr>
            <a:xfrm>
              <a:off x="6238903" y="1193063"/>
              <a:ext cx="300475" cy="901782"/>
              <a:chOff x="6238903" y="1193063"/>
              <a:chExt cx="300475" cy="901782"/>
            </a:xfrm>
          </p:grpSpPr>
          <p:grpSp>
            <p:nvGrpSpPr>
              <p:cNvPr id="8199" name="Google Shape;8199;p60"/>
              <p:cNvGrpSpPr/>
              <p:nvPr/>
            </p:nvGrpSpPr>
            <p:grpSpPr>
              <a:xfrm>
                <a:off x="6290865" y="1489315"/>
                <a:ext cx="248514" cy="605530"/>
                <a:chOff x="6290865" y="1489315"/>
                <a:chExt cx="248514" cy="605530"/>
              </a:xfrm>
            </p:grpSpPr>
            <p:sp>
              <p:nvSpPr>
                <p:cNvPr id="8200" name="Google Shape;8200;p6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0"/>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2" name="Google Shape;8202;p60"/>
              <p:cNvGrpSpPr/>
              <p:nvPr/>
            </p:nvGrpSpPr>
            <p:grpSpPr>
              <a:xfrm>
                <a:off x="6238903" y="1193063"/>
                <a:ext cx="284947" cy="327512"/>
                <a:chOff x="6238903" y="1193063"/>
                <a:chExt cx="284947" cy="327512"/>
              </a:xfrm>
            </p:grpSpPr>
            <p:sp>
              <p:nvSpPr>
                <p:cNvPr id="8203" name="Google Shape;8203;p6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04" name="Google Shape;8204;p60"/>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8205" name="Google Shape;8205;p60"/>
            <p:cNvGrpSpPr/>
            <p:nvPr/>
          </p:nvGrpSpPr>
          <p:grpSpPr>
            <a:xfrm>
              <a:off x="5900602" y="1193063"/>
              <a:ext cx="444345" cy="1023338"/>
              <a:chOff x="5900602" y="1193063"/>
              <a:chExt cx="444345" cy="1023338"/>
            </a:xfrm>
          </p:grpSpPr>
          <p:grpSp>
            <p:nvGrpSpPr>
              <p:cNvPr id="8206" name="Google Shape;8206;p60"/>
              <p:cNvGrpSpPr/>
              <p:nvPr/>
            </p:nvGrpSpPr>
            <p:grpSpPr>
              <a:xfrm>
                <a:off x="6046501" y="1367785"/>
                <a:ext cx="298446" cy="848616"/>
                <a:chOff x="6046501" y="1367785"/>
                <a:chExt cx="298446" cy="848616"/>
              </a:xfrm>
            </p:grpSpPr>
            <p:sp>
              <p:nvSpPr>
                <p:cNvPr id="8207" name="Google Shape;8207;p6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0"/>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9" name="Google Shape;8209;p60"/>
              <p:cNvGrpSpPr/>
              <p:nvPr/>
            </p:nvGrpSpPr>
            <p:grpSpPr>
              <a:xfrm>
                <a:off x="5900602" y="1193063"/>
                <a:ext cx="284947" cy="182312"/>
                <a:chOff x="5900602" y="1193063"/>
                <a:chExt cx="284947" cy="182312"/>
              </a:xfrm>
            </p:grpSpPr>
            <p:sp>
              <p:nvSpPr>
                <p:cNvPr id="8210" name="Google Shape;8210;p6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11" name="Google Shape;8211;p6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8212" name="Google Shape;8212;p60"/>
          <p:cNvGrpSpPr/>
          <p:nvPr/>
        </p:nvGrpSpPr>
        <p:grpSpPr>
          <a:xfrm>
            <a:off x="7217825" y="979415"/>
            <a:ext cx="1219413" cy="1051365"/>
            <a:chOff x="7287122" y="1165658"/>
            <a:chExt cx="1219413" cy="1051365"/>
          </a:xfrm>
        </p:grpSpPr>
        <p:grpSp>
          <p:nvGrpSpPr>
            <p:cNvPr id="8213" name="Google Shape;8213;p60"/>
            <p:cNvGrpSpPr/>
            <p:nvPr/>
          </p:nvGrpSpPr>
          <p:grpSpPr>
            <a:xfrm>
              <a:off x="7287122" y="1969723"/>
              <a:ext cx="1219413" cy="247300"/>
              <a:chOff x="7287122" y="1969723"/>
              <a:chExt cx="1219413" cy="247300"/>
            </a:xfrm>
          </p:grpSpPr>
          <p:sp>
            <p:nvSpPr>
              <p:cNvPr id="8214" name="Google Shape;8214;p6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5" name="Google Shape;8215;p60"/>
              <p:cNvGrpSpPr/>
              <p:nvPr/>
            </p:nvGrpSpPr>
            <p:grpSpPr>
              <a:xfrm>
                <a:off x="7287122" y="2063892"/>
                <a:ext cx="1151753" cy="73428"/>
                <a:chOff x="7287122" y="2063892"/>
                <a:chExt cx="1151753" cy="73428"/>
              </a:xfrm>
            </p:grpSpPr>
            <p:sp>
              <p:nvSpPr>
                <p:cNvPr id="8216" name="Google Shape;8216;p6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17" name="Google Shape;8217;p6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8218" name="Google Shape;8218;p60"/>
            <p:cNvGrpSpPr/>
            <p:nvPr/>
          </p:nvGrpSpPr>
          <p:grpSpPr>
            <a:xfrm>
              <a:off x="7287122" y="1712201"/>
              <a:ext cx="1219403" cy="246767"/>
              <a:chOff x="7287122" y="1712201"/>
              <a:chExt cx="1219403" cy="246767"/>
            </a:xfrm>
          </p:grpSpPr>
          <p:sp>
            <p:nvSpPr>
              <p:cNvPr id="8219" name="Google Shape;8219;p6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20" name="Google Shape;8220;p60"/>
              <p:cNvGrpSpPr/>
              <p:nvPr/>
            </p:nvGrpSpPr>
            <p:grpSpPr>
              <a:xfrm>
                <a:off x="7287122" y="1842861"/>
                <a:ext cx="1005303" cy="73419"/>
                <a:chOff x="7287122" y="1842861"/>
                <a:chExt cx="1005303" cy="73419"/>
              </a:xfrm>
            </p:grpSpPr>
            <p:sp>
              <p:nvSpPr>
                <p:cNvPr id="8221" name="Google Shape;8221;p6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22" name="Google Shape;8222;p6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8223" name="Google Shape;8223;p60"/>
            <p:cNvGrpSpPr/>
            <p:nvPr/>
          </p:nvGrpSpPr>
          <p:grpSpPr>
            <a:xfrm>
              <a:off x="7287122" y="1447520"/>
              <a:ext cx="1219403" cy="286667"/>
              <a:chOff x="7287122" y="1447520"/>
              <a:chExt cx="1219403" cy="286667"/>
            </a:xfrm>
          </p:grpSpPr>
          <p:sp>
            <p:nvSpPr>
              <p:cNvPr id="8224" name="Google Shape;8224;p6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25" name="Google Shape;8225;p60"/>
              <p:cNvGrpSpPr/>
              <p:nvPr/>
            </p:nvGrpSpPr>
            <p:grpSpPr>
              <a:xfrm>
                <a:off x="7287122" y="1581977"/>
                <a:ext cx="852803" cy="73428"/>
                <a:chOff x="7287122" y="1581977"/>
                <a:chExt cx="852803" cy="73428"/>
              </a:xfrm>
            </p:grpSpPr>
            <p:sp>
              <p:nvSpPr>
                <p:cNvPr id="8226" name="Google Shape;8226;p6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27" name="Google Shape;8227;p6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8228" name="Google Shape;8228;p60"/>
            <p:cNvGrpSpPr/>
            <p:nvPr/>
          </p:nvGrpSpPr>
          <p:grpSpPr>
            <a:xfrm>
              <a:off x="7287122" y="1165658"/>
              <a:ext cx="1219403" cy="344253"/>
              <a:chOff x="7287122" y="1165658"/>
              <a:chExt cx="1219403" cy="344253"/>
            </a:xfrm>
          </p:grpSpPr>
          <p:sp>
            <p:nvSpPr>
              <p:cNvPr id="8229" name="Google Shape;8229;p6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0" name="Google Shape;8230;p60"/>
              <p:cNvGrpSpPr/>
              <p:nvPr/>
            </p:nvGrpSpPr>
            <p:grpSpPr>
              <a:xfrm>
                <a:off x="7287122" y="1341025"/>
                <a:ext cx="695703" cy="73419"/>
                <a:chOff x="7287122" y="1341025"/>
                <a:chExt cx="695703" cy="73419"/>
              </a:xfrm>
            </p:grpSpPr>
            <p:sp>
              <p:nvSpPr>
                <p:cNvPr id="8231" name="Google Shape;8231;p6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32" name="Google Shape;8232;p6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236"/>
        <p:cNvGrpSpPr/>
        <p:nvPr/>
      </p:nvGrpSpPr>
      <p:grpSpPr>
        <a:xfrm>
          <a:off x="0" y="0"/>
          <a:ext cx="0" cy="0"/>
          <a:chOff x="0" y="0"/>
          <a:chExt cx="0" cy="0"/>
        </a:xfrm>
      </p:grpSpPr>
      <p:sp>
        <p:nvSpPr>
          <p:cNvPr id="8237" name="Google Shape;8237;p61"/>
          <p:cNvSpPr txBox="1">
            <a:spLocks noGrp="1"/>
          </p:cNvSpPr>
          <p:nvPr>
            <p:ph type="body" idx="4294967295"/>
          </p:nvPr>
        </p:nvSpPr>
        <p:spPr>
          <a:xfrm>
            <a:off x="716775" y="1188000"/>
            <a:ext cx="7710600" cy="7614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a:solidFill>
                  <a:schemeClr val="lt1"/>
                </a:solidFill>
                <a:latin typeface="Arial"/>
                <a:ea typeface="Arial"/>
                <a:cs typeface="Arial"/>
                <a:sym typeface="Arial"/>
              </a:rPr>
              <a:t>You can </a:t>
            </a:r>
            <a:r>
              <a:rPr lang="en" b="1">
                <a:solidFill>
                  <a:schemeClr val="dk2"/>
                </a:solidFill>
                <a:latin typeface="Arial"/>
                <a:ea typeface="Arial"/>
                <a:cs typeface="Arial"/>
                <a:sym typeface="Arial"/>
              </a:rPr>
              <a:t>resize </a:t>
            </a:r>
            <a:r>
              <a:rPr lang="en">
                <a:solidFill>
                  <a:schemeClr val="lt1"/>
                </a:solidFill>
                <a:latin typeface="Arial"/>
                <a:ea typeface="Arial"/>
                <a:cs typeface="Arial"/>
                <a:sym typeface="Arial"/>
              </a:rPr>
              <a:t>these icons without losing quality.</a:t>
            </a:r>
            <a:endParaRPr>
              <a:solidFill>
                <a:schemeClr val="lt1"/>
              </a:solidFill>
              <a:latin typeface="Arial"/>
              <a:ea typeface="Arial"/>
              <a:cs typeface="Arial"/>
              <a:sym typeface="Arial"/>
            </a:endParaRPr>
          </a:p>
          <a:p>
            <a:pPr marL="0" lvl="0" indent="0" algn="ctr" rtl="0">
              <a:lnSpc>
                <a:spcPct val="100000"/>
              </a:lnSpc>
              <a:spcBef>
                <a:spcPts val="0"/>
              </a:spcBef>
              <a:spcAft>
                <a:spcPts val="0"/>
              </a:spcAft>
              <a:buNone/>
            </a:pPr>
            <a:r>
              <a:rPr lang="en">
                <a:solidFill>
                  <a:schemeClr val="lt1"/>
                </a:solidFill>
                <a:latin typeface="Arial"/>
                <a:ea typeface="Arial"/>
                <a:cs typeface="Arial"/>
                <a:sym typeface="Arial"/>
              </a:rPr>
              <a:t>You can </a:t>
            </a:r>
            <a:r>
              <a:rPr lang="en" b="1">
                <a:solidFill>
                  <a:schemeClr val="dk2"/>
                </a:solidFill>
                <a:latin typeface="Arial"/>
                <a:ea typeface="Arial"/>
                <a:cs typeface="Arial"/>
                <a:sym typeface="Arial"/>
              </a:rPr>
              <a:t>change the stroke and fill color</a:t>
            </a:r>
            <a:r>
              <a:rPr lang="en">
                <a:solidFill>
                  <a:schemeClr val="lt1"/>
                </a:solidFill>
                <a:latin typeface="Arial"/>
                <a:ea typeface="Arial"/>
                <a:cs typeface="Arial"/>
                <a:sym typeface="Arial"/>
              </a:rPr>
              <a:t>; just select the icon and click on the </a:t>
            </a:r>
            <a:r>
              <a:rPr lang="en" b="1">
                <a:solidFill>
                  <a:schemeClr val="dk2"/>
                </a:solidFill>
                <a:latin typeface="Arial"/>
                <a:ea typeface="Arial"/>
                <a:cs typeface="Arial"/>
                <a:sym typeface="Arial"/>
              </a:rPr>
              <a:t>paint bucket/pen</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marL="0" lvl="0" indent="0" algn="ctr" rtl="0">
              <a:lnSpc>
                <a:spcPct val="100000"/>
              </a:lnSpc>
              <a:spcBef>
                <a:spcPts val="0"/>
              </a:spcBef>
              <a:spcAft>
                <a:spcPts val="0"/>
              </a:spcAft>
              <a:buNone/>
            </a:pPr>
            <a:r>
              <a:rPr lang="en">
                <a:solidFill>
                  <a:schemeClr val="lt1"/>
                </a:solidFill>
                <a:latin typeface="Arial"/>
                <a:ea typeface="Arial"/>
                <a:cs typeface="Arial"/>
                <a:sym typeface="Arial"/>
              </a:rPr>
              <a:t>In Google Slides, you can also use </a:t>
            </a:r>
            <a:r>
              <a:rPr lang="en" b="1">
                <a:solidFill>
                  <a:schemeClr val="dk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chemeClr val="lt1"/>
                </a:solidFill>
                <a:latin typeface="Arial"/>
                <a:ea typeface="Arial"/>
                <a:cs typeface="Arial"/>
                <a:sym typeface="Arial"/>
              </a:rPr>
              <a:t>, allowing you to customize and add even more icons.</a:t>
            </a:r>
            <a:endParaRPr>
              <a:latin typeface="Arial"/>
              <a:ea typeface="Arial"/>
              <a:cs typeface="Arial"/>
              <a:sym typeface="Arial"/>
            </a:endParaRPr>
          </a:p>
        </p:txBody>
      </p:sp>
      <p:grpSp>
        <p:nvGrpSpPr>
          <p:cNvPr id="8238" name="Google Shape;8238;p61"/>
          <p:cNvGrpSpPr/>
          <p:nvPr/>
        </p:nvGrpSpPr>
        <p:grpSpPr>
          <a:xfrm>
            <a:off x="830341" y="2307733"/>
            <a:ext cx="340168" cy="298978"/>
            <a:chOff x="892750" y="267400"/>
            <a:chExt cx="483125" cy="424625"/>
          </a:xfrm>
        </p:grpSpPr>
        <p:sp>
          <p:nvSpPr>
            <p:cNvPr id="8239" name="Google Shape;8239;p61"/>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40" name="Google Shape;8240;p61"/>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41" name="Google Shape;8241;p61"/>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42" name="Google Shape;8242;p61"/>
          <p:cNvGrpSpPr/>
          <p:nvPr/>
        </p:nvGrpSpPr>
        <p:grpSpPr>
          <a:xfrm>
            <a:off x="1268776" y="2287121"/>
            <a:ext cx="298996" cy="340204"/>
            <a:chOff x="1516475" y="238075"/>
            <a:chExt cx="424650" cy="483175"/>
          </a:xfrm>
        </p:grpSpPr>
        <p:sp>
          <p:nvSpPr>
            <p:cNvPr id="8243" name="Google Shape;8243;p61"/>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44" name="Google Shape;8244;p61"/>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45" name="Google Shape;8245;p61"/>
          <p:cNvGrpSpPr/>
          <p:nvPr/>
        </p:nvGrpSpPr>
        <p:grpSpPr>
          <a:xfrm>
            <a:off x="1661867" y="2367520"/>
            <a:ext cx="341488" cy="179405"/>
            <a:chOff x="2080675" y="352325"/>
            <a:chExt cx="485000" cy="254800"/>
          </a:xfrm>
        </p:grpSpPr>
        <p:sp>
          <p:nvSpPr>
            <p:cNvPr id="8246" name="Google Shape;8246;p61"/>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47" name="Google Shape;8247;p61"/>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48" name="Google Shape;8248;p61"/>
          <p:cNvGrpSpPr/>
          <p:nvPr/>
        </p:nvGrpSpPr>
        <p:grpSpPr>
          <a:xfrm>
            <a:off x="2111046" y="2287138"/>
            <a:ext cx="298996" cy="340168"/>
            <a:chOff x="2705375" y="238125"/>
            <a:chExt cx="424650" cy="483125"/>
          </a:xfrm>
        </p:grpSpPr>
        <p:sp>
          <p:nvSpPr>
            <p:cNvPr id="8249" name="Google Shape;8249;p61"/>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50" name="Google Shape;8250;p61"/>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51" name="Google Shape;8251;p61"/>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52" name="Google Shape;8252;p61"/>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53" name="Google Shape;8253;p61"/>
          <p:cNvGrpSpPr/>
          <p:nvPr/>
        </p:nvGrpSpPr>
        <p:grpSpPr>
          <a:xfrm>
            <a:off x="2527187" y="2287455"/>
            <a:ext cx="301161" cy="339535"/>
            <a:chOff x="3299850" y="238575"/>
            <a:chExt cx="427725" cy="482225"/>
          </a:xfrm>
        </p:grpSpPr>
        <p:sp>
          <p:nvSpPr>
            <p:cNvPr id="8254" name="Google Shape;8254;p61"/>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55" name="Google Shape;8255;p61"/>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56" name="Google Shape;8256;p61"/>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57" name="Google Shape;8257;p61"/>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58" name="Google Shape;8258;p61"/>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59" name="Google Shape;8259;p61"/>
          <p:cNvGrpSpPr/>
          <p:nvPr/>
        </p:nvGrpSpPr>
        <p:grpSpPr>
          <a:xfrm>
            <a:off x="2914108" y="2287138"/>
            <a:ext cx="352455" cy="340168"/>
            <a:chOff x="3857225" y="238125"/>
            <a:chExt cx="500575" cy="483125"/>
          </a:xfrm>
        </p:grpSpPr>
        <p:sp>
          <p:nvSpPr>
            <p:cNvPr id="8260" name="Google Shape;8260;p61"/>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61" name="Google Shape;8261;p61"/>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62" name="Google Shape;8262;p61"/>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63" name="Google Shape;8263;p61"/>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64" name="Google Shape;8264;p61"/>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65" name="Google Shape;8265;p61"/>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66" name="Google Shape;8266;p61"/>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267" name="Google Shape;8267;p61"/>
          <p:cNvSpPr/>
          <p:nvPr/>
        </p:nvSpPr>
        <p:spPr>
          <a:xfrm>
            <a:off x="3331583" y="2287135"/>
            <a:ext cx="352455" cy="340116"/>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268" name="Google Shape;8268;p61"/>
          <p:cNvGrpSpPr/>
          <p:nvPr/>
        </p:nvGrpSpPr>
        <p:grpSpPr>
          <a:xfrm>
            <a:off x="3760885" y="2287165"/>
            <a:ext cx="340186" cy="340116"/>
            <a:chOff x="5053900" y="238200"/>
            <a:chExt cx="483150" cy="483050"/>
          </a:xfrm>
        </p:grpSpPr>
        <p:sp>
          <p:nvSpPr>
            <p:cNvPr id="8269" name="Google Shape;8269;p61"/>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0" name="Google Shape;8270;p61"/>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1" name="Google Shape;8271;p61"/>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2" name="Google Shape;8272;p61"/>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73" name="Google Shape;8273;p61"/>
          <p:cNvGrpSpPr/>
          <p:nvPr/>
        </p:nvGrpSpPr>
        <p:grpSpPr>
          <a:xfrm>
            <a:off x="4174835" y="2287138"/>
            <a:ext cx="340168" cy="340168"/>
            <a:chOff x="5648375" y="238125"/>
            <a:chExt cx="483125" cy="483125"/>
          </a:xfrm>
        </p:grpSpPr>
        <p:sp>
          <p:nvSpPr>
            <p:cNvPr id="8274" name="Google Shape;8274;p61"/>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5" name="Google Shape;8275;p61"/>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6" name="Google Shape;8276;p61"/>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7" name="Google Shape;8277;p61"/>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8" name="Google Shape;8278;p61"/>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79" name="Google Shape;8279;p61"/>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80" name="Google Shape;8280;p61"/>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81" name="Google Shape;8281;p61"/>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82" name="Google Shape;8282;p61"/>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83" name="Google Shape;8283;p61"/>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84" name="Google Shape;8284;p61"/>
          <p:cNvGrpSpPr/>
          <p:nvPr/>
        </p:nvGrpSpPr>
        <p:grpSpPr>
          <a:xfrm>
            <a:off x="4591521" y="2287138"/>
            <a:ext cx="340168" cy="340168"/>
            <a:chOff x="6242825" y="238125"/>
            <a:chExt cx="483125" cy="483125"/>
          </a:xfrm>
        </p:grpSpPr>
        <p:sp>
          <p:nvSpPr>
            <p:cNvPr id="8285" name="Google Shape;8285;p61"/>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86" name="Google Shape;8286;p61"/>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87" name="Google Shape;8287;p61"/>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88" name="Google Shape;8288;p61"/>
          <p:cNvGrpSpPr/>
          <p:nvPr/>
        </p:nvGrpSpPr>
        <p:grpSpPr>
          <a:xfrm>
            <a:off x="828643" y="2727362"/>
            <a:ext cx="343566" cy="298943"/>
            <a:chOff x="889275" y="861850"/>
            <a:chExt cx="487950" cy="424575"/>
          </a:xfrm>
        </p:grpSpPr>
        <p:sp>
          <p:nvSpPr>
            <p:cNvPr id="8289" name="Google Shape;8289;p61"/>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90" name="Google Shape;8290;p61"/>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91" name="Google Shape;8291;p61"/>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92" name="Google Shape;8292;p61"/>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293" name="Google Shape;8293;p61"/>
          <p:cNvSpPr/>
          <p:nvPr/>
        </p:nvSpPr>
        <p:spPr>
          <a:xfrm>
            <a:off x="1266612" y="2706628"/>
            <a:ext cx="302974" cy="340204"/>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94" name="Google Shape;8294;p61"/>
          <p:cNvSpPr/>
          <p:nvPr/>
        </p:nvSpPr>
        <p:spPr>
          <a:xfrm>
            <a:off x="1661617" y="2706628"/>
            <a:ext cx="341506" cy="340204"/>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295" name="Google Shape;8295;p61"/>
          <p:cNvGrpSpPr/>
          <p:nvPr/>
        </p:nvGrpSpPr>
        <p:grpSpPr>
          <a:xfrm>
            <a:off x="2090460" y="2706749"/>
            <a:ext cx="340168" cy="340168"/>
            <a:chOff x="2676100" y="832575"/>
            <a:chExt cx="483125" cy="483125"/>
          </a:xfrm>
        </p:grpSpPr>
        <p:sp>
          <p:nvSpPr>
            <p:cNvPr id="8296" name="Google Shape;8296;p61"/>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97" name="Google Shape;8297;p61"/>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298" name="Google Shape;8298;p61"/>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299" name="Google Shape;8299;p61"/>
          <p:cNvGrpSpPr/>
          <p:nvPr/>
        </p:nvGrpSpPr>
        <p:grpSpPr>
          <a:xfrm>
            <a:off x="2501963" y="2706749"/>
            <a:ext cx="351610" cy="340168"/>
            <a:chOff x="3270550" y="832575"/>
            <a:chExt cx="499375" cy="483125"/>
          </a:xfrm>
        </p:grpSpPr>
        <p:sp>
          <p:nvSpPr>
            <p:cNvPr id="8300" name="Google Shape;8300;p61"/>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01" name="Google Shape;8301;p61"/>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02" name="Google Shape;8302;p61"/>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03" name="Google Shape;8303;p61"/>
          <p:cNvGrpSpPr/>
          <p:nvPr/>
        </p:nvGrpSpPr>
        <p:grpSpPr>
          <a:xfrm>
            <a:off x="3335925" y="2727300"/>
            <a:ext cx="344798" cy="299066"/>
            <a:chOff x="4452900" y="861750"/>
            <a:chExt cx="489700" cy="424750"/>
          </a:xfrm>
        </p:grpSpPr>
        <p:sp>
          <p:nvSpPr>
            <p:cNvPr id="8304" name="Google Shape;8304;p61"/>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05" name="Google Shape;8305;p61"/>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06" name="Google Shape;8306;p61"/>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07" name="Google Shape;8307;p61"/>
          <p:cNvGrpSpPr/>
          <p:nvPr/>
        </p:nvGrpSpPr>
        <p:grpSpPr>
          <a:xfrm>
            <a:off x="3753158" y="2706758"/>
            <a:ext cx="355641" cy="340151"/>
            <a:chOff x="5049750" y="832600"/>
            <a:chExt cx="505100" cy="483100"/>
          </a:xfrm>
        </p:grpSpPr>
        <p:sp>
          <p:nvSpPr>
            <p:cNvPr id="8308" name="Google Shape;8308;p61"/>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09" name="Google Shape;8309;p61"/>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310" name="Google Shape;8310;p61"/>
          <p:cNvSpPr/>
          <p:nvPr/>
        </p:nvSpPr>
        <p:spPr>
          <a:xfrm>
            <a:off x="4173416" y="2731276"/>
            <a:ext cx="341700" cy="290899"/>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311" name="Google Shape;8311;p61"/>
          <p:cNvGrpSpPr/>
          <p:nvPr/>
        </p:nvGrpSpPr>
        <p:grpSpPr>
          <a:xfrm>
            <a:off x="4612107" y="2706749"/>
            <a:ext cx="298996" cy="340168"/>
            <a:chOff x="6272100" y="832575"/>
            <a:chExt cx="424650" cy="483125"/>
          </a:xfrm>
        </p:grpSpPr>
        <p:sp>
          <p:nvSpPr>
            <p:cNvPr id="8312" name="Google Shape;8312;p61"/>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13" name="Google Shape;8313;p61"/>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14" name="Google Shape;8314;p61"/>
          <p:cNvGrpSpPr/>
          <p:nvPr/>
        </p:nvGrpSpPr>
        <p:grpSpPr>
          <a:xfrm>
            <a:off x="2920243" y="2717381"/>
            <a:ext cx="340186" cy="318904"/>
            <a:chOff x="3865000" y="847675"/>
            <a:chExt cx="483150" cy="452925"/>
          </a:xfrm>
        </p:grpSpPr>
        <p:sp>
          <p:nvSpPr>
            <p:cNvPr id="8315" name="Google Shape;8315;p61"/>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16" name="Google Shape;8316;p61"/>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17" name="Google Shape;8317;p61"/>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18" name="Google Shape;8318;p61"/>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19" name="Google Shape;8319;p61"/>
          <p:cNvGrpSpPr/>
          <p:nvPr/>
        </p:nvGrpSpPr>
        <p:grpSpPr>
          <a:xfrm>
            <a:off x="830315" y="3125798"/>
            <a:ext cx="340221" cy="340186"/>
            <a:chOff x="893650" y="1428000"/>
            <a:chExt cx="483200" cy="483150"/>
          </a:xfrm>
        </p:grpSpPr>
        <p:sp>
          <p:nvSpPr>
            <p:cNvPr id="8320" name="Google Shape;8320;p61"/>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21" name="Google Shape;8321;p61"/>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22" name="Google Shape;8322;p61"/>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23" name="Google Shape;8323;p61"/>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324" name="Google Shape;8324;p61"/>
          <p:cNvSpPr/>
          <p:nvPr/>
        </p:nvSpPr>
        <p:spPr>
          <a:xfrm>
            <a:off x="1248018" y="3186074"/>
            <a:ext cx="340168" cy="219257"/>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25" name="Google Shape;8325;p61"/>
          <p:cNvSpPr/>
          <p:nvPr/>
        </p:nvSpPr>
        <p:spPr>
          <a:xfrm>
            <a:off x="1655563" y="3125647"/>
            <a:ext cx="353617" cy="340133"/>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326" name="Google Shape;8326;p61"/>
          <p:cNvGrpSpPr/>
          <p:nvPr/>
        </p:nvGrpSpPr>
        <p:grpSpPr>
          <a:xfrm>
            <a:off x="2084132" y="3146463"/>
            <a:ext cx="352825" cy="298855"/>
            <a:chOff x="2676100" y="1456375"/>
            <a:chExt cx="501100" cy="424450"/>
          </a:xfrm>
        </p:grpSpPr>
        <p:sp>
          <p:nvSpPr>
            <p:cNvPr id="8327" name="Google Shape;8327;p61"/>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28" name="Google Shape;8328;p61"/>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29" name="Google Shape;8329;p61"/>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30" name="Google Shape;8330;p61"/>
          <p:cNvGrpSpPr/>
          <p:nvPr/>
        </p:nvGrpSpPr>
        <p:grpSpPr>
          <a:xfrm>
            <a:off x="2507657" y="3125806"/>
            <a:ext cx="340221" cy="340168"/>
            <a:chOff x="3270475" y="1427025"/>
            <a:chExt cx="483200" cy="483125"/>
          </a:xfrm>
        </p:grpSpPr>
        <p:sp>
          <p:nvSpPr>
            <p:cNvPr id="8331" name="Google Shape;8331;p61"/>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32" name="Google Shape;8332;p61"/>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33" name="Google Shape;8333;p61"/>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34" name="Google Shape;8334;p61"/>
          <p:cNvGrpSpPr/>
          <p:nvPr/>
        </p:nvGrpSpPr>
        <p:grpSpPr>
          <a:xfrm>
            <a:off x="2918570" y="3125780"/>
            <a:ext cx="343530" cy="340221"/>
            <a:chOff x="3860250" y="1427025"/>
            <a:chExt cx="487900" cy="483200"/>
          </a:xfrm>
        </p:grpSpPr>
        <p:sp>
          <p:nvSpPr>
            <p:cNvPr id="8335" name="Google Shape;8335;p61"/>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36" name="Google Shape;8336;p61"/>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37" name="Google Shape;8337;p61"/>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338" name="Google Shape;8338;p61"/>
          <p:cNvSpPr/>
          <p:nvPr/>
        </p:nvSpPr>
        <p:spPr>
          <a:xfrm>
            <a:off x="3337690" y="3125629"/>
            <a:ext cx="340239" cy="340168"/>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39" name="Google Shape;8339;p61"/>
          <p:cNvSpPr/>
          <p:nvPr/>
        </p:nvSpPr>
        <p:spPr>
          <a:xfrm>
            <a:off x="3758629" y="3125620"/>
            <a:ext cx="343530" cy="340186"/>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340" name="Google Shape;8340;p61"/>
          <p:cNvGrpSpPr/>
          <p:nvPr/>
        </p:nvGrpSpPr>
        <p:grpSpPr>
          <a:xfrm>
            <a:off x="4174808" y="3125806"/>
            <a:ext cx="340221" cy="340168"/>
            <a:chOff x="5648375" y="1427025"/>
            <a:chExt cx="483200" cy="483125"/>
          </a:xfrm>
        </p:grpSpPr>
        <p:sp>
          <p:nvSpPr>
            <p:cNvPr id="8341" name="Google Shape;8341;p61"/>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42" name="Google Shape;8342;p61"/>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43" name="Google Shape;8343;p61"/>
          <p:cNvGrpSpPr/>
          <p:nvPr/>
        </p:nvGrpSpPr>
        <p:grpSpPr>
          <a:xfrm>
            <a:off x="4589294" y="3125789"/>
            <a:ext cx="344622" cy="340204"/>
            <a:chOff x="6238300" y="1426975"/>
            <a:chExt cx="489450" cy="483175"/>
          </a:xfrm>
        </p:grpSpPr>
        <p:sp>
          <p:nvSpPr>
            <p:cNvPr id="8344" name="Google Shape;8344;p61"/>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45" name="Google Shape;8345;p61"/>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46" name="Google Shape;8346;p61"/>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347" name="Google Shape;8347;p61"/>
          <p:cNvSpPr/>
          <p:nvPr/>
        </p:nvSpPr>
        <p:spPr>
          <a:xfrm>
            <a:off x="849923" y="3545273"/>
            <a:ext cx="300792" cy="338725"/>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348" name="Google Shape;8348;p61"/>
          <p:cNvGrpSpPr/>
          <p:nvPr/>
        </p:nvGrpSpPr>
        <p:grpSpPr>
          <a:xfrm>
            <a:off x="1248190" y="3544794"/>
            <a:ext cx="340168" cy="340186"/>
            <a:chOff x="1487200" y="2021475"/>
            <a:chExt cx="483125" cy="483150"/>
          </a:xfrm>
        </p:grpSpPr>
        <p:sp>
          <p:nvSpPr>
            <p:cNvPr id="8349" name="Google Shape;8349;p61"/>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0" name="Google Shape;8350;p61"/>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1" name="Google Shape;8351;p61"/>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2" name="Google Shape;8352;p61"/>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53" name="Google Shape;8353;p61"/>
          <p:cNvGrpSpPr/>
          <p:nvPr/>
        </p:nvGrpSpPr>
        <p:grpSpPr>
          <a:xfrm>
            <a:off x="1662527" y="3565398"/>
            <a:ext cx="340168" cy="298978"/>
            <a:chOff x="2081650" y="2050750"/>
            <a:chExt cx="483125" cy="424625"/>
          </a:xfrm>
        </p:grpSpPr>
        <p:sp>
          <p:nvSpPr>
            <p:cNvPr id="8354" name="Google Shape;8354;p61"/>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5" name="Google Shape;8355;p61"/>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6" name="Google Shape;8356;p61"/>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7" name="Google Shape;8357;p61"/>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8" name="Google Shape;8358;p61"/>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59" name="Google Shape;8359;p61"/>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60" name="Google Shape;8360;p61"/>
          <p:cNvGrpSpPr/>
          <p:nvPr/>
        </p:nvGrpSpPr>
        <p:grpSpPr>
          <a:xfrm>
            <a:off x="2090460" y="3588721"/>
            <a:ext cx="340168" cy="252332"/>
            <a:chOff x="2676100" y="2083800"/>
            <a:chExt cx="483125" cy="358375"/>
          </a:xfrm>
        </p:grpSpPr>
        <p:sp>
          <p:nvSpPr>
            <p:cNvPr id="8361" name="Google Shape;8361;p61"/>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62" name="Google Shape;8362;p61"/>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63" name="Google Shape;8363;p61"/>
          <p:cNvGrpSpPr/>
          <p:nvPr/>
        </p:nvGrpSpPr>
        <p:grpSpPr>
          <a:xfrm>
            <a:off x="2515974" y="3554766"/>
            <a:ext cx="323587" cy="320242"/>
            <a:chOff x="3282325" y="2035675"/>
            <a:chExt cx="459575" cy="454825"/>
          </a:xfrm>
        </p:grpSpPr>
        <p:sp>
          <p:nvSpPr>
            <p:cNvPr id="8364" name="Google Shape;8364;p61"/>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65" name="Google Shape;8365;p61"/>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66" name="Google Shape;8366;p61"/>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67" name="Google Shape;8367;p61"/>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368" name="Google Shape;8368;p61"/>
          <p:cNvSpPr/>
          <p:nvPr/>
        </p:nvSpPr>
        <p:spPr>
          <a:xfrm>
            <a:off x="2924671" y="3556291"/>
            <a:ext cx="330434" cy="316687"/>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69" name="Google Shape;8369;p61"/>
          <p:cNvSpPr/>
          <p:nvPr/>
        </p:nvSpPr>
        <p:spPr>
          <a:xfrm>
            <a:off x="3357674" y="3544543"/>
            <a:ext cx="300263" cy="340186"/>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370" name="Google Shape;8370;p61"/>
          <p:cNvGrpSpPr/>
          <p:nvPr/>
        </p:nvGrpSpPr>
        <p:grpSpPr>
          <a:xfrm>
            <a:off x="3760673" y="3544803"/>
            <a:ext cx="340608" cy="340168"/>
            <a:chOff x="5053900" y="2021500"/>
            <a:chExt cx="483750" cy="483125"/>
          </a:xfrm>
        </p:grpSpPr>
        <p:sp>
          <p:nvSpPr>
            <p:cNvPr id="8371" name="Google Shape;8371;p61"/>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72" name="Google Shape;8372;p61"/>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73" name="Google Shape;8373;p61"/>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74" name="Google Shape;8374;p61"/>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75" name="Google Shape;8375;p61"/>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76" name="Google Shape;8376;p61"/>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77" name="Google Shape;8377;p61"/>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78" name="Google Shape;8378;p61"/>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379" name="Google Shape;8379;p61"/>
          <p:cNvSpPr/>
          <p:nvPr/>
        </p:nvSpPr>
        <p:spPr>
          <a:xfrm>
            <a:off x="4234012" y="3544640"/>
            <a:ext cx="220489" cy="339992"/>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380" name="Google Shape;8380;p61"/>
          <p:cNvGrpSpPr/>
          <p:nvPr/>
        </p:nvGrpSpPr>
        <p:grpSpPr>
          <a:xfrm>
            <a:off x="4585773" y="3547971"/>
            <a:ext cx="351663" cy="333831"/>
            <a:chOff x="6222125" y="2025975"/>
            <a:chExt cx="499450" cy="474125"/>
          </a:xfrm>
        </p:grpSpPr>
        <p:sp>
          <p:nvSpPr>
            <p:cNvPr id="8381" name="Google Shape;8381;p61"/>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82" name="Google Shape;8382;p61"/>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83" name="Google Shape;8383;p61"/>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84" name="Google Shape;8384;p61"/>
          <p:cNvGrpSpPr/>
          <p:nvPr/>
        </p:nvGrpSpPr>
        <p:grpSpPr>
          <a:xfrm>
            <a:off x="5043335" y="2364541"/>
            <a:ext cx="335504" cy="185953"/>
            <a:chOff x="896050" y="2725450"/>
            <a:chExt cx="476500" cy="264100"/>
          </a:xfrm>
        </p:grpSpPr>
        <p:sp>
          <p:nvSpPr>
            <p:cNvPr id="8385" name="Google Shape;8385;p61"/>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86" name="Google Shape;8386;p61"/>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87" name="Google Shape;8387;p61"/>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88" name="Google Shape;8388;p61"/>
          <p:cNvGrpSpPr/>
          <p:nvPr/>
        </p:nvGrpSpPr>
        <p:grpSpPr>
          <a:xfrm>
            <a:off x="5474075" y="2287425"/>
            <a:ext cx="340168" cy="340186"/>
            <a:chOff x="1487200" y="2615925"/>
            <a:chExt cx="483125" cy="483150"/>
          </a:xfrm>
        </p:grpSpPr>
        <p:sp>
          <p:nvSpPr>
            <p:cNvPr id="8389" name="Google Shape;8389;p61"/>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90" name="Google Shape;8390;p61"/>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91" name="Google Shape;8391;p61"/>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92" name="Google Shape;8392;p61"/>
          <p:cNvGrpSpPr/>
          <p:nvPr/>
        </p:nvGrpSpPr>
        <p:grpSpPr>
          <a:xfrm>
            <a:off x="5874024" y="2287425"/>
            <a:ext cx="353564" cy="340186"/>
            <a:chOff x="2077575" y="2615925"/>
            <a:chExt cx="502150" cy="483150"/>
          </a:xfrm>
        </p:grpSpPr>
        <p:sp>
          <p:nvSpPr>
            <p:cNvPr id="8393" name="Google Shape;8393;p61"/>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94" name="Google Shape;8394;p61"/>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95" name="Google Shape;8395;p61"/>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96" name="Google Shape;8396;p61"/>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397" name="Google Shape;8397;p61"/>
          <p:cNvGrpSpPr/>
          <p:nvPr/>
        </p:nvGrpSpPr>
        <p:grpSpPr>
          <a:xfrm>
            <a:off x="6297813" y="2303452"/>
            <a:ext cx="334536" cy="308132"/>
            <a:chOff x="2680100" y="2638725"/>
            <a:chExt cx="475125" cy="437625"/>
          </a:xfrm>
        </p:grpSpPr>
        <p:sp>
          <p:nvSpPr>
            <p:cNvPr id="8398" name="Google Shape;8398;p61"/>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399" name="Google Shape;8399;p61"/>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00" name="Google Shape;8400;p61"/>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01" name="Google Shape;8401;p61"/>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02" name="Google Shape;8402;p61"/>
          <p:cNvGrpSpPr/>
          <p:nvPr/>
        </p:nvGrpSpPr>
        <p:grpSpPr>
          <a:xfrm>
            <a:off x="6763452" y="2287425"/>
            <a:ext cx="239183" cy="340186"/>
            <a:chOff x="3342275" y="2615925"/>
            <a:chExt cx="339700" cy="483150"/>
          </a:xfrm>
        </p:grpSpPr>
        <p:sp>
          <p:nvSpPr>
            <p:cNvPr id="8403" name="Google Shape;8403;p61"/>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04" name="Google Shape;8404;p61"/>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05" name="Google Shape;8405;p61"/>
          <p:cNvSpPr/>
          <p:nvPr/>
        </p:nvSpPr>
        <p:spPr>
          <a:xfrm>
            <a:off x="7156698" y="2287100"/>
            <a:ext cx="279052" cy="340186"/>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06" name="Google Shape;8406;p61"/>
          <p:cNvSpPr/>
          <p:nvPr/>
        </p:nvSpPr>
        <p:spPr>
          <a:xfrm>
            <a:off x="7549733" y="2297730"/>
            <a:ext cx="340186" cy="318922"/>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07" name="Google Shape;8407;p61"/>
          <p:cNvSpPr/>
          <p:nvPr/>
        </p:nvSpPr>
        <p:spPr>
          <a:xfrm>
            <a:off x="7974588" y="2297730"/>
            <a:ext cx="340186" cy="318922"/>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08" name="Google Shape;8408;p61"/>
          <p:cNvGrpSpPr/>
          <p:nvPr/>
        </p:nvGrpSpPr>
        <p:grpSpPr>
          <a:xfrm>
            <a:off x="5380655" y="3961361"/>
            <a:ext cx="339482" cy="339271"/>
            <a:chOff x="5648900" y="2616600"/>
            <a:chExt cx="482150" cy="481850"/>
          </a:xfrm>
        </p:grpSpPr>
        <p:sp>
          <p:nvSpPr>
            <p:cNvPr id="8409" name="Google Shape;8409;p61"/>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10" name="Google Shape;8410;p61"/>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11" name="Google Shape;8411;p61"/>
          <p:cNvGrpSpPr/>
          <p:nvPr/>
        </p:nvGrpSpPr>
        <p:grpSpPr>
          <a:xfrm>
            <a:off x="3699939" y="3968149"/>
            <a:ext cx="325626" cy="325694"/>
            <a:chOff x="6242825" y="2615925"/>
            <a:chExt cx="483125" cy="483225"/>
          </a:xfrm>
        </p:grpSpPr>
        <p:sp>
          <p:nvSpPr>
            <p:cNvPr id="8412" name="Google Shape;8412;p61"/>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13" name="Google Shape;8413;p61"/>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14" name="Google Shape;8414;p61"/>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15" name="Google Shape;8415;p61"/>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16" name="Google Shape;8416;p61"/>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17" name="Google Shape;8417;p61"/>
          <p:cNvSpPr/>
          <p:nvPr/>
        </p:nvSpPr>
        <p:spPr>
          <a:xfrm>
            <a:off x="5037996" y="2716141"/>
            <a:ext cx="345977" cy="321175"/>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18" name="Google Shape;8418;p61"/>
          <p:cNvGrpSpPr/>
          <p:nvPr/>
        </p:nvGrpSpPr>
        <p:grpSpPr>
          <a:xfrm>
            <a:off x="5473116" y="2707036"/>
            <a:ext cx="342087" cy="340186"/>
            <a:chOff x="1487200" y="3210375"/>
            <a:chExt cx="485850" cy="483150"/>
          </a:xfrm>
        </p:grpSpPr>
        <p:sp>
          <p:nvSpPr>
            <p:cNvPr id="8419" name="Google Shape;8419;p61"/>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20" name="Google Shape;8420;p61"/>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21" name="Google Shape;8421;p61"/>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22" name="Google Shape;8422;p61"/>
          <p:cNvSpPr/>
          <p:nvPr/>
        </p:nvSpPr>
        <p:spPr>
          <a:xfrm>
            <a:off x="5880480" y="2739750"/>
            <a:ext cx="340168" cy="273948"/>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23" name="Google Shape;8423;p61"/>
          <p:cNvSpPr/>
          <p:nvPr/>
        </p:nvSpPr>
        <p:spPr>
          <a:xfrm>
            <a:off x="6294661" y="2774289"/>
            <a:ext cx="340221" cy="204858"/>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24" name="Google Shape;8424;p61"/>
          <p:cNvGrpSpPr/>
          <p:nvPr/>
        </p:nvGrpSpPr>
        <p:grpSpPr>
          <a:xfrm>
            <a:off x="6712475" y="2707027"/>
            <a:ext cx="341136" cy="340204"/>
            <a:chOff x="3269875" y="3210400"/>
            <a:chExt cx="484500" cy="483175"/>
          </a:xfrm>
        </p:grpSpPr>
        <p:sp>
          <p:nvSpPr>
            <p:cNvPr id="8425" name="Google Shape;8425;p61"/>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26" name="Google Shape;8426;p61"/>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27" name="Google Shape;8427;p61"/>
          <p:cNvGrpSpPr/>
          <p:nvPr/>
        </p:nvGrpSpPr>
        <p:grpSpPr>
          <a:xfrm>
            <a:off x="7211568" y="2706666"/>
            <a:ext cx="170216" cy="340925"/>
            <a:chOff x="3985700" y="3210375"/>
            <a:chExt cx="241750" cy="484200"/>
          </a:xfrm>
        </p:grpSpPr>
        <p:sp>
          <p:nvSpPr>
            <p:cNvPr id="8428" name="Google Shape;8428;p61"/>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29" name="Google Shape;8429;p61"/>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30" name="Google Shape;8430;p61"/>
          <p:cNvGrpSpPr/>
          <p:nvPr/>
        </p:nvGrpSpPr>
        <p:grpSpPr>
          <a:xfrm>
            <a:off x="7550838" y="2707678"/>
            <a:ext cx="339007" cy="338901"/>
            <a:chOff x="4460225" y="3211300"/>
            <a:chExt cx="481475" cy="481325"/>
          </a:xfrm>
        </p:grpSpPr>
        <p:sp>
          <p:nvSpPr>
            <p:cNvPr id="8431" name="Google Shape;8431;p61"/>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32" name="Google Shape;8432;p61"/>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33" name="Google Shape;8433;p61"/>
          <p:cNvSpPr/>
          <p:nvPr/>
        </p:nvSpPr>
        <p:spPr>
          <a:xfrm>
            <a:off x="7974588" y="2726454"/>
            <a:ext cx="340186" cy="300545"/>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34" name="Google Shape;8434;p61"/>
          <p:cNvGrpSpPr/>
          <p:nvPr/>
        </p:nvGrpSpPr>
        <p:grpSpPr>
          <a:xfrm>
            <a:off x="5824496" y="3990669"/>
            <a:ext cx="342034" cy="280654"/>
            <a:chOff x="5647000" y="3252650"/>
            <a:chExt cx="485775" cy="398600"/>
          </a:xfrm>
        </p:grpSpPr>
        <p:sp>
          <p:nvSpPr>
            <p:cNvPr id="8435" name="Google Shape;8435;p61"/>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36" name="Google Shape;8436;p61"/>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37" name="Google Shape;8437;p61"/>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38" name="Google Shape;8438;p61"/>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39" name="Google Shape;8439;p61"/>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40" name="Google Shape;8440;p61"/>
          <p:cNvGrpSpPr/>
          <p:nvPr/>
        </p:nvGrpSpPr>
        <p:grpSpPr>
          <a:xfrm>
            <a:off x="4129937" y="3996769"/>
            <a:ext cx="326536" cy="268454"/>
            <a:chOff x="6242450" y="3252800"/>
            <a:chExt cx="484475" cy="398300"/>
          </a:xfrm>
        </p:grpSpPr>
        <p:sp>
          <p:nvSpPr>
            <p:cNvPr id="8441" name="Google Shape;8441;p61"/>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42" name="Google Shape;8442;p61"/>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43" name="Google Shape;8443;p61"/>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44" name="Google Shape;8444;p61"/>
          <p:cNvGrpSpPr/>
          <p:nvPr/>
        </p:nvGrpSpPr>
        <p:grpSpPr>
          <a:xfrm>
            <a:off x="5061598" y="3126102"/>
            <a:ext cx="298978" cy="340168"/>
            <a:chOff x="922025" y="3804850"/>
            <a:chExt cx="424625" cy="483125"/>
          </a:xfrm>
        </p:grpSpPr>
        <p:sp>
          <p:nvSpPr>
            <p:cNvPr id="8445" name="Google Shape;8445;p61"/>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46" name="Google Shape;8446;p61"/>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47" name="Google Shape;8447;p61"/>
          <p:cNvSpPr/>
          <p:nvPr/>
        </p:nvSpPr>
        <p:spPr>
          <a:xfrm>
            <a:off x="5469837" y="3125004"/>
            <a:ext cx="348301" cy="341418"/>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48" name="Google Shape;8448;p61"/>
          <p:cNvGrpSpPr/>
          <p:nvPr/>
        </p:nvGrpSpPr>
        <p:grpSpPr>
          <a:xfrm>
            <a:off x="5894327" y="3126102"/>
            <a:ext cx="312955" cy="340168"/>
            <a:chOff x="2100300" y="3804850"/>
            <a:chExt cx="444475" cy="483125"/>
          </a:xfrm>
        </p:grpSpPr>
        <p:sp>
          <p:nvSpPr>
            <p:cNvPr id="8449" name="Google Shape;8449;p61"/>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50" name="Google Shape;8450;p61"/>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51" name="Google Shape;8451;p61"/>
          <p:cNvGrpSpPr/>
          <p:nvPr/>
        </p:nvGrpSpPr>
        <p:grpSpPr>
          <a:xfrm>
            <a:off x="6317950" y="3126102"/>
            <a:ext cx="294261" cy="340168"/>
            <a:chOff x="2708700" y="3804850"/>
            <a:chExt cx="417925" cy="483125"/>
          </a:xfrm>
        </p:grpSpPr>
        <p:sp>
          <p:nvSpPr>
            <p:cNvPr id="8452" name="Google Shape;8452;p61"/>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53" name="Google Shape;8453;p61"/>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54" name="Google Shape;8454;p61"/>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55" name="Google Shape;8455;p61"/>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56" name="Google Shape;8456;p61"/>
          <p:cNvSpPr/>
          <p:nvPr/>
        </p:nvSpPr>
        <p:spPr>
          <a:xfrm>
            <a:off x="6712581" y="3166169"/>
            <a:ext cx="340168" cy="259074"/>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57" name="Google Shape;8457;p61"/>
          <p:cNvSpPr/>
          <p:nvPr/>
        </p:nvSpPr>
        <p:spPr>
          <a:xfrm>
            <a:off x="7139292" y="3125620"/>
            <a:ext cx="313870" cy="340186"/>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58" name="Google Shape;8458;p61"/>
          <p:cNvGrpSpPr/>
          <p:nvPr/>
        </p:nvGrpSpPr>
        <p:grpSpPr>
          <a:xfrm>
            <a:off x="7554825" y="3127378"/>
            <a:ext cx="331033" cy="337616"/>
            <a:chOff x="4467450" y="3808475"/>
            <a:chExt cx="470150" cy="479500"/>
          </a:xfrm>
        </p:grpSpPr>
        <p:sp>
          <p:nvSpPr>
            <p:cNvPr id="8459" name="Google Shape;8459;p61"/>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60" name="Google Shape;8460;p61"/>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61" name="Google Shape;8461;p61"/>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62" name="Google Shape;8462;p61"/>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63" name="Google Shape;8463;p61"/>
          <p:cNvGrpSpPr/>
          <p:nvPr/>
        </p:nvGrpSpPr>
        <p:grpSpPr>
          <a:xfrm>
            <a:off x="7975172" y="3126102"/>
            <a:ext cx="340186" cy="340168"/>
            <a:chOff x="5053900" y="3804850"/>
            <a:chExt cx="483150" cy="483125"/>
          </a:xfrm>
        </p:grpSpPr>
        <p:sp>
          <p:nvSpPr>
            <p:cNvPr id="8464" name="Google Shape;8464;p61"/>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65" name="Google Shape;8465;p61"/>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66" name="Google Shape;8466;p61"/>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67" name="Google Shape;8467;p61"/>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68" name="Google Shape;8468;p61"/>
          <p:cNvGrpSpPr/>
          <p:nvPr/>
        </p:nvGrpSpPr>
        <p:grpSpPr>
          <a:xfrm>
            <a:off x="6270890" y="3960912"/>
            <a:ext cx="340168" cy="340168"/>
            <a:chOff x="5648375" y="3804850"/>
            <a:chExt cx="483125" cy="483125"/>
          </a:xfrm>
        </p:grpSpPr>
        <p:sp>
          <p:nvSpPr>
            <p:cNvPr id="8469" name="Google Shape;8469;p61"/>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70" name="Google Shape;8470;p61"/>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71" name="Google Shape;8471;p61"/>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72" name="Google Shape;8472;p61"/>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73" name="Google Shape;8473;p61"/>
          <p:cNvGrpSpPr/>
          <p:nvPr/>
        </p:nvGrpSpPr>
        <p:grpSpPr>
          <a:xfrm>
            <a:off x="4560845" y="3973272"/>
            <a:ext cx="280923" cy="315449"/>
            <a:chOff x="6276025" y="3812400"/>
            <a:chExt cx="416800" cy="468025"/>
          </a:xfrm>
        </p:grpSpPr>
        <p:sp>
          <p:nvSpPr>
            <p:cNvPr id="8474" name="Google Shape;8474;p61"/>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75" name="Google Shape;8475;p61"/>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76" name="Google Shape;8476;p61"/>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77" name="Google Shape;8477;p61"/>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78" name="Google Shape;8478;p61"/>
          <p:cNvGrpSpPr/>
          <p:nvPr/>
        </p:nvGrpSpPr>
        <p:grpSpPr>
          <a:xfrm>
            <a:off x="5039779" y="3545089"/>
            <a:ext cx="342615" cy="340186"/>
            <a:chOff x="890400" y="4399350"/>
            <a:chExt cx="486600" cy="483150"/>
          </a:xfrm>
        </p:grpSpPr>
        <p:sp>
          <p:nvSpPr>
            <p:cNvPr id="8479" name="Google Shape;8479;p61"/>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80" name="Google Shape;8480;p61"/>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81" name="Google Shape;8481;p61"/>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82" name="Google Shape;8482;p61"/>
          <p:cNvGrpSpPr/>
          <p:nvPr/>
        </p:nvGrpSpPr>
        <p:grpSpPr>
          <a:xfrm>
            <a:off x="5474075" y="3560368"/>
            <a:ext cx="340168" cy="309628"/>
            <a:chOff x="1487200" y="4421025"/>
            <a:chExt cx="483125" cy="439750"/>
          </a:xfrm>
        </p:grpSpPr>
        <p:sp>
          <p:nvSpPr>
            <p:cNvPr id="8483" name="Google Shape;8483;p61"/>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84" name="Google Shape;8484;p61"/>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85" name="Google Shape;8485;p61"/>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86" name="Google Shape;8486;p61"/>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87" name="Google Shape;8487;p61"/>
          <p:cNvGrpSpPr/>
          <p:nvPr/>
        </p:nvGrpSpPr>
        <p:grpSpPr>
          <a:xfrm>
            <a:off x="5878353" y="3545107"/>
            <a:ext cx="344903" cy="340151"/>
            <a:chOff x="2079300" y="4399325"/>
            <a:chExt cx="489850" cy="483100"/>
          </a:xfrm>
        </p:grpSpPr>
        <p:sp>
          <p:nvSpPr>
            <p:cNvPr id="8488" name="Google Shape;8488;p61"/>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89" name="Google Shape;8489;p61"/>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90" name="Google Shape;8490;p61"/>
          <p:cNvSpPr/>
          <p:nvPr/>
        </p:nvSpPr>
        <p:spPr>
          <a:xfrm>
            <a:off x="6315243" y="3544569"/>
            <a:ext cx="299049" cy="340133"/>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91" name="Google Shape;8491;p61"/>
          <p:cNvGrpSpPr/>
          <p:nvPr/>
        </p:nvGrpSpPr>
        <p:grpSpPr>
          <a:xfrm>
            <a:off x="6744925" y="3545107"/>
            <a:ext cx="276236" cy="340151"/>
            <a:chOff x="3316000" y="4399325"/>
            <a:chExt cx="392325" cy="483100"/>
          </a:xfrm>
        </p:grpSpPr>
        <p:sp>
          <p:nvSpPr>
            <p:cNvPr id="8492" name="Google Shape;8492;p61"/>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93" name="Google Shape;8493;p61"/>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494" name="Google Shape;8494;p61"/>
          <p:cNvGrpSpPr/>
          <p:nvPr/>
        </p:nvGrpSpPr>
        <p:grpSpPr>
          <a:xfrm>
            <a:off x="7169665" y="3545089"/>
            <a:ext cx="254022" cy="340186"/>
            <a:chOff x="3926225" y="4399275"/>
            <a:chExt cx="360775" cy="483150"/>
          </a:xfrm>
        </p:grpSpPr>
        <p:sp>
          <p:nvSpPr>
            <p:cNvPr id="8495" name="Google Shape;8495;p61"/>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496" name="Google Shape;8496;p61"/>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497" name="Google Shape;8497;p61"/>
          <p:cNvSpPr/>
          <p:nvPr/>
        </p:nvSpPr>
        <p:spPr>
          <a:xfrm>
            <a:off x="7630119" y="3544578"/>
            <a:ext cx="179387" cy="340116"/>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8498" name="Google Shape;8498;p61"/>
          <p:cNvGrpSpPr/>
          <p:nvPr/>
        </p:nvGrpSpPr>
        <p:grpSpPr>
          <a:xfrm>
            <a:off x="7975224" y="3545151"/>
            <a:ext cx="340080" cy="340063"/>
            <a:chOff x="5053975" y="4399375"/>
            <a:chExt cx="483000" cy="482975"/>
          </a:xfrm>
        </p:grpSpPr>
        <p:sp>
          <p:nvSpPr>
            <p:cNvPr id="8499" name="Google Shape;8499;p61"/>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00" name="Google Shape;8500;p61"/>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01" name="Google Shape;8501;p61"/>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02" name="Google Shape;8502;p61"/>
          <p:cNvGrpSpPr/>
          <p:nvPr/>
        </p:nvGrpSpPr>
        <p:grpSpPr>
          <a:xfrm>
            <a:off x="6715417" y="3960912"/>
            <a:ext cx="340168" cy="340168"/>
            <a:chOff x="5648375" y="4399300"/>
            <a:chExt cx="483125" cy="483125"/>
          </a:xfrm>
        </p:grpSpPr>
        <p:sp>
          <p:nvSpPr>
            <p:cNvPr id="8503" name="Google Shape;8503;p61"/>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04" name="Google Shape;8504;p61"/>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05" name="Google Shape;8505;p61"/>
          <p:cNvGrpSpPr/>
          <p:nvPr/>
        </p:nvGrpSpPr>
        <p:grpSpPr>
          <a:xfrm>
            <a:off x="4946140" y="3979624"/>
            <a:ext cx="330007" cy="302744"/>
            <a:chOff x="6239575" y="4416275"/>
            <a:chExt cx="489625" cy="449175"/>
          </a:xfrm>
        </p:grpSpPr>
        <p:sp>
          <p:nvSpPr>
            <p:cNvPr id="8506" name="Google Shape;8506;p61"/>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07" name="Google Shape;8507;p61"/>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08" name="Google Shape;8508;p61"/>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09" name="Google Shape;8509;p61"/>
          <p:cNvGrpSpPr/>
          <p:nvPr/>
        </p:nvGrpSpPr>
        <p:grpSpPr>
          <a:xfrm>
            <a:off x="2049419" y="3976879"/>
            <a:ext cx="308234" cy="308234"/>
            <a:chOff x="892750" y="4993750"/>
            <a:chExt cx="483125" cy="483125"/>
          </a:xfrm>
        </p:grpSpPr>
        <p:sp>
          <p:nvSpPr>
            <p:cNvPr id="8510" name="Google Shape;8510;p61"/>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11" name="Google Shape;8511;p61"/>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12" name="Google Shape;8512;p61"/>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13" name="Google Shape;8513;p61"/>
          <p:cNvGrpSpPr/>
          <p:nvPr/>
        </p:nvGrpSpPr>
        <p:grpSpPr>
          <a:xfrm>
            <a:off x="853427" y="3984006"/>
            <a:ext cx="293982" cy="293982"/>
            <a:chOff x="2676100" y="4993750"/>
            <a:chExt cx="483125" cy="483125"/>
          </a:xfrm>
        </p:grpSpPr>
        <p:sp>
          <p:nvSpPr>
            <p:cNvPr id="8514" name="Google Shape;8514;p61"/>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15" name="Google Shape;8515;p61"/>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16" name="Google Shape;8516;p61"/>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17" name="Google Shape;8517;p61"/>
          <p:cNvGrpSpPr/>
          <p:nvPr/>
        </p:nvGrpSpPr>
        <p:grpSpPr>
          <a:xfrm>
            <a:off x="3287244" y="3976879"/>
            <a:ext cx="308234" cy="308234"/>
            <a:chOff x="3270550" y="4993750"/>
            <a:chExt cx="483125" cy="483125"/>
          </a:xfrm>
        </p:grpSpPr>
        <p:sp>
          <p:nvSpPr>
            <p:cNvPr id="8518" name="Google Shape;8518;p61"/>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19" name="Google Shape;8519;p61"/>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20" name="Google Shape;8520;p61"/>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21" name="Google Shape;8521;p61"/>
          <p:cNvGrpSpPr/>
          <p:nvPr/>
        </p:nvGrpSpPr>
        <p:grpSpPr>
          <a:xfrm>
            <a:off x="1271279" y="3983960"/>
            <a:ext cx="293997" cy="294073"/>
            <a:chOff x="4459450" y="4993700"/>
            <a:chExt cx="483150" cy="483275"/>
          </a:xfrm>
        </p:grpSpPr>
        <p:sp>
          <p:nvSpPr>
            <p:cNvPr id="8522" name="Google Shape;8522;p61"/>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23" name="Google Shape;8523;p61"/>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24" name="Google Shape;8524;p61"/>
          <p:cNvGrpSpPr/>
          <p:nvPr/>
        </p:nvGrpSpPr>
        <p:grpSpPr>
          <a:xfrm>
            <a:off x="2462028" y="3976879"/>
            <a:ext cx="308234" cy="308234"/>
            <a:chOff x="1487200" y="4993750"/>
            <a:chExt cx="483125" cy="483125"/>
          </a:xfrm>
        </p:grpSpPr>
        <p:sp>
          <p:nvSpPr>
            <p:cNvPr id="8525" name="Google Shape;8525;p61"/>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26" name="Google Shape;8526;p61"/>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27" name="Google Shape;8527;p61"/>
          <p:cNvGrpSpPr/>
          <p:nvPr/>
        </p:nvGrpSpPr>
        <p:grpSpPr>
          <a:xfrm>
            <a:off x="2874638" y="3976879"/>
            <a:ext cx="308234" cy="308234"/>
            <a:chOff x="2081650" y="4993750"/>
            <a:chExt cx="483125" cy="483125"/>
          </a:xfrm>
        </p:grpSpPr>
        <p:sp>
          <p:nvSpPr>
            <p:cNvPr id="8528" name="Google Shape;8528;p61"/>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29" name="Google Shape;8529;p61"/>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8530" name="Google Shape;8530;p61"/>
          <p:cNvGrpSpPr/>
          <p:nvPr/>
        </p:nvGrpSpPr>
        <p:grpSpPr>
          <a:xfrm>
            <a:off x="1651280" y="3983960"/>
            <a:ext cx="293997" cy="294073"/>
            <a:chOff x="5053900" y="4993700"/>
            <a:chExt cx="483150" cy="483275"/>
          </a:xfrm>
        </p:grpSpPr>
        <p:sp>
          <p:nvSpPr>
            <p:cNvPr id="8531" name="Google Shape;8531;p61"/>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8532" name="Google Shape;8532;p61"/>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8533" name="Google Shape;8533;p61"/>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solidFill>
                <a:schemeClr val="lt1"/>
              </a:solidFill>
            </a:endParaRPr>
          </a:p>
        </p:txBody>
      </p:sp>
      <p:grpSp>
        <p:nvGrpSpPr>
          <p:cNvPr id="8534" name="Google Shape;8534;p61"/>
          <p:cNvGrpSpPr/>
          <p:nvPr/>
        </p:nvGrpSpPr>
        <p:grpSpPr>
          <a:xfrm>
            <a:off x="7159962" y="3960299"/>
            <a:ext cx="195401" cy="341395"/>
            <a:chOff x="1426400" y="1814750"/>
            <a:chExt cx="407850" cy="712575"/>
          </a:xfrm>
        </p:grpSpPr>
        <p:sp>
          <p:nvSpPr>
            <p:cNvPr id="8535" name="Google Shape;8535;p61"/>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chemeClr val="dk2"/>
            </a:solidFill>
            <a:ln w="1905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1"/>
            <p:cNvSpPr/>
            <p:nvPr/>
          </p:nvSpPr>
          <p:spPr>
            <a:xfrm>
              <a:off x="1631125" y="2222650"/>
              <a:ext cx="25" cy="304675"/>
            </a:xfrm>
            <a:custGeom>
              <a:avLst/>
              <a:gdLst/>
              <a:ahLst/>
              <a:cxnLst/>
              <a:rect l="l" t="t" r="r" b="b"/>
              <a:pathLst>
                <a:path w="1" h="12187" fill="none" extrusionOk="0">
                  <a:moveTo>
                    <a:pt x="1" y="1"/>
                  </a:moveTo>
                  <a:lnTo>
                    <a:pt x="1" y="12187"/>
                  </a:lnTo>
                </a:path>
              </a:pathLst>
            </a:custGeom>
            <a:solidFill>
              <a:schemeClr val="dk2"/>
            </a:solidFill>
            <a:ln w="1905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1"/>
            <p:cNvSpPr/>
            <p:nvPr/>
          </p:nvSpPr>
          <p:spPr>
            <a:xfrm>
              <a:off x="1529575" y="2425750"/>
              <a:ext cx="203125" cy="25"/>
            </a:xfrm>
            <a:custGeom>
              <a:avLst/>
              <a:gdLst/>
              <a:ahLst/>
              <a:cxnLst/>
              <a:rect l="l" t="t" r="r" b="b"/>
              <a:pathLst>
                <a:path w="8125" h="1" fill="none" extrusionOk="0">
                  <a:moveTo>
                    <a:pt x="1" y="1"/>
                  </a:moveTo>
                  <a:lnTo>
                    <a:pt x="8125" y="1"/>
                  </a:lnTo>
                </a:path>
              </a:pathLst>
            </a:custGeom>
            <a:solidFill>
              <a:schemeClr val="dk2"/>
            </a:solidFill>
            <a:ln w="1905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61"/>
          <p:cNvGrpSpPr/>
          <p:nvPr/>
        </p:nvGrpSpPr>
        <p:grpSpPr>
          <a:xfrm>
            <a:off x="7494377" y="3991261"/>
            <a:ext cx="279423" cy="279471"/>
            <a:chOff x="1910075" y="2021700"/>
            <a:chExt cx="583225" cy="583325"/>
          </a:xfrm>
        </p:grpSpPr>
        <p:sp>
          <p:nvSpPr>
            <p:cNvPr id="8539" name="Google Shape;8539;p61"/>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chemeClr val="dk2"/>
            </a:solidFill>
            <a:ln w="1905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1"/>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chemeClr val="dk2"/>
            </a:solidFill>
            <a:ln w="1905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1"/>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chemeClr val="dk2"/>
            </a:solidFill>
            <a:ln w="1905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2" name="Google Shape;8542;p61"/>
          <p:cNvGrpSpPr/>
          <p:nvPr/>
        </p:nvGrpSpPr>
        <p:grpSpPr>
          <a:xfrm>
            <a:off x="7912814" y="4026678"/>
            <a:ext cx="392874" cy="208636"/>
            <a:chOff x="2749275" y="2099575"/>
            <a:chExt cx="820025" cy="435475"/>
          </a:xfrm>
        </p:grpSpPr>
        <p:sp>
          <p:nvSpPr>
            <p:cNvPr id="8543" name="Google Shape;8543;p61"/>
            <p:cNvSpPr/>
            <p:nvPr/>
          </p:nvSpPr>
          <p:spPr>
            <a:xfrm>
              <a:off x="3163375" y="2317300"/>
              <a:ext cx="389050" cy="25"/>
            </a:xfrm>
            <a:custGeom>
              <a:avLst/>
              <a:gdLst/>
              <a:ahLst/>
              <a:cxnLst/>
              <a:rect l="l" t="t" r="r" b="b"/>
              <a:pathLst>
                <a:path w="15562" h="1" fill="none" extrusionOk="0">
                  <a:moveTo>
                    <a:pt x="15562" y="1"/>
                  </a:moveTo>
                  <a:lnTo>
                    <a:pt x="1" y="1"/>
                  </a:lnTo>
                </a:path>
              </a:pathLst>
            </a:custGeom>
            <a:solidFill>
              <a:schemeClr val="dk2"/>
            </a:solidFill>
            <a:ln w="19050" cap="sq" cmpd="sng">
              <a:solidFill>
                <a:schemeClr val="dk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1"/>
            <p:cNvSpPr/>
            <p:nvPr/>
          </p:nvSpPr>
          <p:spPr>
            <a:xfrm>
              <a:off x="3299975" y="2175125"/>
              <a:ext cx="25" cy="284375"/>
            </a:xfrm>
            <a:custGeom>
              <a:avLst/>
              <a:gdLst/>
              <a:ahLst/>
              <a:cxnLst/>
              <a:rect l="l" t="t" r="r" b="b"/>
              <a:pathLst>
                <a:path w="1" h="11375" fill="none" extrusionOk="0">
                  <a:moveTo>
                    <a:pt x="0" y="1"/>
                  </a:moveTo>
                  <a:lnTo>
                    <a:pt x="0" y="11374"/>
                  </a:lnTo>
                </a:path>
              </a:pathLst>
            </a:custGeom>
            <a:solidFill>
              <a:schemeClr val="dk2"/>
            </a:solidFill>
            <a:ln w="19050" cap="rnd" cmpd="sng">
              <a:solidFill>
                <a:schemeClr val="dk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1"/>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chemeClr val="dk2"/>
            </a:solidFill>
            <a:ln w="1905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1"/>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chemeClr val="dk2"/>
            </a:solidFill>
            <a:ln w="19050" cap="sq" cmpd="sng">
              <a:solidFill>
                <a:schemeClr val="dk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550"/>
        <p:cNvGrpSpPr/>
        <p:nvPr/>
      </p:nvGrpSpPr>
      <p:grpSpPr>
        <a:xfrm>
          <a:off x="0" y="0"/>
          <a:ext cx="0" cy="0"/>
          <a:chOff x="0" y="0"/>
          <a:chExt cx="0" cy="0"/>
        </a:xfrm>
      </p:grpSpPr>
      <p:sp>
        <p:nvSpPr>
          <p:cNvPr id="8551" name="Google Shape;8551;p62"/>
          <p:cNvSpPr/>
          <p:nvPr/>
        </p:nvSpPr>
        <p:spPr>
          <a:xfrm>
            <a:off x="844100" y="1313085"/>
            <a:ext cx="323667" cy="373560"/>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2"/>
          <p:cNvSpPr/>
          <p:nvPr/>
        </p:nvSpPr>
        <p:spPr>
          <a:xfrm>
            <a:off x="844104" y="1777691"/>
            <a:ext cx="383008" cy="338738"/>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2"/>
          <p:cNvSpPr/>
          <p:nvPr/>
        </p:nvSpPr>
        <p:spPr>
          <a:xfrm>
            <a:off x="852434" y="2207474"/>
            <a:ext cx="366348" cy="373412"/>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54" name="Google Shape;8554;p62"/>
          <p:cNvGrpSpPr/>
          <p:nvPr/>
        </p:nvGrpSpPr>
        <p:grpSpPr>
          <a:xfrm>
            <a:off x="2987728" y="1340982"/>
            <a:ext cx="371882" cy="373766"/>
            <a:chOff x="-41270450" y="1973375"/>
            <a:chExt cx="315850" cy="317450"/>
          </a:xfrm>
        </p:grpSpPr>
        <p:sp>
          <p:nvSpPr>
            <p:cNvPr id="8555" name="Google Shape;8555;p62"/>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2"/>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62"/>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2"/>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9" name="Google Shape;8559;p62"/>
          <p:cNvGrpSpPr/>
          <p:nvPr/>
        </p:nvGrpSpPr>
        <p:grpSpPr>
          <a:xfrm>
            <a:off x="3005407" y="1787939"/>
            <a:ext cx="395871" cy="372088"/>
            <a:chOff x="-41291625" y="2339025"/>
            <a:chExt cx="336225" cy="316025"/>
          </a:xfrm>
        </p:grpSpPr>
        <p:sp>
          <p:nvSpPr>
            <p:cNvPr id="8560" name="Google Shape;8560;p62"/>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2"/>
            <p:cNvSpPr/>
            <p:nvPr/>
          </p:nvSpPr>
          <p:spPr>
            <a:xfrm>
              <a:off x="-41234225" y="2620800"/>
              <a:ext cx="25" cy="25"/>
            </a:xfrm>
            <a:custGeom>
              <a:avLst/>
              <a:gdLst/>
              <a:ahLst/>
              <a:cxnLst/>
              <a:rect l="l" t="t" r="r" b="b"/>
              <a:pathLst>
                <a:path w="1"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62" name="Google Shape;8562;p62"/>
          <p:cNvSpPr/>
          <p:nvPr/>
        </p:nvSpPr>
        <p:spPr>
          <a:xfrm>
            <a:off x="2982027" y="1974953"/>
            <a:ext cx="0" cy="29"/>
          </a:xfrm>
          <a:custGeom>
            <a:avLst/>
            <a:gdLst/>
            <a:ahLst/>
            <a:cxnLst/>
            <a:rect l="l" t="t" r="r" b="b"/>
            <a:pathLst>
              <a:path h="1" extrusionOk="0">
                <a:moveTo>
                  <a:pt x="0"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62"/>
          <p:cNvSpPr/>
          <p:nvPr/>
        </p:nvSpPr>
        <p:spPr>
          <a:xfrm>
            <a:off x="3016426" y="2220227"/>
            <a:ext cx="376503" cy="373442"/>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62"/>
          <p:cNvSpPr/>
          <p:nvPr/>
        </p:nvSpPr>
        <p:spPr>
          <a:xfrm>
            <a:off x="1807487" y="2656925"/>
            <a:ext cx="231859" cy="372824"/>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2"/>
          <p:cNvSpPr/>
          <p:nvPr/>
        </p:nvSpPr>
        <p:spPr>
          <a:xfrm>
            <a:off x="1759274" y="3086955"/>
            <a:ext cx="328289" cy="374914"/>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2"/>
          <p:cNvSpPr/>
          <p:nvPr/>
        </p:nvSpPr>
        <p:spPr>
          <a:xfrm>
            <a:off x="1735189" y="3580990"/>
            <a:ext cx="372824" cy="374060"/>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62"/>
          <p:cNvSpPr/>
          <p:nvPr/>
        </p:nvSpPr>
        <p:spPr>
          <a:xfrm>
            <a:off x="3953247" y="2657160"/>
            <a:ext cx="374678" cy="372353"/>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68" name="Google Shape;8568;p62"/>
          <p:cNvGrpSpPr/>
          <p:nvPr/>
        </p:nvGrpSpPr>
        <p:grpSpPr>
          <a:xfrm>
            <a:off x="1229534" y="1312990"/>
            <a:ext cx="396931" cy="373147"/>
            <a:chOff x="-42804750" y="1949600"/>
            <a:chExt cx="337125" cy="316925"/>
          </a:xfrm>
        </p:grpSpPr>
        <p:sp>
          <p:nvSpPr>
            <p:cNvPr id="8569" name="Google Shape;8569;p62"/>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2"/>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2"/>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2" name="Google Shape;8572;p62"/>
          <p:cNvGrpSpPr/>
          <p:nvPr/>
        </p:nvGrpSpPr>
        <p:grpSpPr>
          <a:xfrm>
            <a:off x="1292211" y="1765686"/>
            <a:ext cx="335706" cy="364258"/>
            <a:chOff x="-42778750" y="2320125"/>
            <a:chExt cx="285125" cy="309375"/>
          </a:xfrm>
        </p:grpSpPr>
        <p:sp>
          <p:nvSpPr>
            <p:cNvPr id="8573" name="Google Shape;8573;p62"/>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2"/>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5" name="Google Shape;8575;p62"/>
          <p:cNvGrpSpPr/>
          <p:nvPr/>
        </p:nvGrpSpPr>
        <p:grpSpPr>
          <a:xfrm>
            <a:off x="1269879" y="2212691"/>
            <a:ext cx="375591" cy="374678"/>
            <a:chOff x="-42796875" y="2680675"/>
            <a:chExt cx="319000" cy="318225"/>
          </a:xfrm>
        </p:grpSpPr>
        <p:sp>
          <p:nvSpPr>
            <p:cNvPr id="8576" name="Google Shape;8576;p62"/>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2"/>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2"/>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2"/>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2"/>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81" name="Google Shape;8581;p62"/>
          <p:cNvSpPr/>
          <p:nvPr/>
        </p:nvSpPr>
        <p:spPr>
          <a:xfrm>
            <a:off x="3439644" y="1338604"/>
            <a:ext cx="375591" cy="373030"/>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62"/>
          <p:cNvSpPr/>
          <p:nvPr/>
        </p:nvSpPr>
        <p:spPr>
          <a:xfrm>
            <a:off x="3459773" y="1820072"/>
            <a:ext cx="380241" cy="318104"/>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62"/>
          <p:cNvSpPr/>
          <p:nvPr/>
        </p:nvSpPr>
        <p:spPr>
          <a:xfrm>
            <a:off x="3469303" y="2220227"/>
            <a:ext cx="375620" cy="372441"/>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2"/>
          <p:cNvSpPr/>
          <p:nvPr/>
        </p:nvSpPr>
        <p:spPr>
          <a:xfrm>
            <a:off x="2230466" y="2656925"/>
            <a:ext cx="268977" cy="370969"/>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85" name="Google Shape;8585;p62"/>
          <p:cNvGrpSpPr/>
          <p:nvPr/>
        </p:nvGrpSpPr>
        <p:grpSpPr>
          <a:xfrm>
            <a:off x="2168150" y="3090966"/>
            <a:ext cx="390426" cy="369586"/>
            <a:chOff x="-39055650" y="2315975"/>
            <a:chExt cx="331600" cy="313900"/>
          </a:xfrm>
        </p:grpSpPr>
        <p:sp>
          <p:nvSpPr>
            <p:cNvPr id="8586" name="Google Shape;8586;p62"/>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2"/>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88" name="Google Shape;8588;p62"/>
          <p:cNvSpPr/>
          <p:nvPr/>
        </p:nvSpPr>
        <p:spPr>
          <a:xfrm>
            <a:off x="2174857" y="3608968"/>
            <a:ext cx="374649" cy="318104"/>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2"/>
          <p:cNvSpPr/>
          <p:nvPr/>
        </p:nvSpPr>
        <p:spPr>
          <a:xfrm>
            <a:off x="3995440" y="3076300"/>
            <a:ext cx="290288" cy="375355"/>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90" name="Google Shape;8590;p62"/>
          <p:cNvGrpSpPr/>
          <p:nvPr/>
        </p:nvGrpSpPr>
        <p:grpSpPr>
          <a:xfrm>
            <a:off x="1659816" y="1313166"/>
            <a:ext cx="380241" cy="371793"/>
            <a:chOff x="-42430625" y="1949750"/>
            <a:chExt cx="322950" cy="315775"/>
          </a:xfrm>
        </p:grpSpPr>
        <p:sp>
          <p:nvSpPr>
            <p:cNvPr id="8591" name="Google Shape;8591;p62"/>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62"/>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2"/>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62"/>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95" name="Google Shape;8595;p62"/>
          <p:cNvSpPr/>
          <p:nvPr/>
        </p:nvSpPr>
        <p:spPr>
          <a:xfrm>
            <a:off x="1719036" y="1760733"/>
            <a:ext cx="324609" cy="372824"/>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2"/>
          <p:cNvSpPr/>
          <p:nvPr/>
        </p:nvSpPr>
        <p:spPr>
          <a:xfrm>
            <a:off x="1696509" y="2193177"/>
            <a:ext cx="370057" cy="372647"/>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2"/>
          <p:cNvSpPr/>
          <p:nvPr/>
        </p:nvSpPr>
        <p:spPr>
          <a:xfrm>
            <a:off x="3917021" y="1347405"/>
            <a:ext cx="373766" cy="340357"/>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62"/>
          <p:cNvSpPr/>
          <p:nvPr/>
        </p:nvSpPr>
        <p:spPr>
          <a:xfrm>
            <a:off x="3936416" y="1786694"/>
            <a:ext cx="379329" cy="373766"/>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2"/>
          <p:cNvSpPr/>
          <p:nvPr/>
        </p:nvSpPr>
        <p:spPr>
          <a:xfrm>
            <a:off x="3906859" y="2219020"/>
            <a:ext cx="373766" cy="373736"/>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2"/>
          <p:cNvSpPr/>
          <p:nvPr/>
        </p:nvSpPr>
        <p:spPr>
          <a:xfrm>
            <a:off x="2616350" y="2653893"/>
            <a:ext cx="374678" cy="375620"/>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01" name="Google Shape;8601;p62"/>
          <p:cNvGrpSpPr/>
          <p:nvPr/>
        </p:nvGrpSpPr>
        <p:grpSpPr>
          <a:xfrm>
            <a:off x="2623344" y="3089112"/>
            <a:ext cx="372824" cy="372058"/>
            <a:chOff x="-38686275" y="2314400"/>
            <a:chExt cx="316650" cy="316000"/>
          </a:xfrm>
        </p:grpSpPr>
        <p:sp>
          <p:nvSpPr>
            <p:cNvPr id="8602" name="Google Shape;8602;p62"/>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2"/>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4" name="Google Shape;8604;p62"/>
          <p:cNvGrpSpPr/>
          <p:nvPr/>
        </p:nvGrpSpPr>
        <p:grpSpPr>
          <a:xfrm>
            <a:off x="2621946" y="3581152"/>
            <a:ext cx="375620" cy="373736"/>
            <a:chOff x="-38686275" y="2682250"/>
            <a:chExt cx="319025" cy="317425"/>
          </a:xfrm>
        </p:grpSpPr>
        <p:sp>
          <p:nvSpPr>
            <p:cNvPr id="8605" name="Google Shape;8605;p62"/>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2"/>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2"/>
          <p:cNvGrpSpPr/>
          <p:nvPr/>
        </p:nvGrpSpPr>
        <p:grpSpPr>
          <a:xfrm>
            <a:off x="3940328" y="3579695"/>
            <a:ext cx="391368" cy="376650"/>
            <a:chOff x="-37534750" y="2668075"/>
            <a:chExt cx="332400" cy="319900"/>
          </a:xfrm>
        </p:grpSpPr>
        <p:sp>
          <p:nvSpPr>
            <p:cNvPr id="8608" name="Google Shape;8608;p62"/>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2"/>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0" name="Google Shape;8610;p62"/>
          <p:cNvSpPr/>
          <p:nvPr/>
        </p:nvSpPr>
        <p:spPr>
          <a:xfrm>
            <a:off x="2106751" y="1312408"/>
            <a:ext cx="375591" cy="372588"/>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1" name="Google Shape;8611;p62"/>
          <p:cNvGrpSpPr/>
          <p:nvPr/>
        </p:nvGrpSpPr>
        <p:grpSpPr>
          <a:xfrm>
            <a:off x="2131694" y="1760829"/>
            <a:ext cx="375591" cy="374060"/>
            <a:chOff x="-42062025" y="2316000"/>
            <a:chExt cx="319000" cy="317700"/>
          </a:xfrm>
        </p:grpSpPr>
        <p:sp>
          <p:nvSpPr>
            <p:cNvPr id="8612" name="Google Shape;8612;p62"/>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62"/>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4" name="Google Shape;8614;p62"/>
          <p:cNvSpPr/>
          <p:nvPr/>
        </p:nvSpPr>
        <p:spPr>
          <a:xfrm>
            <a:off x="2135027" y="2192264"/>
            <a:ext cx="378387" cy="375296"/>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5" name="Google Shape;8615;p62"/>
          <p:cNvGrpSpPr/>
          <p:nvPr/>
        </p:nvGrpSpPr>
        <p:grpSpPr>
          <a:xfrm>
            <a:off x="876569" y="2671933"/>
            <a:ext cx="330143" cy="368173"/>
            <a:chOff x="-40150450" y="1977325"/>
            <a:chExt cx="280400" cy="312700"/>
          </a:xfrm>
        </p:grpSpPr>
        <p:sp>
          <p:nvSpPr>
            <p:cNvPr id="8616" name="Google Shape;8616;p62"/>
            <p:cNvSpPr/>
            <p:nvPr/>
          </p:nvSpPr>
          <p:spPr>
            <a:xfrm>
              <a:off x="-40052800" y="2041125"/>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2"/>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62"/>
            <p:cNvSpPr/>
            <p:nvPr/>
          </p:nvSpPr>
          <p:spPr>
            <a:xfrm>
              <a:off x="-39925200" y="2108075"/>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2"/>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0" name="Google Shape;8620;p62"/>
          <p:cNvGrpSpPr/>
          <p:nvPr/>
        </p:nvGrpSpPr>
        <p:grpSpPr>
          <a:xfrm>
            <a:off x="870534" y="3131151"/>
            <a:ext cx="342211" cy="372824"/>
            <a:chOff x="-40160700" y="2339625"/>
            <a:chExt cx="290650" cy="316650"/>
          </a:xfrm>
        </p:grpSpPr>
        <p:sp>
          <p:nvSpPr>
            <p:cNvPr id="8621" name="Google Shape;8621;p62"/>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2"/>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2"/>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2"/>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5" name="Google Shape;8625;p62"/>
          <p:cNvGrpSpPr/>
          <p:nvPr/>
        </p:nvGrpSpPr>
        <p:grpSpPr>
          <a:xfrm>
            <a:off x="852359" y="3581608"/>
            <a:ext cx="375591" cy="372824"/>
            <a:chOff x="-40171725" y="2705875"/>
            <a:chExt cx="319000" cy="316650"/>
          </a:xfrm>
        </p:grpSpPr>
        <p:sp>
          <p:nvSpPr>
            <p:cNvPr id="8626" name="Google Shape;8626;p62"/>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2"/>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8" name="Google Shape;8628;p62"/>
          <p:cNvGrpSpPr/>
          <p:nvPr/>
        </p:nvGrpSpPr>
        <p:grpSpPr>
          <a:xfrm>
            <a:off x="3109957" y="2656064"/>
            <a:ext cx="272686" cy="373766"/>
            <a:chOff x="-38275925" y="1946600"/>
            <a:chExt cx="231600" cy="317450"/>
          </a:xfrm>
        </p:grpSpPr>
        <p:sp>
          <p:nvSpPr>
            <p:cNvPr id="8629" name="Google Shape;8629;p62"/>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62"/>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31" name="Google Shape;8631;p62"/>
          <p:cNvSpPr/>
          <p:nvPr/>
        </p:nvSpPr>
        <p:spPr>
          <a:xfrm>
            <a:off x="3057873" y="3087779"/>
            <a:ext cx="374678" cy="374089"/>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62"/>
          <p:cNvSpPr/>
          <p:nvPr/>
        </p:nvSpPr>
        <p:spPr>
          <a:xfrm>
            <a:off x="3137950" y="3580681"/>
            <a:ext cx="219821" cy="374678"/>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33" name="Google Shape;8633;p62"/>
          <p:cNvGrpSpPr/>
          <p:nvPr/>
        </p:nvGrpSpPr>
        <p:grpSpPr>
          <a:xfrm>
            <a:off x="2173841" y="4053505"/>
            <a:ext cx="382096" cy="371911"/>
            <a:chOff x="-37190575" y="1951325"/>
            <a:chExt cx="324525" cy="315875"/>
          </a:xfrm>
        </p:grpSpPr>
        <p:sp>
          <p:nvSpPr>
            <p:cNvPr id="8634" name="Google Shape;8634;p62"/>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2"/>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62"/>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2"/>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2"/>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39" name="Google Shape;8639;p62"/>
          <p:cNvSpPr/>
          <p:nvPr/>
        </p:nvSpPr>
        <p:spPr>
          <a:xfrm>
            <a:off x="2541596" y="1310554"/>
            <a:ext cx="378387" cy="373736"/>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0" name="Google Shape;8640;p62"/>
          <p:cNvGrpSpPr/>
          <p:nvPr/>
        </p:nvGrpSpPr>
        <p:grpSpPr>
          <a:xfrm>
            <a:off x="2574144" y="1839656"/>
            <a:ext cx="373736" cy="293055"/>
            <a:chOff x="-41694200" y="2382950"/>
            <a:chExt cx="317425" cy="248900"/>
          </a:xfrm>
        </p:grpSpPr>
        <p:sp>
          <p:nvSpPr>
            <p:cNvPr id="8641" name="Google Shape;8641;p62"/>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2"/>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3" name="Google Shape;8643;p62"/>
          <p:cNvGrpSpPr/>
          <p:nvPr/>
        </p:nvGrpSpPr>
        <p:grpSpPr>
          <a:xfrm>
            <a:off x="2570967" y="2192964"/>
            <a:ext cx="375591" cy="373766"/>
            <a:chOff x="-41695775" y="2683025"/>
            <a:chExt cx="319000" cy="317450"/>
          </a:xfrm>
        </p:grpSpPr>
        <p:sp>
          <p:nvSpPr>
            <p:cNvPr id="8644" name="Google Shape;8644;p62"/>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2"/>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62"/>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7" name="Google Shape;8647;p62"/>
          <p:cNvGrpSpPr/>
          <p:nvPr/>
        </p:nvGrpSpPr>
        <p:grpSpPr>
          <a:xfrm>
            <a:off x="1313266" y="2685734"/>
            <a:ext cx="342211" cy="375620"/>
            <a:chOff x="-39792875" y="1971800"/>
            <a:chExt cx="290650" cy="319025"/>
          </a:xfrm>
        </p:grpSpPr>
        <p:sp>
          <p:nvSpPr>
            <p:cNvPr id="8648" name="Google Shape;8648;p62"/>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2"/>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50" name="Google Shape;8650;p62"/>
          <p:cNvSpPr/>
          <p:nvPr/>
        </p:nvSpPr>
        <p:spPr>
          <a:xfrm>
            <a:off x="1296433" y="3581387"/>
            <a:ext cx="371911" cy="373265"/>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51" name="Google Shape;8651;p62"/>
          <p:cNvGrpSpPr/>
          <p:nvPr/>
        </p:nvGrpSpPr>
        <p:grpSpPr>
          <a:xfrm>
            <a:off x="3490328" y="2657918"/>
            <a:ext cx="383950" cy="372618"/>
            <a:chOff x="-37956150" y="1948175"/>
            <a:chExt cx="326100" cy="316475"/>
          </a:xfrm>
        </p:grpSpPr>
        <p:sp>
          <p:nvSpPr>
            <p:cNvPr id="8652" name="Google Shape;8652;p62"/>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2"/>
            <p:cNvSpPr/>
            <p:nvPr/>
          </p:nvSpPr>
          <p:spPr>
            <a:xfrm>
              <a:off x="-37729300" y="2054500"/>
              <a:ext cx="25" cy="25"/>
            </a:xfrm>
            <a:custGeom>
              <a:avLst/>
              <a:gdLst/>
              <a:ahLst/>
              <a:cxnLst/>
              <a:rect l="l" t="t" r="r" b="b"/>
              <a:pathLst>
                <a:path w="1"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2"/>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5" name="Google Shape;8655;p62"/>
          <p:cNvGrpSpPr/>
          <p:nvPr/>
        </p:nvGrpSpPr>
        <p:grpSpPr>
          <a:xfrm>
            <a:off x="1323705" y="3133960"/>
            <a:ext cx="324609" cy="374825"/>
            <a:chOff x="-39783425" y="2337925"/>
            <a:chExt cx="275700" cy="318350"/>
          </a:xfrm>
        </p:grpSpPr>
        <p:sp>
          <p:nvSpPr>
            <p:cNvPr id="8656" name="Google Shape;8656;p62"/>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2"/>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62"/>
          <p:cNvGrpSpPr/>
          <p:nvPr/>
        </p:nvGrpSpPr>
        <p:grpSpPr>
          <a:xfrm>
            <a:off x="3497847" y="3165172"/>
            <a:ext cx="375620" cy="243015"/>
            <a:chOff x="-37953000" y="2379000"/>
            <a:chExt cx="319025" cy="206400"/>
          </a:xfrm>
        </p:grpSpPr>
        <p:sp>
          <p:nvSpPr>
            <p:cNvPr id="8659" name="Google Shape;8659;p62"/>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2"/>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62"/>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62"/>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2"/>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64" name="Google Shape;8664;p62"/>
          <p:cNvSpPr/>
          <p:nvPr/>
        </p:nvSpPr>
        <p:spPr>
          <a:xfrm>
            <a:off x="3490950" y="3580681"/>
            <a:ext cx="385805" cy="374678"/>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2"/>
          <p:cNvSpPr/>
          <p:nvPr/>
        </p:nvSpPr>
        <p:spPr>
          <a:xfrm>
            <a:off x="2669201" y="4052562"/>
            <a:ext cx="268977" cy="373766"/>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2"/>
          <p:cNvSpPr txBox="1">
            <a:spLocks noGrp="1"/>
          </p:cNvSpPr>
          <p:nvPr>
            <p:ph type="title" idx="4294967295"/>
          </p:nvPr>
        </p:nvSpPr>
        <p:spPr>
          <a:xfrm>
            <a:off x="849675" y="511017"/>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Educational Icons</a:t>
            </a:r>
            <a:endParaRPr>
              <a:solidFill>
                <a:schemeClr val="lt1"/>
              </a:solidFill>
              <a:latin typeface="Arial"/>
              <a:ea typeface="Arial"/>
              <a:cs typeface="Arial"/>
              <a:sym typeface="Arial"/>
            </a:endParaRPr>
          </a:p>
        </p:txBody>
      </p:sp>
      <p:sp>
        <p:nvSpPr>
          <p:cNvPr id="8667" name="Google Shape;8667;p62"/>
          <p:cNvSpPr txBox="1">
            <a:spLocks noGrp="1"/>
          </p:cNvSpPr>
          <p:nvPr>
            <p:ph type="title" idx="4294967295"/>
          </p:nvPr>
        </p:nvSpPr>
        <p:spPr>
          <a:xfrm>
            <a:off x="4858400" y="511017"/>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Medical Icons</a:t>
            </a:r>
            <a:endParaRPr>
              <a:solidFill>
                <a:schemeClr val="lt1"/>
              </a:solidFill>
              <a:latin typeface="Arial"/>
              <a:ea typeface="Arial"/>
              <a:cs typeface="Arial"/>
              <a:sym typeface="Arial"/>
            </a:endParaRPr>
          </a:p>
        </p:txBody>
      </p:sp>
      <p:sp>
        <p:nvSpPr>
          <p:cNvPr id="8668" name="Google Shape;8668;p62"/>
          <p:cNvSpPr/>
          <p:nvPr/>
        </p:nvSpPr>
        <p:spPr>
          <a:xfrm>
            <a:off x="4856545" y="1355406"/>
            <a:ext cx="353180" cy="314589"/>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69" name="Google Shape;8669;p62"/>
          <p:cNvGrpSpPr/>
          <p:nvPr/>
        </p:nvGrpSpPr>
        <p:grpSpPr>
          <a:xfrm>
            <a:off x="4855594" y="1782519"/>
            <a:ext cx="354107" cy="355063"/>
            <a:chOff x="-28467625" y="2331750"/>
            <a:chExt cx="296150" cy="296950"/>
          </a:xfrm>
        </p:grpSpPr>
        <p:sp>
          <p:nvSpPr>
            <p:cNvPr id="8670" name="Google Shape;8670;p62"/>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2"/>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2" name="Google Shape;8672;p62"/>
          <p:cNvGrpSpPr/>
          <p:nvPr/>
        </p:nvGrpSpPr>
        <p:grpSpPr>
          <a:xfrm>
            <a:off x="4869719" y="2225601"/>
            <a:ext cx="325858" cy="351327"/>
            <a:chOff x="-28461325" y="2701925"/>
            <a:chExt cx="272525" cy="293825"/>
          </a:xfrm>
        </p:grpSpPr>
        <p:sp>
          <p:nvSpPr>
            <p:cNvPr id="8673" name="Google Shape;8673;p62"/>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2"/>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2"/>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6" name="Google Shape;8676;p62"/>
          <p:cNvGrpSpPr/>
          <p:nvPr/>
        </p:nvGrpSpPr>
        <p:grpSpPr>
          <a:xfrm>
            <a:off x="7093910" y="1399238"/>
            <a:ext cx="354107" cy="226974"/>
            <a:chOff x="-26585200" y="2025375"/>
            <a:chExt cx="296150" cy="189825"/>
          </a:xfrm>
        </p:grpSpPr>
        <p:sp>
          <p:nvSpPr>
            <p:cNvPr id="8677" name="Google Shape;8677;p62"/>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2"/>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2"/>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2"/>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2"/>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2" name="Google Shape;8682;p62"/>
          <p:cNvGrpSpPr/>
          <p:nvPr/>
        </p:nvGrpSpPr>
        <p:grpSpPr>
          <a:xfrm>
            <a:off x="7094373" y="1783461"/>
            <a:ext cx="353180" cy="353180"/>
            <a:chOff x="-26584425" y="2340425"/>
            <a:chExt cx="295375" cy="295375"/>
          </a:xfrm>
        </p:grpSpPr>
        <p:sp>
          <p:nvSpPr>
            <p:cNvPr id="8683" name="Google Shape;8683;p62"/>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2"/>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2"/>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62"/>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2"/>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8" name="Google Shape;8688;p62"/>
          <p:cNvGrpSpPr/>
          <p:nvPr/>
        </p:nvGrpSpPr>
        <p:grpSpPr>
          <a:xfrm>
            <a:off x="7089202" y="2224555"/>
            <a:ext cx="363523" cy="353419"/>
            <a:chOff x="-26585200" y="2710400"/>
            <a:chExt cx="304025" cy="295575"/>
          </a:xfrm>
        </p:grpSpPr>
        <p:sp>
          <p:nvSpPr>
            <p:cNvPr id="8689" name="Google Shape;8689;p62"/>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2"/>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2"/>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2"/>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2"/>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2"/>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2"/>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2"/>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2"/>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2"/>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2"/>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2"/>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1" name="Google Shape;8701;p62"/>
          <p:cNvGrpSpPr/>
          <p:nvPr/>
        </p:nvGrpSpPr>
        <p:grpSpPr>
          <a:xfrm>
            <a:off x="5744337" y="2666033"/>
            <a:ext cx="354136" cy="353210"/>
            <a:chOff x="-24709875" y="1970225"/>
            <a:chExt cx="296175" cy="295400"/>
          </a:xfrm>
        </p:grpSpPr>
        <p:sp>
          <p:nvSpPr>
            <p:cNvPr id="8702" name="Google Shape;8702;p62"/>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2"/>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4" name="Google Shape;8704;p62"/>
          <p:cNvGrpSpPr/>
          <p:nvPr/>
        </p:nvGrpSpPr>
        <p:grpSpPr>
          <a:xfrm>
            <a:off x="5776352" y="3112911"/>
            <a:ext cx="290107" cy="354107"/>
            <a:chOff x="-24683100" y="2340425"/>
            <a:chExt cx="242625" cy="296150"/>
          </a:xfrm>
        </p:grpSpPr>
        <p:sp>
          <p:nvSpPr>
            <p:cNvPr id="8705" name="Google Shape;8705;p62"/>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2"/>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2"/>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2"/>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09" name="Google Shape;8709;p62"/>
          <p:cNvSpPr/>
          <p:nvPr/>
        </p:nvSpPr>
        <p:spPr>
          <a:xfrm>
            <a:off x="5776789" y="3554076"/>
            <a:ext cx="290077" cy="354136"/>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10" name="Google Shape;8710;p62"/>
          <p:cNvGrpSpPr/>
          <p:nvPr/>
        </p:nvGrpSpPr>
        <p:grpSpPr>
          <a:xfrm>
            <a:off x="7982594" y="2666033"/>
            <a:ext cx="360713" cy="353210"/>
            <a:chOff x="-22881800" y="1971800"/>
            <a:chExt cx="301675" cy="295400"/>
          </a:xfrm>
        </p:grpSpPr>
        <p:sp>
          <p:nvSpPr>
            <p:cNvPr id="8711" name="Google Shape;8711;p62"/>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2"/>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2"/>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2"/>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2"/>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62"/>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17" name="Google Shape;8717;p62"/>
          <p:cNvSpPr/>
          <p:nvPr/>
        </p:nvSpPr>
        <p:spPr>
          <a:xfrm>
            <a:off x="5316091" y="1335633"/>
            <a:ext cx="314589" cy="354136"/>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2"/>
          <p:cNvSpPr/>
          <p:nvPr/>
        </p:nvSpPr>
        <p:spPr>
          <a:xfrm>
            <a:off x="5294434" y="1783074"/>
            <a:ext cx="357903" cy="353897"/>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19" name="Google Shape;8719;p62"/>
          <p:cNvGrpSpPr/>
          <p:nvPr/>
        </p:nvGrpSpPr>
        <p:grpSpPr>
          <a:xfrm>
            <a:off x="5358939" y="2224196"/>
            <a:ext cx="227930" cy="354136"/>
            <a:chOff x="-28043900" y="2701925"/>
            <a:chExt cx="190625" cy="296175"/>
          </a:xfrm>
        </p:grpSpPr>
        <p:sp>
          <p:nvSpPr>
            <p:cNvPr id="8720" name="Google Shape;8720;p62"/>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2"/>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2"/>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2"/>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2"/>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5" name="Google Shape;8725;p62"/>
          <p:cNvGrpSpPr/>
          <p:nvPr/>
        </p:nvGrpSpPr>
        <p:grpSpPr>
          <a:xfrm>
            <a:off x="7531805" y="1336135"/>
            <a:ext cx="354136" cy="353180"/>
            <a:chOff x="-26215025" y="1971025"/>
            <a:chExt cx="296175" cy="295375"/>
          </a:xfrm>
        </p:grpSpPr>
        <p:sp>
          <p:nvSpPr>
            <p:cNvPr id="8726" name="Google Shape;8726;p62"/>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62"/>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2"/>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2"/>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2"/>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2"/>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2"/>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2"/>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4" name="Google Shape;8734;p62"/>
          <p:cNvGrpSpPr/>
          <p:nvPr/>
        </p:nvGrpSpPr>
        <p:grpSpPr>
          <a:xfrm>
            <a:off x="7531327" y="1783924"/>
            <a:ext cx="355093" cy="352253"/>
            <a:chOff x="-26215825" y="2341200"/>
            <a:chExt cx="296975" cy="294600"/>
          </a:xfrm>
        </p:grpSpPr>
        <p:sp>
          <p:nvSpPr>
            <p:cNvPr id="8735" name="Google Shape;8735;p62"/>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2"/>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7" name="Google Shape;8737;p62"/>
          <p:cNvGrpSpPr/>
          <p:nvPr/>
        </p:nvGrpSpPr>
        <p:grpSpPr>
          <a:xfrm>
            <a:off x="7563357" y="2224674"/>
            <a:ext cx="291033" cy="353180"/>
            <a:chOff x="-26179575" y="2710600"/>
            <a:chExt cx="243400" cy="295375"/>
          </a:xfrm>
        </p:grpSpPr>
        <p:sp>
          <p:nvSpPr>
            <p:cNvPr id="8738" name="Google Shape;8738;p62"/>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2"/>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2"/>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1" name="Google Shape;8741;p62"/>
          <p:cNvGrpSpPr/>
          <p:nvPr/>
        </p:nvGrpSpPr>
        <p:grpSpPr>
          <a:xfrm>
            <a:off x="6202417" y="2666048"/>
            <a:ext cx="337187" cy="353180"/>
            <a:chOff x="-24328675" y="1971025"/>
            <a:chExt cx="282000" cy="295375"/>
          </a:xfrm>
        </p:grpSpPr>
        <p:sp>
          <p:nvSpPr>
            <p:cNvPr id="8742" name="Google Shape;8742;p62"/>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2"/>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4" name="Google Shape;8744;p62"/>
          <p:cNvGrpSpPr/>
          <p:nvPr/>
        </p:nvGrpSpPr>
        <p:grpSpPr>
          <a:xfrm>
            <a:off x="6204778" y="3113374"/>
            <a:ext cx="332464" cy="353180"/>
            <a:chOff x="-24330250" y="2340425"/>
            <a:chExt cx="278050" cy="295375"/>
          </a:xfrm>
        </p:grpSpPr>
        <p:sp>
          <p:nvSpPr>
            <p:cNvPr id="8745" name="Google Shape;8745;p62"/>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2"/>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2"/>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2"/>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2"/>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2"/>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2"/>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2" name="Google Shape;8752;p62"/>
          <p:cNvGrpSpPr/>
          <p:nvPr/>
        </p:nvGrpSpPr>
        <p:grpSpPr>
          <a:xfrm>
            <a:off x="6194420" y="3554587"/>
            <a:ext cx="353180" cy="353180"/>
            <a:chOff x="-24338900" y="2710600"/>
            <a:chExt cx="295375" cy="295375"/>
          </a:xfrm>
        </p:grpSpPr>
        <p:sp>
          <p:nvSpPr>
            <p:cNvPr id="8753" name="Google Shape;8753;p62"/>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2"/>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5" name="Google Shape;8755;p62"/>
          <p:cNvGrpSpPr/>
          <p:nvPr/>
        </p:nvGrpSpPr>
        <p:grpSpPr>
          <a:xfrm>
            <a:off x="7985419" y="3113972"/>
            <a:ext cx="355063" cy="351984"/>
            <a:chOff x="-22859750" y="2335900"/>
            <a:chExt cx="296950" cy="294375"/>
          </a:xfrm>
        </p:grpSpPr>
        <p:sp>
          <p:nvSpPr>
            <p:cNvPr id="8756" name="Google Shape;8756;p62"/>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2"/>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2"/>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9" name="Google Shape;8759;p62"/>
          <p:cNvGrpSpPr/>
          <p:nvPr/>
        </p:nvGrpSpPr>
        <p:grpSpPr>
          <a:xfrm>
            <a:off x="5764767" y="1336120"/>
            <a:ext cx="311749" cy="353210"/>
            <a:chOff x="-27710725" y="1959200"/>
            <a:chExt cx="260725" cy="295400"/>
          </a:xfrm>
        </p:grpSpPr>
        <p:sp>
          <p:nvSpPr>
            <p:cNvPr id="8760" name="Google Shape;8760;p62"/>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2"/>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2" name="Google Shape;8762;p62"/>
          <p:cNvGrpSpPr/>
          <p:nvPr/>
        </p:nvGrpSpPr>
        <p:grpSpPr>
          <a:xfrm>
            <a:off x="5742631" y="1844666"/>
            <a:ext cx="356020" cy="230770"/>
            <a:chOff x="-27728850" y="2382950"/>
            <a:chExt cx="297750" cy="193000"/>
          </a:xfrm>
        </p:grpSpPr>
        <p:sp>
          <p:nvSpPr>
            <p:cNvPr id="8763" name="Google Shape;8763;p62"/>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62"/>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62"/>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66" name="Google Shape;8766;p62"/>
          <p:cNvSpPr/>
          <p:nvPr/>
        </p:nvSpPr>
        <p:spPr>
          <a:xfrm>
            <a:off x="5743569" y="2230994"/>
            <a:ext cx="355093" cy="340476"/>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2"/>
          <p:cNvSpPr/>
          <p:nvPr/>
        </p:nvSpPr>
        <p:spPr>
          <a:xfrm>
            <a:off x="7974417" y="1335633"/>
            <a:ext cx="354136" cy="354136"/>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68" name="Google Shape;8768;p62"/>
          <p:cNvGrpSpPr/>
          <p:nvPr/>
        </p:nvGrpSpPr>
        <p:grpSpPr>
          <a:xfrm>
            <a:off x="7973975" y="1792877"/>
            <a:ext cx="354136" cy="334348"/>
            <a:chOff x="-25844850" y="2357750"/>
            <a:chExt cx="296175" cy="279625"/>
          </a:xfrm>
        </p:grpSpPr>
        <p:sp>
          <p:nvSpPr>
            <p:cNvPr id="8769" name="Google Shape;8769;p62"/>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2"/>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2"/>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62"/>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2"/>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2"/>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75" name="Google Shape;8775;p62"/>
          <p:cNvSpPr/>
          <p:nvPr/>
        </p:nvSpPr>
        <p:spPr>
          <a:xfrm>
            <a:off x="7972071" y="2224283"/>
            <a:ext cx="358830" cy="353897"/>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76" name="Google Shape;8776;p62"/>
          <p:cNvGrpSpPr/>
          <p:nvPr/>
        </p:nvGrpSpPr>
        <p:grpSpPr>
          <a:xfrm>
            <a:off x="6702883" y="2666033"/>
            <a:ext cx="228887" cy="353210"/>
            <a:chOff x="-23917525" y="1970225"/>
            <a:chExt cx="191425" cy="295400"/>
          </a:xfrm>
        </p:grpSpPr>
        <p:sp>
          <p:nvSpPr>
            <p:cNvPr id="8777" name="Google Shape;8777;p62"/>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2"/>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2"/>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0" name="Google Shape;8780;p62"/>
          <p:cNvGrpSpPr/>
          <p:nvPr/>
        </p:nvGrpSpPr>
        <p:grpSpPr>
          <a:xfrm>
            <a:off x="6658164" y="3112911"/>
            <a:ext cx="318325" cy="354107"/>
            <a:chOff x="-23952175" y="2340425"/>
            <a:chExt cx="266225" cy="296150"/>
          </a:xfrm>
        </p:grpSpPr>
        <p:sp>
          <p:nvSpPr>
            <p:cNvPr id="8781" name="Google Shape;8781;p62"/>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2"/>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83" name="Google Shape;8783;p62"/>
          <p:cNvSpPr/>
          <p:nvPr/>
        </p:nvSpPr>
        <p:spPr>
          <a:xfrm>
            <a:off x="6631253" y="3554898"/>
            <a:ext cx="372969" cy="352492"/>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84" name="Google Shape;8784;p62"/>
          <p:cNvGrpSpPr/>
          <p:nvPr/>
        </p:nvGrpSpPr>
        <p:grpSpPr>
          <a:xfrm>
            <a:off x="8043336" y="3553167"/>
            <a:ext cx="239230" cy="356020"/>
            <a:chOff x="-22811700" y="2700350"/>
            <a:chExt cx="200075" cy="297750"/>
          </a:xfrm>
        </p:grpSpPr>
        <p:sp>
          <p:nvSpPr>
            <p:cNvPr id="8785" name="Google Shape;8785;p62"/>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2"/>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2"/>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8" name="Google Shape;8788;p62"/>
          <p:cNvGrpSpPr/>
          <p:nvPr/>
        </p:nvGrpSpPr>
        <p:grpSpPr>
          <a:xfrm>
            <a:off x="6191787" y="1335656"/>
            <a:ext cx="355063" cy="354136"/>
            <a:chOff x="-27358650" y="1961575"/>
            <a:chExt cx="296950" cy="296175"/>
          </a:xfrm>
        </p:grpSpPr>
        <p:sp>
          <p:nvSpPr>
            <p:cNvPr id="8789" name="Google Shape;8789;p62"/>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2"/>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91" name="Google Shape;8791;p62"/>
          <p:cNvSpPr/>
          <p:nvPr/>
        </p:nvSpPr>
        <p:spPr>
          <a:xfrm>
            <a:off x="6233686" y="1783403"/>
            <a:ext cx="272201" cy="353240"/>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2"/>
          <p:cNvSpPr/>
          <p:nvPr/>
        </p:nvSpPr>
        <p:spPr>
          <a:xfrm>
            <a:off x="6192255" y="2224163"/>
            <a:ext cx="355063" cy="354136"/>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93" name="Google Shape;8793;p62"/>
          <p:cNvGrpSpPr/>
          <p:nvPr/>
        </p:nvGrpSpPr>
        <p:grpSpPr>
          <a:xfrm>
            <a:off x="7090357" y="2666048"/>
            <a:ext cx="354136" cy="353180"/>
            <a:chOff x="-23599325" y="1971025"/>
            <a:chExt cx="296175" cy="295375"/>
          </a:xfrm>
        </p:grpSpPr>
        <p:sp>
          <p:nvSpPr>
            <p:cNvPr id="8794" name="Google Shape;8794;p62"/>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2"/>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96" name="Google Shape;8796;p62"/>
          <p:cNvSpPr/>
          <p:nvPr/>
        </p:nvSpPr>
        <p:spPr>
          <a:xfrm>
            <a:off x="7091239" y="3112404"/>
            <a:ext cx="353180" cy="355063"/>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2"/>
          <p:cNvSpPr/>
          <p:nvPr/>
        </p:nvSpPr>
        <p:spPr>
          <a:xfrm>
            <a:off x="7088877" y="3565376"/>
            <a:ext cx="357903" cy="331538"/>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2"/>
          <p:cNvSpPr/>
          <p:nvPr/>
        </p:nvSpPr>
        <p:spPr>
          <a:xfrm>
            <a:off x="6191949" y="4047139"/>
            <a:ext cx="356020" cy="354136"/>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99" name="Google Shape;8799;p62"/>
          <p:cNvGrpSpPr/>
          <p:nvPr/>
        </p:nvGrpSpPr>
        <p:grpSpPr>
          <a:xfrm>
            <a:off x="6634801" y="1335776"/>
            <a:ext cx="360713" cy="353897"/>
            <a:chOff x="-26993200" y="1961775"/>
            <a:chExt cx="301675" cy="295975"/>
          </a:xfrm>
        </p:grpSpPr>
        <p:sp>
          <p:nvSpPr>
            <p:cNvPr id="8800" name="Google Shape;8800;p62"/>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62"/>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2"/>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3" name="Google Shape;8803;p62"/>
          <p:cNvGrpSpPr/>
          <p:nvPr/>
        </p:nvGrpSpPr>
        <p:grpSpPr>
          <a:xfrm>
            <a:off x="6659761" y="1783461"/>
            <a:ext cx="310792" cy="353180"/>
            <a:chOff x="-26970350" y="2332550"/>
            <a:chExt cx="259925" cy="295375"/>
          </a:xfrm>
        </p:grpSpPr>
        <p:sp>
          <p:nvSpPr>
            <p:cNvPr id="8804" name="Google Shape;8804;p62"/>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2"/>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6" name="Google Shape;8806;p62"/>
          <p:cNvGrpSpPr/>
          <p:nvPr/>
        </p:nvGrpSpPr>
        <p:grpSpPr>
          <a:xfrm>
            <a:off x="6639046" y="2256226"/>
            <a:ext cx="352223" cy="290077"/>
            <a:chOff x="-26986100" y="2735800"/>
            <a:chExt cx="294575" cy="242600"/>
          </a:xfrm>
        </p:grpSpPr>
        <p:sp>
          <p:nvSpPr>
            <p:cNvPr id="8807" name="Google Shape;8807;p62"/>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2"/>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9" name="Google Shape;8809;p62"/>
          <p:cNvGrpSpPr/>
          <p:nvPr/>
        </p:nvGrpSpPr>
        <p:grpSpPr>
          <a:xfrm>
            <a:off x="7538093" y="2665569"/>
            <a:ext cx="355063" cy="354136"/>
            <a:chOff x="-23229925" y="1970225"/>
            <a:chExt cx="296950" cy="296175"/>
          </a:xfrm>
        </p:grpSpPr>
        <p:sp>
          <p:nvSpPr>
            <p:cNvPr id="8810" name="Google Shape;8810;p62"/>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2"/>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2"/>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2"/>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4" name="Google Shape;8814;p62"/>
          <p:cNvGrpSpPr/>
          <p:nvPr/>
        </p:nvGrpSpPr>
        <p:grpSpPr>
          <a:xfrm>
            <a:off x="7580466" y="3112432"/>
            <a:ext cx="270318" cy="355063"/>
            <a:chOff x="-23177950" y="2340425"/>
            <a:chExt cx="226075" cy="296950"/>
          </a:xfrm>
        </p:grpSpPr>
        <p:sp>
          <p:nvSpPr>
            <p:cNvPr id="8815" name="Google Shape;8815;p62"/>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2"/>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62"/>
          <p:cNvGrpSpPr/>
          <p:nvPr/>
        </p:nvGrpSpPr>
        <p:grpSpPr>
          <a:xfrm>
            <a:off x="7538556" y="3554109"/>
            <a:ext cx="354136" cy="354136"/>
            <a:chOff x="-23229150" y="2710600"/>
            <a:chExt cx="296175" cy="296175"/>
          </a:xfrm>
        </p:grpSpPr>
        <p:sp>
          <p:nvSpPr>
            <p:cNvPr id="8818" name="Google Shape;8818;p62"/>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2"/>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0" name="Google Shape;8820;p62"/>
          <p:cNvSpPr/>
          <p:nvPr/>
        </p:nvSpPr>
        <p:spPr>
          <a:xfrm>
            <a:off x="6640549" y="4047621"/>
            <a:ext cx="354136" cy="353180"/>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2"/>
          <p:cNvSpPr/>
          <p:nvPr/>
        </p:nvSpPr>
        <p:spPr>
          <a:xfrm>
            <a:off x="4873479" y="2666487"/>
            <a:ext cx="322122" cy="352253"/>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2" name="Google Shape;8822;p62"/>
          <p:cNvGrpSpPr/>
          <p:nvPr/>
        </p:nvGrpSpPr>
        <p:grpSpPr>
          <a:xfrm>
            <a:off x="4855631" y="3123732"/>
            <a:ext cx="356946" cy="332464"/>
            <a:chOff x="-25477800" y="2357750"/>
            <a:chExt cx="298525" cy="278050"/>
          </a:xfrm>
        </p:grpSpPr>
        <p:sp>
          <p:nvSpPr>
            <p:cNvPr id="8823" name="Google Shape;8823;p62"/>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2"/>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5" name="Google Shape;8825;p62"/>
          <p:cNvSpPr/>
          <p:nvPr/>
        </p:nvSpPr>
        <p:spPr>
          <a:xfrm>
            <a:off x="4857009" y="3554480"/>
            <a:ext cx="355063" cy="353329"/>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2"/>
          <p:cNvSpPr/>
          <p:nvPr/>
        </p:nvSpPr>
        <p:spPr>
          <a:xfrm>
            <a:off x="5298694" y="2666024"/>
            <a:ext cx="353180" cy="353180"/>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7" name="Google Shape;8827;p62"/>
          <p:cNvGrpSpPr/>
          <p:nvPr/>
        </p:nvGrpSpPr>
        <p:grpSpPr>
          <a:xfrm>
            <a:off x="5298265" y="3112911"/>
            <a:ext cx="353180" cy="354107"/>
            <a:chOff x="-25104475" y="2340425"/>
            <a:chExt cx="295375" cy="296150"/>
          </a:xfrm>
        </p:grpSpPr>
        <p:sp>
          <p:nvSpPr>
            <p:cNvPr id="8828" name="Google Shape;8828;p62"/>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2"/>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2"/>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62"/>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2"/>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62"/>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2"/>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2"/>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2"/>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37" name="Google Shape;8837;p62"/>
          <p:cNvSpPr/>
          <p:nvPr/>
        </p:nvSpPr>
        <p:spPr>
          <a:xfrm>
            <a:off x="5296811" y="3599288"/>
            <a:ext cx="356946" cy="263712"/>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38" name="Google Shape;8838;p62"/>
          <p:cNvGrpSpPr/>
          <p:nvPr/>
        </p:nvGrpSpPr>
        <p:grpSpPr>
          <a:xfrm>
            <a:off x="4855594" y="1782519"/>
            <a:ext cx="354107" cy="355063"/>
            <a:chOff x="-28467625" y="2331750"/>
            <a:chExt cx="296150" cy="296950"/>
          </a:xfrm>
        </p:grpSpPr>
        <p:sp>
          <p:nvSpPr>
            <p:cNvPr id="8839" name="Google Shape;8839;p62"/>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2"/>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844"/>
        <p:cNvGrpSpPr/>
        <p:nvPr/>
      </p:nvGrpSpPr>
      <p:grpSpPr>
        <a:xfrm>
          <a:off x="0" y="0"/>
          <a:ext cx="0" cy="0"/>
          <a:chOff x="0" y="0"/>
          <a:chExt cx="0" cy="0"/>
        </a:xfrm>
      </p:grpSpPr>
      <p:sp>
        <p:nvSpPr>
          <p:cNvPr id="8845" name="Google Shape;8845;p63"/>
          <p:cNvSpPr txBox="1">
            <a:spLocks noGrp="1"/>
          </p:cNvSpPr>
          <p:nvPr>
            <p:ph type="title" idx="4294967295"/>
          </p:nvPr>
        </p:nvSpPr>
        <p:spPr>
          <a:xfrm>
            <a:off x="849675" y="5110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Business Icons</a:t>
            </a:r>
            <a:endParaRPr>
              <a:solidFill>
                <a:schemeClr val="lt1"/>
              </a:solidFill>
              <a:latin typeface="Arial"/>
              <a:ea typeface="Arial"/>
              <a:cs typeface="Arial"/>
              <a:sym typeface="Arial"/>
            </a:endParaRPr>
          </a:p>
        </p:txBody>
      </p:sp>
      <p:sp>
        <p:nvSpPr>
          <p:cNvPr id="8846" name="Google Shape;8846;p63"/>
          <p:cNvSpPr txBox="1">
            <a:spLocks noGrp="1"/>
          </p:cNvSpPr>
          <p:nvPr>
            <p:ph type="title" idx="4294967295"/>
          </p:nvPr>
        </p:nvSpPr>
        <p:spPr>
          <a:xfrm>
            <a:off x="4858400" y="5110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Teamwork Icons</a:t>
            </a:r>
            <a:endParaRPr>
              <a:solidFill>
                <a:schemeClr val="lt1"/>
              </a:solidFill>
              <a:latin typeface="Arial"/>
              <a:ea typeface="Arial"/>
              <a:cs typeface="Arial"/>
              <a:sym typeface="Arial"/>
            </a:endParaRPr>
          </a:p>
        </p:txBody>
      </p:sp>
      <p:grpSp>
        <p:nvGrpSpPr>
          <p:cNvPr id="8847" name="Google Shape;8847;p63"/>
          <p:cNvGrpSpPr/>
          <p:nvPr/>
        </p:nvGrpSpPr>
        <p:grpSpPr>
          <a:xfrm>
            <a:off x="854368" y="1313920"/>
            <a:ext cx="366269" cy="366240"/>
            <a:chOff x="-65131525" y="1914325"/>
            <a:chExt cx="316650" cy="316625"/>
          </a:xfrm>
        </p:grpSpPr>
        <p:sp>
          <p:nvSpPr>
            <p:cNvPr id="8848" name="Google Shape;8848;p63"/>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3"/>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0" name="Google Shape;8850;p63"/>
          <p:cNvGrpSpPr/>
          <p:nvPr/>
        </p:nvGrpSpPr>
        <p:grpSpPr>
          <a:xfrm>
            <a:off x="854368" y="1794207"/>
            <a:ext cx="366269" cy="366269"/>
            <a:chOff x="-65131525" y="2281350"/>
            <a:chExt cx="316650" cy="316650"/>
          </a:xfrm>
        </p:grpSpPr>
        <p:sp>
          <p:nvSpPr>
            <p:cNvPr id="8851" name="Google Shape;8851;p63"/>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3"/>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3" name="Google Shape;8853;p63"/>
          <p:cNvGrpSpPr/>
          <p:nvPr/>
        </p:nvGrpSpPr>
        <p:grpSpPr>
          <a:xfrm>
            <a:off x="857564" y="2259206"/>
            <a:ext cx="359878" cy="367165"/>
            <a:chOff x="-65129950" y="2646800"/>
            <a:chExt cx="311125" cy="317425"/>
          </a:xfrm>
        </p:grpSpPr>
        <p:sp>
          <p:nvSpPr>
            <p:cNvPr id="8854" name="Google Shape;8854;p63"/>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3"/>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6" name="Google Shape;8856;p63"/>
          <p:cNvGrpSpPr/>
          <p:nvPr/>
        </p:nvGrpSpPr>
        <p:grpSpPr>
          <a:xfrm>
            <a:off x="3060897" y="1312532"/>
            <a:ext cx="368987" cy="369016"/>
            <a:chOff x="-63252250" y="1930850"/>
            <a:chExt cx="319000" cy="319025"/>
          </a:xfrm>
        </p:grpSpPr>
        <p:sp>
          <p:nvSpPr>
            <p:cNvPr id="8857" name="Google Shape;8857;p63"/>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3"/>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59" name="Google Shape;8859;p63"/>
          <p:cNvSpPr/>
          <p:nvPr/>
        </p:nvSpPr>
        <p:spPr>
          <a:xfrm>
            <a:off x="3052893" y="1793369"/>
            <a:ext cx="372371" cy="367946"/>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0" name="Google Shape;8860;p63"/>
          <p:cNvGrpSpPr/>
          <p:nvPr/>
        </p:nvGrpSpPr>
        <p:grpSpPr>
          <a:xfrm>
            <a:off x="3061808" y="2258743"/>
            <a:ext cx="367165" cy="368091"/>
            <a:chOff x="-63250675" y="2664125"/>
            <a:chExt cx="317425" cy="318225"/>
          </a:xfrm>
        </p:grpSpPr>
        <p:sp>
          <p:nvSpPr>
            <p:cNvPr id="8861" name="Google Shape;8861;p63"/>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3"/>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3" name="Google Shape;8863;p63"/>
          <p:cNvGrpSpPr/>
          <p:nvPr/>
        </p:nvGrpSpPr>
        <p:grpSpPr>
          <a:xfrm>
            <a:off x="1738471" y="2735150"/>
            <a:ext cx="363522" cy="361266"/>
            <a:chOff x="-61354075" y="1940500"/>
            <a:chExt cx="314275" cy="312325"/>
          </a:xfrm>
        </p:grpSpPr>
        <p:sp>
          <p:nvSpPr>
            <p:cNvPr id="8864" name="Google Shape;8864;p63"/>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3"/>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3"/>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3"/>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8" name="Google Shape;8868;p63"/>
          <p:cNvGrpSpPr/>
          <p:nvPr/>
        </p:nvGrpSpPr>
        <p:grpSpPr>
          <a:xfrm>
            <a:off x="1737098" y="3183702"/>
            <a:ext cx="366269" cy="336195"/>
            <a:chOff x="-61354875" y="2322300"/>
            <a:chExt cx="316650" cy="290650"/>
          </a:xfrm>
        </p:grpSpPr>
        <p:sp>
          <p:nvSpPr>
            <p:cNvPr id="8869" name="Google Shape;8869;p63"/>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3"/>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3"/>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2" name="Google Shape;8872;p63"/>
          <p:cNvGrpSpPr/>
          <p:nvPr/>
        </p:nvGrpSpPr>
        <p:grpSpPr>
          <a:xfrm>
            <a:off x="1737098" y="3611266"/>
            <a:ext cx="366269" cy="366269"/>
            <a:chOff x="-61354875" y="2671225"/>
            <a:chExt cx="316650" cy="316650"/>
          </a:xfrm>
        </p:grpSpPr>
        <p:sp>
          <p:nvSpPr>
            <p:cNvPr id="8873" name="Google Shape;8873;p63"/>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63"/>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3"/>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3"/>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3"/>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8" name="Google Shape;8878;p63"/>
          <p:cNvGrpSpPr/>
          <p:nvPr/>
        </p:nvGrpSpPr>
        <p:grpSpPr>
          <a:xfrm>
            <a:off x="3952502" y="2731001"/>
            <a:ext cx="368987" cy="369566"/>
            <a:chOff x="-59502375" y="1904375"/>
            <a:chExt cx="319000" cy="319500"/>
          </a:xfrm>
        </p:grpSpPr>
        <p:sp>
          <p:nvSpPr>
            <p:cNvPr id="8879" name="Google Shape;8879;p63"/>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3"/>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63"/>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2" name="Google Shape;8882;p63"/>
          <p:cNvGrpSpPr/>
          <p:nvPr/>
        </p:nvGrpSpPr>
        <p:grpSpPr>
          <a:xfrm>
            <a:off x="1298621" y="1315207"/>
            <a:ext cx="368987" cy="363666"/>
            <a:chOff x="-64774725" y="1916550"/>
            <a:chExt cx="319000" cy="314400"/>
          </a:xfrm>
        </p:grpSpPr>
        <p:sp>
          <p:nvSpPr>
            <p:cNvPr id="8883" name="Google Shape;8883;p63"/>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3"/>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5" name="Google Shape;8885;p63"/>
          <p:cNvGrpSpPr/>
          <p:nvPr/>
        </p:nvGrpSpPr>
        <p:grpSpPr>
          <a:xfrm>
            <a:off x="1299979" y="1792386"/>
            <a:ext cx="366269" cy="369913"/>
            <a:chOff x="-64764500" y="2280550"/>
            <a:chExt cx="316650" cy="319800"/>
          </a:xfrm>
        </p:grpSpPr>
        <p:sp>
          <p:nvSpPr>
            <p:cNvPr id="8886" name="Google Shape;8886;p63"/>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3"/>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88" name="Google Shape;8888;p63"/>
          <p:cNvSpPr/>
          <p:nvPr/>
        </p:nvSpPr>
        <p:spPr>
          <a:xfrm>
            <a:off x="1316753" y="2259654"/>
            <a:ext cx="319799" cy="366269"/>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89" name="Google Shape;8889;p63"/>
          <p:cNvGrpSpPr/>
          <p:nvPr/>
        </p:nvGrpSpPr>
        <p:grpSpPr>
          <a:xfrm>
            <a:off x="3512023" y="1352163"/>
            <a:ext cx="365344" cy="289753"/>
            <a:chOff x="-62882850" y="1999375"/>
            <a:chExt cx="315850" cy="250500"/>
          </a:xfrm>
        </p:grpSpPr>
        <p:sp>
          <p:nvSpPr>
            <p:cNvPr id="8890" name="Google Shape;8890;p63"/>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3"/>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2" name="Google Shape;8892;p63"/>
          <p:cNvGrpSpPr/>
          <p:nvPr/>
        </p:nvGrpSpPr>
        <p:grpSpPr>
          <a:xfrm>
            <a:off x="3503362" y="1793745"/>
            <a:ext cx="382665" cy="367194"/>
            <a:chOff x="-62890750" y="2296300"/>
            <a:chExt cx="330825" cy="317450"/>
          </a:xfrm>
        </p:grpSpPr>
        <p:sp>
          <p:nvSpPr>
            <p:cNvPr id="8893" name="Google Shape;8893;p63"/>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3"/>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3"/>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6" name="Google Shape;8896;p63"/>
          <p:cNvGrpSpPr/>
          <p:nvPr/>
        </p:nvGrpSpPr>
        <p:grpSpPr>
          <a:xfrm>
            <a:off x="3512023" y="2259206"/>
            <a:ext cx="365344" cy="367165"/>
            <a:chOff x="-62882850" y="2664925"/>
            <a:chExt cx="315850" cy="317425"/>
          </a:xfrm>
        </p:grpSpPr>
        <p:sp>
          <p:nvSpPr>
            <p:cNvPr id="8897" name="Google Shape;8897;p63"/>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3"/>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99" name="Google Shape;8899;p63"/>
          <p:cNvSpPr/>
          <p:nvPr/>
        </p:nvSpPr>
        <p:spPr>
          <a:xfrm>
            <a:off x="2175712" y="2733502"/>
            <a:ext cx="369016" cy="364563"/>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0" name="Google Shape;8900;p63"/>
          <p:cNvGrpSpPr/>
          <p:nvPr/>
        </p:nvGrpSpPr>
        <p:grpSpPr>
          <a:xfrm>
            <a:off x="2183172" y="3171846"/>
            <a:ext cx="366269" cy="359907"/>
            <a:chOff x="-60988625" y="2310475"/>
            <a:chExt cx="316650" cy="311150"/>
          </a:xfrm>
        </p:grpSpPr>
        <p:sp>
          <p:nvSpPr>
            <p:cNvPr id="8901" name="Google Shape;8901;p63"/>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3"/>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3"/>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3"/>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3"/>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3"/>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7" name="Google Shape;8907;p63"/>
          <p:cNvGrpSpPr/>
          <p:nvPr/>
        </p:nvGrpSpPr>
        <p:grpSpPr>
          <a:xfrm>
            <a:off x="2183634" y="3610009"/>
            <a:ext cx="365344" cy="368785"/>
            <a:chOff x="-60987050" y="2671400"/>
            <a:chExt cx="315850" cy="318825"/>
          </a:xfrm>
        </p:grpSpPr>
        <p:sp>
          <p:nvSpPr>
            <p:cNvPr id="8908" name="Google Shape;8908;p63"/>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3"/>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0" name="Google Shape;8910;p63"/>
          <p:cNvGrpSpPr/>
          <p:nvPr/>
        </p:nvGrpSpPr>
        <p:grpSpPr>
          <a:xfrm>
            <a:off x="3952500" y="3172771"/>
            <a:ext cx="368987" cy="358056"/>
            <a:chOff x="-59481900" y="2290800"/>
            <a:chExt cx="319000" cy="309550"/>
          </a:xfrm>
        </p:grpSpPr>
        <p:sp>
          <p:nvSpPr>
            <p:cNvPr id="8911" name="Google Shape;8911;p63"/>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3"/>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3"/>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3"/>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3"/>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3"/>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7" name="Google Shape;8917;p63"/>
          <p:cNvGrpSpPr/>
          <p:nvPr/>
        </p:nvGrpSpPr>
        <p:grpSpPr>
          <a:xfrm>
            <a:off x="1741805" y="1313544"/>
            <a:ext cx="368987" cy="366992"/>
            <a:chOff x="-64401400" y="1914475"/>
            <a:chExt cx="319000" cy="317275"/>
          </a:xfrm>
        </p:grpSpPr>
        <p:sp>
          <p:nvSpPr>
            <p:cNvPr id="8918" name="Google Shape;8918;p63"/>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3"/>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63"/>
            <p:cNvSpPr/>
            <p:nvPr/>
          </p:nvSpPr>
          <p:spPr>
            <a:xfrm>
              <a:off x="-64212375" y="2210450"/>
              <a:ext cx="5525" cy="25"/>
            </a:xfrm>
            <a:custGeom>
              <a:avLst/>
              <a:gdLst/>
              <a:ahLst/>
              <a:cxnLst/>
              <a:rect l="l" t="t" r="r" b="b"/>
              <a:pathLst>
                <a:path w="221" h="1" extrusionOk="0">
                  <a:moveTo>
                    <a:pt x="1" y="1"/>
                  </a:moveTo>
                  <a:lnTo>
                    <a:pt x="221" y="1"/>
                  </a:lnTo>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1" name="Google Shape;8921;p63"/>
          <p:cNvGrpSpPr/>
          <p:nvPr/>
        </p:nvGrpSpPr>
        <p:grpSpPr>
          <a:xfrm>
            <a:off x="1806493" y="1794583"/>
            <a:ext cx="239610" cy="365517"/>
            <a:chOff x="-64343900" y="2282125"/>
            <a:chExt cx="207150" cy="316000"/>
          </a:xfrm>
        </p:grpSpPr>
        <p:sp>
          <p:nvSpPr>
            <p:cNvPr id="8922" name="Google Shape;8922;p63"/>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3"/>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24" name="Google Shape;8924;p63"/>
          <p:cNvSpPr/>
          <p:nvPr/>
        </p:nvSpPr>
        <p:spPr>
          <a:xfrm>
            <a:off x="1736288" y="2257833"/>
            <a:ext cx="367165" cy="369913"/>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5" name="Google Shape;8925;p63"/>
          <p:cNvGrpSpPr/>
          <p:nvPr/>
        </p:nvGrpSpPr>
        <p:grpSpPr>
          <a:xfrm>
            <a:off x="3986941" y="1313804"/>
            <a:ext cx="318873" cy="366471"/>
            <a:chOff x="-62496925" y="1931475"/>
            <a:chExt cx="275675" cy="316825"/>
          </a:xfrm>
        </p:grpSpPr>
        <p:sp>
          <p:nvSpPr>
            <p:cNvPr id="8926" name="Google Shape;8926;p63"/>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3"/>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8" name="Google Shape;8928;p63"/>
          <p:cNvGrpSpPr/>
          <p:nvPr/>
        </p:nvGrpSpPr>
        <p:grpSpPr>
          <a:xfrm>
            <a:off x="3963691" y="1793629"/>
            <a:ext cx="365373" cy="367426"/>
            <a:chOff x="-62516625" y="2297875"/>
            <a:chExt cx="315875" cy="317650"/>
          </a:xfrm>
        </p:grpSpPr>
        <p:sp>
          <p:nvSpPr>
            <p:cNvPr id="8929" name="Google Shape;8929;p63"/>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3"/>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1" name="Google Shape;8931;p63"/>
          <p:cNvGrpSpPr/>
          <p:nvPr/>
        </p:nvGrpSpPr>
        <p:grpSpPr>
          <a:xfrm>
            <a:off x="3962332" y="2275588"/>
            <a:ext cx="368091" cy="334402"/>
            <a:chOff x="-62518200" y="2692475"/>
            <a:chExt cx="318225" cy="289100"/>
          </a:xfrm>
        </p:grpSpPr>
        <p:sp>
          <p:nvSpPr>
            <p:cNvPr id="8932" name="Google Shape;8932;p63"/>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3"/>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4" name="Google Shape;8934;p63"/>
          <p:cNvGrpSpPr/>
          <p:nvPr/>
        </p:nvGrpSpPr>
        <p:grpSpPr>
          <a:xfrm>
            <a:off x="2648986" y="2733112"/>
            <a:ext cx="309793" cy="365344"/>
            <a:chOff x="-60597975" y="1939525"/>
            <a:chExt cx="267825" cy="315850"/>
          </a:xfrm>
        </p:grpSpPr>
        <p:sp>
          <p:nvSpPr>
            <p:cNvPr id="8935" name="Google Shape;8935;p63"/>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3"/>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7" name="Google Shape;8937;p63"/>
          <p:cNvGrpSpPr/>
          <p:nvPr/>
        </p:nvGrpSpPr>
        <p:grpSpPr>
          <a:xfrm>
            <a:off x="2619389" y="3167537"/>
            <a:ext cx="368987" cy="368525"/>
            <a:chOff x="-60620800" y="2304600"/>
            <a:chExt cx="319000" cy="318600"/>
          </a:xfrm>
        </p:grpSpPr>
        <p:sp>
          <p:nvSpPr>
            <p:cNvPr id="8938" name="Google Shape;8938;p63"/>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3"/>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3"/>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1" name="Google Shape;8941;p63"/>
          <p:cNvGrpSpPr/>
          <p:nvPr/>
        </p:nvGrpSpPr>
        <p:grpSpPr>
          <a:xfrm>
            <a:off x="2620748" y="3663188"/>
            <a:ext cx="366269" cy="262426"/>
            <a:chOff x="-60621600" y="2716100"/>
            <a:chExt cx="316650" cy="226875"/>
          </a:xfrm>
        </p:grpSpPr>
        <p:sp>
          <p:nvSpPr>
            <p:cNvPr id="8942" name="Google Shape;8942;p63"/>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3"/>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63"/>
          <p:cNvGrpSpPr/>
          <p:nvPr/>
        </p:nvGrpSpPr>
        <p:grpSpPr>
          <a:xfrm>
            <a:off x="3957965" y="3611281"/>
            <a:ext cx="358056" cy="366240"/>
            <a:chOff x="-59475600" y="2658625"/>
            <a:chExt cx="309550" cy="316625"/>
          </a:xfrm>
        </p:grpSpPr>
        <p:sp>
          <p:nvSpPr>
            <p:cNvPr id="8945" name="Google Shape;8945;p63"/>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3"/>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3"/>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3"/>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3"/>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3"/>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3"/>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52" name="Google Shape;8952;p63"/>
          <p:cNvSpPr/>
          <p:nvPr/>
        </p:nvSpPr>
        <p:spPr>
          <a:xfrm>
            <a:off x="2175657" y="1314368"/>
            <a:ext cx="365373" cy="365344"/>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3"/>
          <p:cNvSpPr/>
          <p:nvPr/>
        </p:nvSpPr>
        <p:spPr>
          <a:xfrm>
            <a:off x="2203001" y="1792834"/>
            <a:ext cx="310690" cy="369016"/>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54" name="Google Shape;8954;p63"/>
          <p:cNvGrpSpPr/>
          <p:nvPr/>
        </p:nvGrpSpPr>
        <p:grpSpPr>
          <a:xfrm>
            <a:off x="2233086" y="2259206"/>
            <a:ext cx="263294" cy="367165"/>
            <a:chOff x="-63987100" y="2646800"/>
            <a:chExt cx="227625" cy="317425"/>
          </a:xfrm>
        </p:grpSpPr>
        <p:sp>
          <p:nvSpPr>
            <p:cNvPr id="8955" name="Google Shape;8955;p63"/>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3"/>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7" name="Google Shape;8957;p63"/>
          <p:cNvGrpSpPr/>
          <p:nvPr/>
        </p:nvGrpSpPr>
        <p:grpSpPr>
          <a:xfrm>
            <a:off x="852428" y="2730827"/>
            <a:ext cx="358056" cy="369913"/>
            <a:chOff x="-62148000" y="1930075"/>
            <a:chExt cx="309550" cy="319800"/>
          </a:xfrm>
        </p:grpSpPr>
        <p:sp>
          <p:nvSpPr>
            <p:cNvPr id="8958" name="Google Shape;8958;p63"/>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3"/>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63"/>
          <p:cNvGrpSpPr/>
          <p:nvPr/>
        </p:nvGrpSpPr>
        <p:grpSpPr>
          <a:xfrm>
            <a:off x="849695" y="3169113"/>
            <a:ext cx="363522" cy="365373"/>
            <a:chOff x="-62150375" y="2297875"/>
            <a:chExt cx="314275" cy="315875"/>
          </a:xfrm>
        </p:grpSpPr>
        <p:sp>
          <p:nvSpPr>
            <p:cNvPr id="8961" name="Google Shape;8961;p63"/>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3"/>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3"/>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3"/>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3"/>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6" name="Google Shape;8966;p63"/>
          <p:cNvGrpSpPr/>
          <p:nvPr/>
        </p:nvGrpSpPr>
        <p:grpSpPr>
          <a:xfrm>
            <a:off x="848322" y="3610356"/>
            <a:ext cx="366269" cy="368091"/>
            <a:chOff x="-62150375" y="2664925"/>
            <a:chExt cx="316650" cy="318225"/>
          </a:xfrm>
        </p:grpSpPr>
        <p:sp>
          <p:nvSpPr>
            <p:cNvPr id="8967" name="Google Shape;8967;p63"/>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3"/>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3"/>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3"/>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1" name="Google Shape;8971;p63"/>
          <p:cNvGrpSpPr/>
          <p:nvPr/>
        </p:nvGrpSpPr>
        <p:grpSpPr>
          <a:xfrm>
            <a:off x="3065911" y="2731333"/>
            <a:ext cx="367165" cy="368901"/>
            <a:chOff x="-60254550" y="1938025"/>
            <a:chExt cx="317425" cy="318925"/>
          </a:xfrm>
        </p:grpSpPr>
        <p:sp>
          <p:nvSpPr>
            <p:cNvPr id="8972" name="Google Shape;8972;p63"/>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3"/>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63"/>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63"/>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6" name="Google Shape;8976;p63"/>
          <p:cNvGrpSpPr/>
          <p:nvPr/>
        </p:nvGrpSpPr>
        <p:grpSpPr>
          <a:xfrm>
            <a:off x="3094149" y="3609907"/>
            <a:ext cx="310690" cy="368987"/>
            <a:chOff x="-60232500" y="2671225"/>
            <a:chExt cx="268600" cy="319000"/>
          </a:xfrm>
        </p:grpSpPr>
        <p:sp>
          <p:nvSpPr>
            <p:cNvPr id="8977" name="Google Shape;8977;p63"/>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3"/>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9" name="Google Shape;8979;p63"/>
          <p:cNvGrpSpPr/>
          <p:nvPr/>
        </p:nvGrpSpPr>
        <p:grpSpPr>
          <a:xfrm>
            <a:off x="2179643" y="4058541"/>
            <a:ext cx="365373" cy="368987"/>
            <a:chOff x="-59100700" y="1911950"/>
            <a:chExt cx="315875" cy="319000"/>
          </a:xfrm>
        </p:grpSpPr>
        <p:sp>
          <p:nvSpPr>
            <p:cNvPr id="8980" name="Google Shape;8980;p63"/>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3"/>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3"/>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3"/>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3"/>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3"/>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63"/>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63"/>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3"/>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3"/>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0" name="Google Shape;8990;p63"/>
          <p:cNvGrpSpPr/>
          <p:nvPr/>
        </p:nvGrpSpPr>
        <p:grpSpPr>
          <a:xfrm>
            <a:off x="2621810" y="1314021"/>
            <a:ext cx="379918" cy="366038"/>
            <a:chOff x="-63665750" y="1914325"/>
            <a:chExt cx="328450" cy="316450"/>
          </a:xfrm>
        </p:grpSpPr>
        <p:sp>
          <p:nvSpPr>
            <p:cNvPr id="8991" name="Google Shape;8991;p63"/>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3"/>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3" name="Google Shape;8993;p63"/>
          <p:cNvGrpSpPr/>
          <p:nvPr/>
        </p:nvGrpSpPr>
        <p:grpSpPr>
          <a:xfrm>
            <a:off x="2626814" y="1793065"/>
            <a:ext cx="369913" cy="368554"/>
            <a:chOff x="-63666550" y="2278975"/>
            <a:chExt cx="319800" cy="318625"/>
          </a:xfrm>
        </p:grpSpPr>
        <p:sp>
          <p:nvSpPr>
            <p:cNvPr id="8994" name="Google Shape;8994;p63"/>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3"/>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6" name="Google Shape;8996;p63"/>
          <p:cNvGrpSpPr/>
          <p:nvPr/>
        </p:nvGrpSpPr>
        <p:grpSpPr>
          <a:xfrm>
            <a:off x="2624081" y="2259090"/>
            <a:ext cx="375378" cy="367397"/>
            <a:chOff x="-63669700" y="2646600"/>
            <a:chExt cx="324525" cy="317625"/>
          </a:xfrm>
        </p:grpSpPr>
        <p:sp>
          <p:nvSpPr>
            <p:cNvPr id="8997" name="Google Shape;8997;p63"/>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3"/>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9" name="Google Shape;8999;p63"/>
          <p:cNvGrpSpPr/>
          <p:nvPr/>
        </p:nvGrpSpPr>
        <p:grpSpPr>
          <a:xfrm>
            <a:off x="1286361" y="2732418"/>
            <a:ext cx="366269" cy="366732"/>
            <a:chOff x="-61784125" y="1931250"/>
            <a:chExt cx="316650" cy="317050"/>
          </a:xfrm>
        </p:grpSpPr>
        <p:sp>
          <p:nvSpPr>
            <p:cNvPr id="9000" name="Google Shape;9000;p63"/>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3"/>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3"/>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3"/>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4" name="Google Shape;9004;p63"/>
          <p:cNvGrpSpPr/>
          <p:nvPr/>
        </p:nvGrpSpPr>
        <p:grpSpPr>
          <a:xfrm>
            <a:off x="1286360" y="3168665"/>
            <a:ext cx="366269" cy="366269"/>
            <a:chOff x="-61783350" y="2297100"/>
            <a:chExt cx="316650" cy="316650"/>
          </a:xfrm>
        </p:grpSpPr>
        <p:sp>
          <p:nvSpPr>
            <p:cNvPr id="9005" name="Google Shape;9005;p63"/>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63"/>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7" name="Google Shape;9007;p63"/>
          <p:cNvGrpSpPr/>
          <p:nvPr/>
        </p:nvGrpSpPr>
        <p:grpSpPr>
          <a:xfrm>
            <a:off x="1286360" y="3609748"/>
            <a:ext cx="366269" cy="369305"/>
            <a:chOff x="-61782550" y="2664925"/>
            <a:chExt cx="316650" cy="319275"/>
          </a:xfrm>
        </p:grpSpPr>
        <p:sp>
          <p:nvSpPr>
            <p:cNvPr id="9008" name="Google Shape;9008;p63"/>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3"/>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3"/>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1" name="Google Shape;9011;p63"/>
          <p:cNvGrpSpPr/>
          <p:nvPr/>
        </p:nvGrpSpPr>
        <p:grpSpPr>
          <a:xfrm>
            <a:off x="3508137" y="2741136"/>
            <a:ext cx="367165" cy="349294"/>
            <a:chOff x="-59889100" y="1945025"/>
            <a:chExt cx="317425" cy="301975"/>
          </a:xfrm>
        </p:grpSpPr>
        <p:sp>
          <p:nvSpPr>
            <p:cNvPr id="9012" name="Google Shape;9012;p63"/>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3"/>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3"/>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3"/>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63"/>
          <p:cNvGrpSpPr/>
          <p:nvPr/>
        </p:nvGrpSpPr>
        <p:grpSpPr>
          <a:xfrm>
            <a:off x="3040249" y="3168589"/>
            <a:ext cx="366648" cy="366420"/>
            <a:chOff x="6479471" y="2079003"/>
            <a:chExt cx="348923" cy="348706"/>
          </a:xfrm>
        </p:grpSpPr>
        <p:sp>
          <p:nvSpPr>
            <p:cNvPr id="9017" name="Google Shape;9017;p63"/>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18" name="Google Shape;9018;p63"/>
            <p:cNvGrpSpPr/>
            <p:nvPr/>
          </p:nvGrpSpPr>
          <p:grpSpPr>
            <a:xfrm>
              <a:off x="6520582" y="2079003"/>
              <a:ext cx="307811" cy="348706"/>
              <a:chOff x="-60218325" y="2304850"/>
              <a:chExt cx="279625" cy="316775"/>
            </a:xfrm>
          </p:grpSpPr>
          <p:sp>
            <p:nvSpPr>
              <p:cNvPr id="9019" name="Google Shape;9019;p63"/>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3"/>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3"/>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3"/>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3"/>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3"/>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3"/>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026" name="Google Shape;9026;p63"/>
          <p:cNvSpPr/>
          <p:nvPr/>
        </p:nvSpPr>
        <p:spPr>
          <a:xfrm>
            <a:off x="3501697" y="3208296"/>
            <a:ext cx="368091" cy="287006"/>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27" name="Google Shape;9027;p63"/>
          <p:cNvGrpSpPr/>
          <p:nvPr/>
        </p:nvGrpSpPr>
        <p:grpSpPr>
          <a:xfrm>
            <a:off x="3507226" y="3611671"/>
            <a:ext cx="368987" cy="365459"/>
            <a:chOff x="-59889100" y="2671925"/>
            <a:chExt cx="319000" cy="315950"/>
          </a:xfrm>
        </p:grpSpPr>
        <p:sp>
          <p:nvSpPr>
            <p:cNvPr id="9028" name="Google Shape;9028;p63"/>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63"/>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3"/>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3"/>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2" name="Google Shape;9032;p63"/>
          <p:cNvGrpSpPr/>
          <p:nvPr/>
        </p:nvGrpSpPr>
        <p:grpSpPr>
          <a:xfrm>
            <a:off x="2620204" y="4054176"/>
            <a:ext cx="367165" cy="366269"/>
            <a:chOff x="-59092025" y="2296300"/>
            <a:chExt cx="317425" cy="316650"/>
          </a:xfrm>
        </p:grpSpPr>
        <p:sp>
          <p:nvSpPr>
            <p:cNvPr id="9033" name="Google Shape;9033;p63"/>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3"/>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5" name="Google Shape;9035;p63"/>
          <p:cNvGrpSpPr/>
          <p:nvPr/>
        </p:nvGrpSpPr>
        <p:grpSpPr>
          <a:xfrm>
            <a:off x="4865611" y="1305095"/>
            <a:ext cx="353174" cy="347599"/>
            <a:chOff x="683125" y="1955275"/>
            <a:chExt cx="299325" cy="294600"/>
          </a:xfrm>
        </p:grpSpPr>
        <p:sp>
          <p:nvSpPr>
            <p:cNvPr id="9036" name="Google Shape;9036;p63"/>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3"/>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3"/>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3"/>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0" name="Google Shape;9040;p63"/>
          <p:cNvGrpSpPr/>
          <p:nvPr/>
        </p:nvGrpSpPr>
        <p:grpSpPr>
          <a:xfrm>
            <a:off x="4866541" y="1755653"/>
            <a:ext cx="351315" cy="349486"/>
            <a:chOff x="685475" y="2318350"/>
            <a:chExt cx="297750" cy="296200"/>
          </a:xfrm>
        </p:grpSpPr>
        <p:sp>
          <p:nvSpPr>
            <p:cNvPr id="9041" name="Google Shape;9041;p63"/>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3"/>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3"/>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4" name="Google Shape;9044;p63"/>
          <p:cNvGrpSpPr/>
          <p:nvPr/>
        </p:nvGrpSpPr>
        <p:grpSpPr>
          <a:xfrm>
            <a:off x="7094699" y="1304859"/>
            <a:ext cx="309517" cy="348071"/>
            <a:chOff x="2523000" y="1954875"/>
            <a:chExt cx="262325" cy="295000"/>
          </a:xfrm>
        </p:grpSpPr>
        <p:sp>
          <p:nvSpPr>
            <p:cNvPr id="9045" name="Google Shape;9045;p63"/>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3"/>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7" name="Google Shape;9047;p63"/>
          <p:cNvGrpSpPr/>
          <p:nvPr/>
        </p:nvGrpSpPr>
        <p:grpSpPr>
          <a:xfrm>
            <a:off x="7073800" y="1756125"/>
            <a:ext cx="351315" cy="348542"/>
            <a:chOff x="2508825" y="2318350"/>
            <a:chExt cx="297750" cy="295400"/>
          </a:xfrm>
        </p:grpSpPr>
        <p:sp>
          <p:nvSpPr>
            <p:cNvPr id="9048" name="Google Shape;9048;p63"/>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3"/>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50" name="Google Shape;9050;p63"/>
          <p:cNvSpPr/>
          <p:nvPr/>
        </p:nvSpPr>
        <p:spPr>
          <a:xfrm>
            <a:off x="7074663" y="2197454"/>
            <a:ext cx="349457" cy="349427"/>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51" name="Google Shape;9051;p63"/>
          <p:cNvGrpSpPr/>
          <p:nvPr/>
        </p:nvGrpSpPr>
        <p:grpSpPr>
          <a:xfrm>
            <a:off x="5747373" y="2670178"/>
            <a:ext cx="347599" cy="348513"/>
            <a:chOff x="4321150" y="1946600"/>
            <a:chExt cx="294600" cy="295375"/>
          </a:xfrm>
        </p:grpSpPr>
        <p:sp>
          <p:nvSpPr>
            <p:cNvPr id="9052" name="Google Shape;9052;p63"/>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3"/>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3"/>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55" name="Google Shape;9055;p63"/>
          <p:cNvSpPr/>
          <p:nvPr/>
        </p:nvSpPr>
        <p:spPr>
          <a:xfrm>
            <a:off x="5744000" y="3170260"/>
            <a:ext cx="354117" cy="326242"/>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3"/>
          <p:cNvSpPr/>
          <p:nvPr/>
        </p:nvSpPr>
        <p:spPr>
          <a:xfrm>
            <a:off x="5744472" y="3608425"/>
            <a:ext cx="353174" cy="348513"/>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3"/>
          <p:cNvSpPr/>
          <p:nvPr/>
        </p:nvSpPr>
        <p:spPr>
          <a:xfrm>
            <a:off x="8020096" y="2671070"/>
            <a:ext cx="224004" cy="346655"/>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3"/>
          <p:cNvSpPr/>
          <p:nvPr/>
        </p:nvSpPr>
        <p:spPr>
          <a:xfrm>
            <a:off x="5310365" y="1304129"/>
            <a:ext cx="351286" cy="349457"/>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59" name="Google Shape;9059;p63"/>
          <p:cNvGrpSpPr/>
          <p:nvPr/>
        </p:nvGrpSpPr>
        <p:grpSpPr>
          <a:xfrm>
            <a:off x="5309921" y="1756125"/>
            <a:ext cx="352230" cy="348542"/>
            <a:chOff x="1049375" y="2318350"/>
            <a:chExt cx="298525" cy="295400"/>
          </a:xfrm>
        </p:grpSpPr>
        <p:sp>
          <p:nvSpPr>
            <p:cNvPr id="9060" name="Google Shape;9060;p63"/>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3"/>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3"/>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3"/>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4" name="Google Shape;9064;p63"/>
          <p:cNvGrpSpPr/>
          <p:nvPr/>
        </p:nvGrpSpPr>
        <p:grpSpPr>
          <a:xfrm>
            <a:off x="5310393" y="2196576"/>
            <a:ext cx="351286" cy="351286"/>
            <a:chOff x="1049375" y="2680675"/>
            <a:chExt cx="297725" cy="297725"/>
          </a:xfrm>
        </p:grpSpPr>
        <p:sp>
          <p:nvSpPr>
            <p:cNvPr id="9065" name="Google Shape;9065;p63"/>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3"/>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7" name="Google Shape;9067;p63"/>
          <p:cNvGrpSpPr/>
          <p:nvPr/>
        </p:nvGrpSpPr>
        <p:grpSpPr>
          <a:xfrm>
            <a:off x="7523845" y="1304623"/>
            <a:ext cx="348513" cy="348542"/>
            <a:chOff x="2872725" y="1954475"/>
            <a:chExt cx="295375" cy="295400"/>
          </a:xfrm>
        </p:grpSpPr>
        <p:sp>
          <p:nvSpPr>
            <p:cNvPr id="9068" name="Google Shape;9068;p63"/>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3"/>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3"/>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1" name="Google Shape;9071;p63"/>
          <p:cNvGrpSpPr/>
          <p:nvPr/>
        </p:nvGrpSpPr>
        <p:grpSpPr>
          <a:xfrm>
            <a:off x="7545216" y="1755196"/>
            <a:ext cx="305771" cy="350401"/>
            <a:chOff x="2890050" y="2318350"/>
            <a:chExt cx="259150" cy="296975"/>
          </a:xfrm>
        </p:grpSpPr>
        <p:sp>
          <p:nvSpPr>
            <p:cNvPr id="9072" name="Google Shape;9072;p63"/>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3"/>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74" name="Google Shape;9074;p63"/>
          <p:cNvSpPr/>
          <p:nvPr/>
        </p:nvSpPr>
        <p:spPr>
          <a:xfrm>
            <a:off x="7585093" y="2196982"/>
            <a:ext cx="225862" cy="350371"/>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75" name="Google Shape;9075;p63"/>
          <p:cNvGrpSpPr/>
          <p:nvPr/>
        </p:nvGrpSpPr>
        <p:grpSpPr>
          <a:xfrm>
            <a:off x="6187732" y="2670650"/>
            <a:ext cx="347569" cy="347569"/>
            <a:chOff x="4685050" y="1945825"/>
            <a:chExt cx="294575" cy="294575"/>
          </a:xfrm>
        </p:grpSpPr>
        <p:sp>
          <p:nvSpPr>
            <p:cNvPr id="9076" name="Google Shape;9076;p63"/>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3"/>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3"/>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3"/>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3"/>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81" name="Google Shape;9081;p63"/>
          <p:cNvSpPr/>
          <p:nvPr/>
        </p:nvSpPr>
        <p:spPr>
          <a:xfrm>
            <a:off x="6187137" y="3159582"/>
            <a:ext cx="348513" cy="347599"/>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3"/>
          <p:cNvSpPr/>
          <p:nvPr/>
        </p:nvSpPr>
        <p:spPr>
          <a:xfrm>
            <a:off x="6208050" y="3607496"/>
            <a:ext cx="306686" cy="350371"/>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83" name="Google Shape;9083;p63"/>
          <p:cNvGrpSpPr/>
          <p:nvPr/>
        </p:nvGrpSpPr>
        <p:grpSpPr>
          <a:xfrm>
            <a:off x="7958004" y="3159625"/>
            <a:ext cx="348513" cy="347599"/>
            <a:chOff x="6131900" y="2301825"/>
            <a:chExt cx="295375" cy="294600"/>
          </a:xfrm>
        </p:grpSpPr>
        <p:sp>
          <p:nvSpPr>
            <p:cNvPr id="9084" name="Google Shape;9084;p63"/>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3"/>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3"/>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63"/>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8" name="Google Shape;9088;p63"/>
          <p:cNvGrpSpPr/>
          <p:nvPr/>
        </p:nvGrpSpPr>
        <p:grpSpPr>
          <a:xfrm>
            <a:off x="5753997" y="1304166"/>
            <a:ext cx="351315" cy="349457"/>
            <a:chOff x="1412450" y="1954475"/>
            <a:chExt cx="297750" cy="296175"/>
          </a:xfrm>
        </p:grpSpPr>
        <p:sp>
          <p:nvSpPr>
            <p:cNvPr id="9089" name="Google Shape;9089;p63"/>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3"/>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91" name="Google Shape;9091;p63"/>
          <p:cNvSpPr/>
          <p:nvPr/>
        </p:nvSpPr>
        <p:spPr>
          <a:xfrm>
            <a:off x="5755346" y="1757482"/>
            <a:ext cx="348542" cy="345740"/>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92" name="Google Shape;9092;p63"/>
          <p:cNvGrpSpPr/>
          <p:nvPr/>
        </p:nvGrpSpPr>
        <p:grpSpPr>
          <a:xfrm>
            <a:off x="5753997" y="2196694"/>
            <a:ext cx="351315" cy="351050"/>
            <a:chOff x="1413250" y="2680675"/>
            <a:chExt cx="297750" cy="297525"/>
          </a:xfrm>
        </p:grpSpPr>
        <p:sp>
          <p:nvSpPr>
            <p:cNvPr id="9093" name="Google Shape;9093;p63"/>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3"/>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3"/>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3"/>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97" name="Google Shape;9097;p63"/>
          <p:cNvSpPr/>
          <p:nvPr/>
        </p:nvSpPr>
        <p:spPr>
          <a:xfrm>
            <a:off x="8012357" y="1304144"/>
            <a:ext cx="270463" cy="349427"/>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3"/>
          <p:cNvSpPr/>
          <p:nvPr/>
        </p:nvSpPr>
        <p:spPr>
          <a:xfrm>
            <a:off x="7964498" y="1756331"/>
            <a:ext cx="366182" cy="348041"/>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3"/>
          <p:cNvSpPr/>
          <p:nvPr/>
        </p:nvSpPr>
        <p:spPr>
          <a:xfrm>
            <a:off x="7971931" y="2197454"/>
            <a:ext cx="351315" cy="349427"/>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00" name="Google Shape;9100;p63"/>
          <p:cNvGrpSpPr/>
          <p:nvPr/>
        </p:nvGrpSpPr>
        <p:grpSpPr>
          <a:xfrm>
            <a:off x="6630407" y="2670311"/>
            <a:ext cx="350371" cy="348247"/>
            <a:chOff x="5045775" y="1946400"/>
            <a:chExt cx="296950" cy="295150"/>
          </a:xfrm>
        </p:grpSpPr>
        <p:sp>
          <p:nvSpPr>
            <p:cNvPr id="9101" name="Google Shape;9101;p63"/>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3"/>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3" name="Google Shape;9103;p63"/>
          <p:cNvGrpSpPr/>
          <p:nvPr/>
        </p:nvGrpSpPr>
        <p:grpSpPr>
          <a:xfrm>
            <a:off x="6629006" y="3179138"/>
            <a:ext cx="353174" cy="308573"/>
            <a:chOff x="5046550" y="2327025"/>
            <a:chExt cx="299325" cy="261525"/>
          </a:xfrm>
        </p:grpSpPr>
        <p:sp>
          <p:nvSpPr>
            <p:cNvPr id="9104" name="Google Shape;9104;p63"/>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3"/>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3"/>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07" name="Google Shape;9107;p63"/>
          <p:cNvSpPr/>
          <p:nvPr/>
        </p:nvSpPr>
        <p:spPr>
          <a:xfrm>
            <a:off x="6707866" y="3607496"/>
            <a:ext cx="195185" cy="350371"/>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08" name="Google Shape;9108;p63"/>
          <p:cNvGrpSpPr/>
          <p:nvPr/>
        </p:nvGrpSpPr>
        <p:grpSpPr>
          <a:xfrm>
            <a:off x="7956604" y="3608476"/>
            <a:ext cx="351315" cy="348513"/>
            <a:chOff x="6167350" y="2672800"/>
            <a:chExt cx="297750" cy="295375"/>
          </a:xfrm>
        </p:grpSpPr>
        <p:sp>
          <p:nvSpPr>
            <p:cNvPr id="9109" name="Google Shape;9109;p63"/>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3"/>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3"/>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3"/>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3"/>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4" name="Google Shape;9114;p63"/>
          <p:cNvGrpSpPr/>
          <p:nvPr/>
        </p:nvGrpSpPr>
        <p:grpSpPr>
          <a:xfrm>
            <a:off x="6197601" y="1303709"/>
            <a:ext cx="347599" cy="350371"/>
            <a:chOff x="1777925" y="1953700"/>
            <a:chExt cx="294600" cy="296950"/>
          </a:xfrm>
        </p:grpSpPr>
        <p:sp>
          <p:nvSpPr>
            <p:cNvPr id="9115" name="Google Shape;9115;p63"/>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3"/>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3"/>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63"/>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9" name="Google Shape;9119;p63"/>
          <p:cNvGrpSpPr/>
          <p:nvPr/>
        </p:nvGrpSpPr>
        <p:grpSpPr>
          <a:xfrm>
            <a:off x="6213411" y="1756597"/>
            <a:ext cx="315977" cy="347599"/>
            <a:chOff x="1790525" y="2319150"/>
            <a:chExt cx="267800" cy="294600"/>
          </a:xfrm>
        </p:grpSpPr>
        <p:sp>
          <p:nvSpPr>
            <p:cNvPr id="9120" name="Google Shape;9120;p63"/>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3"/>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22" name="Google Shape;9122;p63"/>
          <p:cNvSpPr/>
          <p:nvPr/>
        </p:nvSpPr>
        <p:spPr>
          <a:xfrm>
            <a:off x="6196153" y="2196982"/>
            <a:ext cx="350401" cy="350371"/>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23" name="Google Shape;9123;p63"/>
          <p:cNvGrpSpPr/>
          <p:nvPr/>
        </p:nvGrpSpPr>
        <p:grpSpPr>
          <a:xfrm>
            <a:off x="4866386" y="2670163"/>
            <a:ext cx="349457" cy="348542"/>
            <a:chOff x="3599700" y="1954475"/>
            <a:chExt cx="296175" cy="295400"/>
          </a:xfrm>
        </p:grpSpPr>
        <p:sp>
          <p:nvSpPr>
            <p:cNvPr id="9124" name="Google Shape;9124;p63"/>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3"/>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3"/>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7" name="Google Shape;9127;p63"/>
          <p:cNvGrpSpPr/>
          <p:nvPr/>
        </p:nvGrpSpPr>
        <p:grpSpPr>
          <a:xfrm>
            <a:off x="4867316" y="3159626"/>
            <a:ext cx="347599" cy="347599"/>
            <a:chOff x="3601275" y="2319150"/>
            <a:chExt cx="294600" cy="294600"/>
          </a:xfrm>
        </p:grpSpPr>
        <p:sp>
          <p:nvSpPr>
            <p:cNvPr id="9128" name="Google Shape;9128;p63"/>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3"/>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30" name="Google Shape;9130;p63"/>
          <p:cNvSpPr/>
          <p:nvPr/>
        </p:nvSpPr>
        <p:spPr>
          <a:xfrm>
            <a:off x="4866749" y="3608425"/>
            <a:ext cx="348542" cy="348513"/>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31" name="Google Shape;9131;p63"/>
          <p:cNvGrpSpPr/>
          <p:nvPr/>
        </p:nvGrpSpPr>
        <p:grpSpPr>
          <a:xfrm>
            <a:off x="7087019" y="2669721"/>
            <a:ext cx="328071" cy="349427"/>
            <a:chOff x="5421475" y="1945825"/>
            <a:chExt cx="278050" cy="296150"/>
          </a:xfrm>
        </p:grpSpPr>
        <p:sp>
          <p:nvSpPr>
            <p:cNvPr id="9132" name="Google Shape;9132;p63"/>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3"/>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3"/>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3"/>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63"/>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63"/>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3"/>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3"/>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40" name="Google Shape;9140;p63"/>
          <p:cNvSpPr/>
          <p:nvPr/>
        </p:nvSpPr>
        <p:spPr>
          <a:xfrm>
            <a:off x="7074326" y="3157723"/>
            <a:ext cx="353174" cy="351315"/>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41" name="Google Shape;9141;p63"/>
          <p:cNvGrpSpPr/>
          <p:nvPr/>
        </p:nvGrpSpPr>
        <p:grpSpPr>
          <a:xfrm>
            <a:off x="7075869" y="3670273"/>
            <a:ext cx="350371" cy="224918"/>
            <a:chOff x="5411225" y="2726350"/>
            <a:chExt cx="296950" cy="190625"/>
          </a:xfrm>
        </p:grpSpPr>
        <p:sp>
          <p:nvSpPr>
            <p:cNvPr id="9142" name="Google Shape;9142;p63"/>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3"/>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4" name="Google Shape;9144;p63"/>
          <p:cNvGrpSpPr/>
          <p:nvPr/>
        </p:nvGrpSpPr>
        <p:grpSpPr>
          <a:xfrm>
            <a:off x="6185904" y="4059546"/>
            <a:ext cx="351286" cy="326390"/>
            <a:chOff x="6524150" y="1938725"/>
            <a:chExt cx="297725" cy="276625"/>
          </a:xfrm>
        </p:grpSpPr>
        <p:sp>
          <p:nvSpPr>
            <p:cNvPr id="9145" name="Google Shape;9145;p63"/>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3"/>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3"/>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3"/>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9" name="Google Shape;9149;p63"/>
          <p:cNvGrpSpPr/>
          <p:nvPr/>
        </p:nvGrpSpPr>
        <p:grpSpPr>
          <a:xfrm>
            <a:off x="6631047" y="1756007"/>
            <a:ext cx="363380" cy="348778"/>
            <a:chOff x="2140225" y="2318650"/>
            <a:chExt cx="307975" cy="295600"/>
          </a:xfrm>
        </p:grpSpPr>
        <p:sp>
          <p:nvSpPr>
            <p:cNvPr id="9150" name="Google Shape;9150;p63"/>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3"/>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2" name="Google Shape;9152;p63"/>
          <p:cNvGrpSpPr/>
          <p:nvPr/>
        </p:nvGrpSpPr>
        <p:grpSpPr>
          <a:xfrm>
            <a:off x="6636607" y="2197505"/>
            <a:ext cx="352259" cy="349427"/>
            <a:chOff x="2139425" y="2682250"/>
            <a:chExt cx="298550" cy="296150"/>
          </a:xfrm>
        </p:grpSpPr>
        <p:sp>
          <p:nvSpPr>
            <p:cNvPr id="9153" name="Google Shape;9153;p63"/>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3"/>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3"/>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3"/>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7" name="Google Shape;9157;p63"/>
          <p:cNvGrpSpPr/>
          <p:nvPr/>
        </p:nvGrpSpPr>
        <p:grpSpPr>
          <a:xfrm>
            <a:off x="5301219" y="2711991"/>
            <a:ext cx="350401" cy="264888"/>
            <a:chOff x="3962775" y="1990700"/>
            <a:chExt cx="296975" cy="224500"/>
          </a:xfrm>
        </p:grpSpPr>
        <p:sp>
          <p:nvSpPr>
            <p:cNvPr id="9158" name="Google Shape;9158;p63"/>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3"/>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3"/>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3"/>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3"/>
          <p:cNvGrpSpPr/>
          <p:nvPr/>
        </p:nvGrpSpPr>
        <p:grpSpPr>
          <a:xfrm>
            <a:off x="5301691" y="3158697"/>
            <a:ext cx="349457" cy="349457"/>
            <a:chOff x="3963575" y="2317575"/>
            <a:chExt cx="296175" cy="296175"/>
          </a:xfrm>
        </p:grpSpPr>
        <p:sp>
          <p:nvSpPr>
            <p:cNvPr id="9163" name="Google Shape;9163;p63"/>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3"/>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3"/>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3"/>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3"/>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3"/>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3"/>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3"/>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3"/>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3"/>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3"/>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3"/>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3"/>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63"/>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3"/>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3"/>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9" name="Google Shape;9179;p63"/>
          <p:cNvGrpSpPr/>
          <p:nvPr/>
        </p:nvGrpSpPr>
        <p:grpSpPr>
          <a:xfrm>
            <a:off x="5301691" y="3608476"/>
            <a:ext cx="349457" cy="348513"/>
            <a:chOff x="3962775" y="2683025"/>
            <a:chExt cx="296175" cy="295375"/>
          </a:xfrm>
        </p:grpSpPr>
        <p:sp>
          <p:nvSpPr>
            <p:cNvPr id="9180" name="Google Shape;9180;p63"/>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3"/>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3"/>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83" name="Google Shape;9183;p63"/>
          <p:cNvSpPr/>
          <p:nvPr/>
        </p:nvSpPr>
        <p:spPr>
          <a:xfrm>
            <a:off x="7513275" y="2670141"/>
            <a:ext cx="354117" cy="348513"/>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84" name="Google Shape;9184;p63"/>
          <p:cNvGrpSpPr/>
          <p:nvPr/>
        </p:nvGrpSpPr>
        <p:grpSpPr>
          <a:xfrm>
            <a:off x="7516228" y="3159168"/>
            <a:ext cx="348513" cy="348513"/>
            <a:chOff x="5775900" y="2308125"/>
            <a:chExt cx="295375" cy="295375"/>
          </a:xfrm>
        </p:grpSpPr>
        <p:sp>
          <p:nvSpPr>
            <p:cNvPr id="9185" name="Google Shape;9185;p63"/>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3"/>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3"/>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3"/>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63"/>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0" name="Google Shape;9190;p63"/>
          <p:cNvGrpSpPr/>
          <p:nvPr/>
        </p:nvGrpSpPr>
        <p:grpSpPr>
          <a:xfrm>
            <a:off x="7537142" y="3608004"/>
            <a:ext cx="306686" cy="349457"/>
            <a:chOff x="5794025" y="2673575"/>
            <a:chExt cx="259925" cy="296175"/>
          </a:xfrm>
        </p:grpSpPr>
        <p:sp>
          <p:nvSpPr>
            <p:cNvPr id="9191" name="Google Shape;9191;p63"/>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3"/>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93" name="Google Shape;9193;p63"/>
          <p:cNvSpPr/>
          <p:nvPr/>
        </p:nvSpPr>
        <p:spPr>
          <a:xfrm>
            <a:off x="6637977" y="4079018"/>
            <a:ext cx="349457" cy="348513"/>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63"/>
          <p:cNvSpPr/>
          <p:nvPr/>
        </p:nvSpPr>
        <p:spPr>
          <a:xfrm>
            <a:off x="4867924" y="2197454"/>
            <a:ext cx="348513" cy="349427"/>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95" name="Google Shape;9195;p63"/>
          <p:cNvGrpSpPr/>
          <p:nvPr/>
        </p:nvGrpSpPr>
        <p:grpSpPr>
          <a:xfrm>
            <a:off x="6637536" y="1304166"/>
            <a:ext cx="350401" cy="349457"/>
            <a:chOff x="2141000" y="1954475"/>
            <a:chExt cx="296975" cy="296175"/>
          </a:xfrm>
        </p:grpSpPr>
        <p:sp>
          <p:nvSpPr>
            <p:cNvPr id="9196" name="Google Shape;9196;p63"/>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3"/>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3"/>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3"/>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203"/>
        <p:cNvGrpSpPr/>
        <p:nvPr/>
      </p:nvGrpSpPr>
      <p:grpSpPr>
        <a:xfrm>
          <a:off x="0" y="0"/>
          <a:ext cx="0" cy="0"/>
          <a:chOff x="0" y="0"/>
          <a:chExt cx="0" cy="0"/>
        </a:xfrm>
      </p:grpSpPr>
      <p:sp>
        <p:nvSpPr>
          <p:cNvPr id="9204" name="Google Shape;9204;p64"/>
          <p:cNvSpPr txBox="1">
            <a:spLocks noGrp="1"/>
          </p:cNvSpPr>
          <p:nvPr>
            <p:ph type="title" idx="4294967295"/>
          </p:nvPr>
        </p:nvSpPr>
        <p:spPr>
          <a:xfrm>
            <a:off x="849675" y="511013"/>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Icons</a:t>
            </a:r>
            <a:endParaRPr>
              <a:solidFill>
                <a:schemeClr val="lt1"/>
              </a:solidFill>
              <a:latin typeface="Arial"/>
              <a:ea typeface="Arial"/>
              <a:cs typeface="Arial"/>
              <a:sym typeface="Arial"/>
            </a:endParaRPr>
          </a:p>
        </p:txBody>
      </p:sp>
      <p:sp>
        <p:nvSpPr>
          <p:cNvPr id="9205" name="Google Shape;9205;p64"/>
          <p:cNvSpPr txBox="1">
            <a:spLocks noGrp="1"/>
          </p:cNvSpPr>
          <p:nvPr>
            <p:ph type="title" idx="4294967295"/>
          </p:nvPr>
        </p:nvSpPr>
        <p:spPr>
          <a:xfrm>
            <a:off x="4858400" y="511013"/>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Avatar Icons</a:t>
            </a:r>
            <a:endParaRPr>
              <a:solidFill>
                <a:schemeClr val="lt1"/>
              </a:solidFill>
              <a:latin typeface="Arial"/>
              <a:ea typeface="Arial"/>
              <a:cs typeface="Arial"/>
              <a:sym typeface="Arial"/>
            </a:endParaRPr>
          </a:p>
        </p:txBody>
      </p:sp>
      <p:grpSp>
        <p:nvGrpSpPr>
          <p:cNvPr id="9206" name="Google Shape;9206;p64"/>
          <p:cNvGrpSpPr/>
          <p:nvPr/>
        </p:nvGrpSpPr>
        <p:grpSpPr>
          <a:xfrm>
            <a:off x="882957" y="1306638"/>
            <a:ext cx="292442" cy="355741"/>
            <a:chOff x="-35830350" y="1912725"/>
            <a:chExt cx="241050" cy="293225"/>
          </a:xfrm>
        </p:grpSpPr>
        <p:sp>
          <p:nvSpPr>
            <p:cNvPr id="9207" name="Google Shape;9207;p64"/>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4"/>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9" name="Google Shape;9209;p64"/>
          <p:cNvGrpSpPr/>
          <p:nvPr/>
        </p:nvGrpSpPr>
        <p:grpSpPr>
          <a:xfrm>
            <a:off x="851444" y="1766235"/>
            <a:ext cx="355468" cy="353587"/>
            <a:chOff x="-35854750" y="2272675"/>
            <a:chExt cx="293000" cy="291450"/>
          </a:xfrm>
        </p:grpSpPr>
        <p:sp>
          <p:nvSpPr>
            <p:cNvPr id="9210" name="Google Shape;9210;p64"/>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64"/>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4"/>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3" name="Google Shape;9213;p64"/>
          <p:cNvGrpSpPr/>
          <p:nvPr/>
        </p:nvGrpSpPr>
        <p:grpSpPr>
          <a:xfrm>
            <a:off x="850958" y="2220821"/>
            <a:ext cx="356438" cy="354558"/>
            <a:chOff x="-35853975" y="2631825"/>
            <a:chExt cx="293800" cy="292250"/>
          </a:xfrm>
        </p:grpSpPr>
        <p:sp>
          <p:nvSpPr>
            <p:cNvPr id="9214" name="Google Shape;9214;p64"/>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4"/>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4"/>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4"/>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4"/>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9" name="Google Shape;9219;p64"/>
          <p:cNvGrpSpPr/>
          <p:nvPr/>
        </p:nvGrpSpPr>
        <p:grpSpPr>
          <a:xfrm>
            <a:off x="3089562" y="1307714"/>
            <a:ext cx="353587" cy="353587"/>
            <a:chOff x="-34032200" y="1916675"/>
            <a:chExt cx="291450" cy="291450"/>
          </a:xfrm>
        </p:grpSpPr>
        <p:sp>
          <p:nvSpPr>
            <p:cNvPr id="9220" name="Google Shape;9220;p64"/>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4"/>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4"/>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4"/>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24" name="Google Shape;9224;p64"/>
          <p:cNvSpPr/>
          <p:nvPr/>
        </p:nvSpPr>
        <p:spPr>
          <a:xfrm>
            <a:off x="3086014" y="1764916"/>
            <a:ext cx="354527" cy="356620"/>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25" name="Google Shape;9225;p64"/>
          <p:cNvGrpSpPr/>
          <p:nvPr/>
        </p:nvGrpSpPr>
        <p:grpSpPr>
          <a:xfrm>
            <a:off x="3089092" y="2220821"/>
            <a:ext cx="354527" cy="354558"/>
            <a:chOff x="-34032200" y="2634975"/>
            <a:chExt cx="292225" cy="292250"/>
          </a:xfrm>
        </p:grpSpPr>
        <p:sp>
          <p:nvSpPr>
            <p:cNvPr id="9226" name="Google Shape;9226;p64"/>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4"/>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64"/>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9" name="Google Shape;9229;p64"/>
          <p:cNvGrpSpPr/>
          <p:nvPr/>
        </p:nvGrpSpPr>
        <p:grpSpPr>
          <a:xfrm>
            <a:off x="1739487" y="2687069"/>
            <a:ext cx="358379" cy="354527"/>
            <a:chOff x="-32245875" y="1938725"/>
            <a:chExt cx="295400" cy="292225"/>
          </a:xfrm>
        </p:grpSpPr>
        <p:sp>
          <p:nvSpPr>
            <p:cNvPr id="9230" name="Google Shape;9230;p64"/>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4"/>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4"/>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3" name="Google Shape;9233;p64"/>
          <p:cNvGrpSpPr/>
          <p:nvPr/>
        </p:nvGrpSpPr>
        <p:grpSpPr>
          <a:xfrm>
            <a:off x="1736150" y="3156468"/>
            <a:ext cx="365052" cy="352162"/>
            <a:chOff x="-32243500" y="2299850"/>
            <a:chExt cx="300900" cy="290275"/>
          </a:xfrm>
        </p:grpSpPr>
        <p:sp>
          <p:nvSpPr>
            <p:cNvPr id="9234" name="Google Shape;9234;p64"/>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4"/>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36" name="Google Shape;9236;p64"/>
          <p:cNvSpPr/>
          <p:nvPr/>
        </p:nvSpPr>
        <p:spPr>
          <a:xfrm>
            <a:off x="1737541" y="3616837"/>
            <a:ext cx="356438" cy="352617"/>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37" name="Google Shape;9237;p64"/>
          <p:cNvGrpSpPr/>
          <p:nvPr/>
        </p:nvGrpSpPr>
        <p:grpSpPr>
          <a:xfrm>
            <a:off x="1299432" y="1306759"/>
            <a:ext cx="354527" cy="355498"/>
            <a:chOff x="-35495600" y="1912725"/>
            <a:chExt cx="292225" cy="293025"/>
          </a:xfrm>
        </p:grpSpPr>
        <p:sp>
          <p:nvSpPr>
            <p:cNvPr id="9238" name="Google Shape;9238;p64"/>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4"/>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4"/>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41" name="Google Shape;9241;p64"/>
          <p:cNvSpPr/>
          <p:nvPr/>
        </p:nvSpPr>
        <p:spPr>
          <a:xfrm>
            <a:off x="1295266" y="1765962"/>
            <a:ext cx="356438" cy="354527"/>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2" name="Google Shape;9242;p64"/>
          <p:cNvGrpSpPr/>
          <p:nvPr/>
        </p:nvGrpSpPr>
        <p:grpSpPr>
          <a:xfrm>
            <a:off x="1299432" y="2221307"/>
            <a:ext cx="354527" cy="353587"/>
            <a:chOff x="-35495600" y="2631825"/>
            <a:chExt cx="292225" cy="291450"/>
          </a:xfrm>
        </p:grpSpPr>
        <p:sp>
          <p:nvSpPr>
            <p:cNvPr id="9243" name="Google Shape;9243;p64"/>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4"/>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4"/>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4"/>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7" name="Google Shape;9247;p64"/>
          <p:cNvGrpSpPr/>
          <p:nvPr/>
        </p:nvGrpSpPr>
        <p:grpSpPr>
          <a:xfrm>
            <a:off x="3537081" y="1307714"/>
            <a:ext cx="353587" cy="353587"/>
            <a:chOff x="-33673825" y="1916675"/>
            <a:chExt cx="291450" cy="291450"/>
          </a:xfrm>
        </p:grpSpPr>
        <p:sp>
          <p:nvSpPr>
            <p:cNvPr id="9248" name="Google Shape;9248;p64"/>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64"/>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4"/>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4"/>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2" name="Google Shape;9252;p64"/>
          <p:cNvGrpSpPr/>
          <p:nvPr/>
        </p:nvGrpSpPr>
        <p:grpSpPr>
          <a:xfrm>
            <a:off x="3534700" y="1765295"/>
            <a:ext cx="358349" cy="355468"/>
            <a:chOff x="-33676975" y="2275050"/>
            <a:chExt cx="295375" cy="293000"/>
          </a:xfrm>
        </p:grpSpPr>
        <p:sp>
          <p:nvSpPr>
            <p:cNvPr id="9253" name="Google Shape;9253;p64"/>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4"/>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4"/>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6" name="Google Shape;9256;p64"/>
          <p:cNvGrpSpPr/>
          <p:nvPr/>
        </p:nvGrpSpPr>
        <p:grpSpPr>
          <a:xfrm>
            <a:off x="3537081" y="2220594"/>
            <a:ext cx="353587" cy="355013"/>
            <a:chOff x="-33673825" y="2634975"/>
            <a:chExt cx="291450" cy="292625"/>
          </a:xfrm>
        </p:grpSpPr>
        <p:sp>
          <p:nvSpPr>
            <p:cNvPr id="9257" name="Google Shape;9257;p64"/>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4"/>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9" name="Google Shape;9259;p64"/>
          <p:cNvGrpSpPr/>
          <p:nvPr/>
        </p:nvGrpSpPr>
        <p:grpSpPr>
          <a:xfrm>
            <a:off x="2205089" y="2687509"/>
            <a:ext cx="329687" cy="353648"/>
            <a:chOff x="-31874100" y="1939525"/>
            <a:chExt cx="271750" cy="291500"/>
          </a:xfrm>
        </p:grpSpPr>
        <p:sp>
          <p:nvSpPr>
            <p:cNvPr id="9260" name="Google Shape;9260;p64"/>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4"/>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2" name="Google Shape;9262;p64"/>
          <p:cNvSpPr/>
          <p:nvPr/>
        </p:nvSpPr>
        <p:spPr>
          <a:xfrm>
            <a:off x="2211275" y="3155955"/>
            <a:ext cx="311550" cy="353587"/>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3" name="Google Shape;9263;p64"/>
          <p:cNvGrpSpPr/>
          <p:nvPr/>
        </p:nvGrpSpPr>
        <p:grpSpPr>
          <a:xfrm>
            <a:off x="2186451" y="3616531"/>
            <a:ext cx="366963" cy="352768"/>
            <a:chOff x="-31889075" y="2658950"/>
            <a:chExt cx="302475" cy="290775"/>
          </a:xfrm>
        </p:grpSpPr>
        <p:sp>
          <p:nvSpPr>
            <p:cNvPr id="9264" name="Google Shape;9264;p64"/>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4"/>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66" name="Google Shape;9266;p64"/>
          <p:cNvSpPr/>
          <p:nvPr/>
        </p:nvSpPr>
        <p:spPr>
          <a:xfrm>
            <a:off x="3974577" y="3155469"/>
            <a:ext cx="356438" cy="354558"/>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7" name="Google Shape;9267;p64"/>
          <p:cNvGrpSpPr/>
          <p:nvPr/>
        </p:nvGrpSpPr>
        <p:grpSpPr>
          <a:xfrm>
            <a:off x="1747421" y="1306759"/>
            <a:ext cx="354527" cy="355498"/>
            <a:chOff x="-35136450" y="1912725"/>
            <a:chExt cx="292225" cy="293025"/>
          </a:xfrm>
        </p:grpSpPr>
        <p:sp>
          <p:nvSpPr>
            <p:cNvPr id="9268" name="Google Shape;9268;p64"/>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4"/>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4"/>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1" name="Google Shape;9271;p64"/>
          <p:cNvGrpSpPr/>
          <p:nvPr/>
        </p:nvGrpSpPr>
        <p:grpSpPr>
          <a:xfrm>
            <a:off x="1747891" y="1765978"/>
            <a:ext cx="353587" cy="354103"/>
            <a:chOff x="-35134875" y="2272675"/>
            <a:chExt cx="291450" cy="291875"/>
          </a:xfrm>
        </p:grpSpPr>
        <p:sp>
          <p:nvSpPr>
            <p:cNvPr id="9272" name="Google Shape;9272;p64"/>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4"/>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4"/>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4"/>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6" name="Google Shape;9276;p64"/>
          <p:cNvGrpSpPr/>
          <p:nvPr/>
        </p:nvGrpSpPr>
        <p:grpSpPr>
          <a:xfrm>
            <a:off x="1789458" y="2221307"/>
            <a:ext cx="270453" cy="353587"/>
            <a:chOff x="-35101800" y="2631050"/>
            <a:chExt cx="222925" cy="291450"/>
          </a:xfrm>
        </p:grpSpPr>
        <p:sp>
          <p:nvSpPr>
            <p:cNvPr id="9277" name="Google Shape;9277;p64"/>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4"/>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4"/>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4"/>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1" name="Google Shape;9281;p64"/>
          <p:cNvSpPr/>
          <p:nvPr/>
        </p:nvSpPr>
        <p:spPr>
          <a:xfrm>
            <a:off x="3982155" y="1307046"/>
            <a:ext cx="338270" cy="355255"/>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2" name="Google Shape;9282;p64"/>
          <p:cNvGrpSpPr/>
          <p:nvPr/>
        </p:nvGrpSpPr>
        <p:grpSpPr>
          <a:xfrm>
            <a:off x="3977510" y="1765295"/>
            <a:ext cx="353587" cy="355468"/>
            <a:chOff x="-33314675" y="2275050"/>
            <a:chExt cx="291450" cy="293000"/>
          </a:xfrm>
        </p:grpSpPr>
        <p:sp>
          <p:nvSpPr>
            <p:cNvPr id="9283" name="Google Shape;9283;p64"/>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4"/>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4"/>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6" name="Google Shape;9286;p64"/>
          <p:cNvSpPr/>
          <p:nvPr/>
        </p:nvSpPr>
        <p:spPr>
          <a:xfrm>
            <a:off x="3973071" y="2220094"/>
            <a:ext cx="356438" cy="356468"/>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7" name="Google Shape;9287;p64"/>
          <p:cNvGrpSpPr/>
          <p:nvPr/>
        </p:nvGrpSpPr>
        <p:grpSpPr>
          <a:xfrm>
            <a:off x="2639701" y="2687555"/>
            <a:ext cx="353587" cy="353557"/>
            <a:chOff x="-31523625" y="1939525"/>
            <a:chExt cx="291450" cy="291425"/>
          </a:xfrm>
        </p:grpSpPr>
        <p:sp>
          <p:nvSpPr>
            <p:cNvPr id="9288" name="Google Shape;9288;p64"/>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4"/>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4"/>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4"/>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4"/>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4"/>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4"/>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4"/>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4"/>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4"/>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4"/>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9" name="Google Shape;9299;p64"/>
          <p:cNvGrpSpPr/>
          <p:nvPr/>
        </p:nvGrpSpPr>
        <p:grpSpPr>
          <a:xfrm>
            <a:off x="2638746" y="3155755"/>
            <a:ext cx="355498" cy="353587"/>
            <a:chOff x="-31523625" y="2298675"/>
            <a:chExt cx="293025" cy="291450"/>
          </a:xfrm>
        </p:grpSpPr>
        <p:sp>
          <p:nvSpPr>
            <p:cNvPr id="9300" name="Google Shape;9300;p64"/>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4"/>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4"/>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03" name="Google Shape;9303;p64"/>
          <p:cNvSpPr/>
          <p:nvPr/>
        </p:nvSpPr>
        <p:spPr>
          <a:xfrm>
            <a:off x="2633984" y="3614926"/>
            <a:ext cx="359320" cy="356438"/>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4"/>
          <p:cNvSpPr/>
          <p:nvPr/>
        </p:nvSpPr>
        <p:spPr>
          <a:xfrm>
            <a:off x="3975533" y="3616352"/>
            <a:ext cx="354527" cy="353587"/>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05" name="Google Shape;9305;p64"/>
          <p:cNvGrpSpPr/>
          <p:nvPr/>
        </p:nvGrpSpPr>
        <p:grpSpPr>
          <a:xfrm>
            <a:off x="2205934" y="1307729"/>
            <a:ext cx="331598" cy="353557"/>
            <a:chOff x="-34767825" y="1914325"/>
            <a:chExt cx="273325" cy="291425"/>
          </a:xfrm>
        </p:grpSpPr>
        <p:sp>
          <p:nvSpPr>
            <p:cNvPr id="9306" name="Google Shape;9306;p64"/>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4"/>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4"/>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9" name="Google Shape;9309;p64"/>
          <p:cNvGrpSpPr/>
          <p:nvPr/>
        </p:nvGrpSpPr>
        <p:grpSpPr>
          <a:xfrm>
            <a:off x="2193513" y="1765280"/>
            <a:ext cx="356438" cy="355498"/>
            <a:chOff x="-34778075" y="2272675"/>
            <a:chExt cx="293800" cy="293025"/>
          </a:xfrm>
        </p:grpSpPr>
        <p:sp>
          <p:nvSpPr>
            <p:cNvPr id="9310" name="Google Shape;9310;p64"/>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4"/>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4"/>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3" name="Google Shape;9313;p64"/>
          <p:cNvGrpSpPr/>
          <p:nvPr/>
        </p:nvGrpSpPr>
        <p:grpSpPr>
          <a:xfrm>
            <a:off x="2194939" y="2221307"/>
            <a:ext cx="353587" cy="353587"/>
            <a:chOff x="-34776500" y="2631825"/>
            <a:chExt cx="291450" cy="291450"/>
          </a:xfrm>
        </p:grpSpPr>
        <p:sp>
          <p:nvSpPr>
            <p:cNvPr id="9314" name="Google Shape;9314;p64"/>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4"/>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4"/>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7" name="Google Shape;9317;p64"/>
          <p:cNvGrpSpPr/>
          <p:nvPr/>
        </p:nvGrpSpPr>
        <p:grpSpPr>
          <a:xfrm>
            <a:off x="853628" y="2685160"/>
            <a:ext cx="354527" cy="358349"/>
            <a:chOff x="-32956300" y="1915900"/>
            <a:chExt cx="292225" cy="295375"/>
          </a:xfrm>
        </p:grpSpPr>
        <p:sp>
          <p:nvSpPr>
            <p:cNvPr id="9318" name="Google Shape;9318;p64"/>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4"/>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0" name="Google Shape;9320;p64"/>
          <p:cNvSpPr/>
          <p:nvPr/>
        </p:nvSpPr>
        <p:spPr>
          <a:xfrm>
            <a:off x="850648" y="3155970"/>
            <a:ext cx="354527" cy="353557"/>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4"/>
          <p:cNvSpPr/>
          <p:nvPr/>
        </p:nvSpPr>
        <p:spPr>
          <a:xfrm>
            <a:off x="850162" y="3615866"/>
            <a:ext cx="355498" cy="354558"/>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22" name="Google Shape;9322;p64"/>
          <p:cNvGrpSpPr/>
          <p:nvPr/>
        </p:nvGrpSpPr>
        <p:grpSpPr>
          <a:xfrm>
            <a:off x="3081101" y="2687555"/>
            <a:ext cx="356438" cy="353557"/>
            <a:chOff x="-31166825" y="1939525"/>
            <a:chExt cx="293800" cy="291425"/>
          </a:xfrm>
        </p:grpSpPr>
        <p:sp>
          <p:nvSpPr>
            <p:cNvPr id="9323" name="Google Shape;9323;p64"/>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4"/>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4"/>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4"/>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4"/>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4"/>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4"/>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4"/>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4"/>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4"/>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4"/>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4" name="Google Shape;9334;p64"/>
          <p:cNvGrpSpPr/>
          <p:nvPr/>
        </p:nvGrpSpPr>
        <p:grpSpPr>
          <a:xfrm>
            <a:off x="3082057" y="3155482"/>
            <a:ext cx="354527" cy="354133"/>
            <a:chOff x="-31165250" y="2298675"/>
            <a:chExt cx="292225" cy="291900"/>
          </a:xfrm>
        </p:grpSpPr>
        <p:sp>
          <p:nvSpPr>
            <p:cNvPr id="9335" name="Google Shape;9335;p64"/>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64"/>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64"/>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8" name="Google Shape;9338;p64"/>
          <p:cNvGrpSpPr/>
          <p:nvPr/>
        </p:nvGrpSpPr>
        <p:grpSpPr>
          <a:xfrm>
            <a:off x="3082542" y="3616136"/>
            <a:ext cx="353557" cy="353557"/>
            <a:chOff x="-31164450" y="2657050"/>
            <a:chExt cx="291425" cy="291425"/>
          </a:xfrm>
        </p:grpSpPr>
        <p:sp>
          <p:nvSpPr>
            <p:cNvPr id="9339" name="Google Shape;9339;p64"/>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4"/>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4"/>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4"/>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43" name="Google Shape;9343;p64"/>
          <p:cNvSpPr/>
          <p:nvPr/>
        </p:nvSpPr>
        <p:spPr>
          <a:xfrm>
            <a:off x="2188967" y="4036858"/>
            <a:ext cx="355498" cy="352617"/>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4" name="Google Shape;9344;p64"/>
          <p:cNvGrpSpPr/>
          <p:nvPr/>
        </p:nvGrpSpPr>
        <p:grpSpPr>
          <a:xfrm>
            <a:off x="2632987" y="1307366"/>
            <a:ext cx="358349" cy="354285"/>
            <a:chOff x="-34421275" y="1912725"/>
            <a:chExt cx="295375" cy="292025"/>
          </a:xfrm>
        </p:grpSpPr>
        <p:sp>
          <p:nvSpPr>
            <p:cNvPr id="9345" name="Google Shape;9345;p64"/>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4"/>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7" name="Google Shape;9347;p64"/>
          <p:cNvGrpSpPr/>
          <p:nvPr/>
        </p:nvGrpSpPr>
        <p:grpSpPr>
          <a:xfrm>
            <a:off x="2632032" y="1765280"/>
            <a:ext cx="360260" cy="355498"/>
            <a:chOff x="-34418125" y="2271100"/>
            <a:chExt cx="296950" cy="293025"/>
          </a:xfrm>
        </p:grpSpPr>
        <p:sp>
          <p:nvSpPr>
            <p:cNvPr id="9348" name="Google Shape;9348;p64"/>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4"/>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4"/>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4"/>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4"/>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3" name="Google Shape;9353;p64"/>
          <p:cNvGrpSpPr/>
          <p:nvPr/>
        </p:nvGrpSpPr>
        <p:grpSpPr>
          <a:xfrm>
            <a:off x="2632987" y="2221307"/>
            <a:ext cx="358349" cy="353587"/>
            <a:chOff x="-34421275" y="2631050"/>
            <a:chExt cx="295375" cy="291450"/>
          </a:xfrm>
        </p:grpSpPr>
        <p:sp>
          <p:nvSpPr>
            <p:cNvPr id="9354" name="Google Shape;9354;p64"/>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4"/>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4"/>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4"/>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58" name="Google Shape;9358;p64"/>
          <p:cNvSpPr/>
          <p:nvPr/>
        </p:nvSpPr>
        <p:spPr>
          <a:xfrm>
            <a:off x="1299154" y="2687237"/>
            <a:ext cx="353587" cy="354527"/>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4"/>
          <p:cNvSpPr/>
          <p:nvPr/>
        </p:nvSpPr>
        <p:spPr>
          <a:xfrm>
            <a:off x="1299154" y="3155970"/>
            <a:ext cx="353587" cy="353557"/>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4"/>
          <p:cNvSpPr/>
          <p:nvPr/>
        </p:nvSpPr>
        <p:spPr>
          <a:xfrm>
            <a:off x="1290085" y="3616003"/>
            <a:ext cx="371724" cy="354285"/>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61" name="Google Shape;9361;p64"/>
          <p:cNvGrpSpPr/>
          <p:nvPr/>
        </p:nvGrpSpPr>
        <p:grpSpPr>
          <a:xfrm>
            <a:off x="3537620" y="2688025"/>
            <a:ext cx="353587" cy="352617"/>
            <a:chOff x="-30805300" y="1938725"/>
            <a:chExt cx="291450" cy="290650"/>
          </a:xfrm>
        </p:grpSpPr>
        <p:sp>
          <p:nvSpPr>
            <p:cNvPr id="9362" name="Google Shape;9362;p64"/>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4"/>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4" name="Google Shape;9364;p64"/>
          <p:cNvGrpSpPr/>
          <p:nvPr/>
        </p:nvGrpSpPr>
        <p:grpSpPr>
          <a:xfrm>
            <a:off x="3538105" y="3155952"/>
            <a:ext cx="352617" cy="353193"/>
            <a:chOff x="-30805300" y="2298675"/>
            <a:chExt cx="290650" cy="291125"/>
          </a:xfrm>
        </p:grpSpPr>
        <p:sp>
          <p:nvSpPr>
            <p:cNvPr id="9365" name="Google Shape;9365;p64"/>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4"/>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4"/>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4"/>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9" name="Google Shape;9369;p64"/>
          <p:cNvGrpSpPr/>
          <p:nvPr/>
        </p:nvGrpSpPr>
        <p:grpSpPr>
          <a:xfrm>
            <a:off x="3537635" y="3616136"/>
            <a:ext cx="353557" cy="353557"/>
            <a:chOff x="-30806075" y="2657050"/>
            <a:chExt cx="291425" cy="291425"/>
          </a:xfrm>
        </p:grpSpPr>
        <p:sp>
          <p:nvSpPr>
            <p:cNvPr id="9370" name="Google Shape;9370;p64"/>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64"/>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4"/>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3" name="Google Shape;9373;p64"/>
          <p:cNvGrpSpPr/>
          <p:nvPr/>
        </p:nvGrpSpPr>
        <p:grpSpPr>
          <a:xfrm>
            <a:off x="2639681" y="4073943"/>
            <a:ext cx="353557" cy="353557"/>
            <a:chOff x="-30064925" y="2332550"/>
            <a:chExt cx="291425" cy="291425"/>
          </a:xfrm>
        </p:grpSpPr>
        <p:sp>
          <p:nvSpPr>
            <p:cNvPr id="9374" name="Google Shape;9374;p64"/>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4"/>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4"/>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7" name="Google Shape;9377;p64"/>
          <p:cNvGrpSpPr/>
          <p:nvPr/>
        </p:nvGrpSpPr>
        <p:grpSpPr>
          <a:xfrm>
            <a:off x="3983068" y="2683443"/>
            <a:ext cx="348855" cy="347879"/>
            <a:chOff x="2821450" y="2957850"/>
            <a:chExt cx="259275" cy="258550"/>
          </a:xfrm>
        </p:grpSpPr>
        <p:sp>
          <p:nvSpPr>
            <p:cNvPr id="9378" name="Google Shape;9378;p64"/>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4"/>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4"/>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chemeClr val="dk2"/>
            </a:solidFill>
            <a:ln>
              <a:noFill/>
            </a:ln>
          </p:spPr>
          <p:txBody>
            <a:bodyPr/>
            <a:lstStyle/>
            <a:p>
              <a:endParaRPr lang="hu-HU"/>
            </a:p>
          </p:txBody>
        </p:sp>
      </p:grpSp>
      <p:grpSp>
        <p:nvGrpSpPr>
          <p:cNvPr id="9381" name="Google Shape;9381;p64"/>
          <p:cNvGrpSpPr/>
          <p:nvPr/>
        </p:nvGrpSpPr>
        <p:grpSpPr>
          <a:xfrm>
            <a:off x="4858100" y="1304461"/>
            <a:ext cx="361090" cy="361090"/>
            <a:chOff x="-57970450" y="1903275"/>
            <a:chExt cx="318225" cy="318225"/>
          </a:xfrm>
        </p:grpSpPr>
        <p:sp>
          <p:nvSpPr>
            <p:cNvPr id="9382" name="Google Shape;9382;p64"/>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4"/>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4"/>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4"/>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6" name="Google Shape;9386;p64"/>
          <p:cNvGrpSpPr/>
          <p:nvPr/>
        </p:nvGrpSpPr>
        <p:grpSpPr>
          <a:xfrm>
            <a:off x="4880000" y="1780418"/>
            <a:ext cx="317290" cy="359303"/>
            <a:chOff x="-57950750" y="2296300"/>
            <a:chExt cx="279625" cy="316650"/>
          </a:xfrm>
        </p:grpSpPr>
        <p:sp>
          <p:nvSpPr>
            <p:cNvPr id="9387" name="Google Shape;9387;p64"/>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4"/>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4"/>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4"/>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1" name="Google Shape;9391;p64"/>
          <p:cNvGrpSpPr/>
          <p:nvPr/>
        </p:nvGrpSpPr>
        <p:grpSpPr>
          <a:xfrm>
            <a:off x="4858214" y="2232094"/>
            <a:ext cx="360863" cy="360211"/>
            <a:chOff x="-57969675" y="2687750"/>
            <a:chExt cx="318025" cy="317450"/>
          </a:xfrm>
        </p:grpSpPr>
        <p:sp>
          <p:nvSpPr>
            <p:cNvPr id="9392" name="Google Shape;9392;p64"/>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4"/>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4"/>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4"/>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6" name="Google Shape;9396;p64"/>
          <p:cNvGrpSpPr/>
          <p:nvPr/>
        </p:nvGrpSpPr>
        <p:grpSpPr>
          <a:xfrm>
            <a:off x="7067397" y="1304461"/>
            <a:ext cx="363785" cy="361090"/>
            <a:chOff x="-56012425" y="1903275"/>
            <a:chExt cx="320600" cy="318225"/>
          </a:xfrm>
        </p:grpSpPr>
        <p:sp>
          <p:nvSpPr>
            <p:cNvPr id="9397" name="Google Shape;9397;p64"/>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4"/>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9" name="Google Shape;9399;p64"/>
          <p:cNvGrpSpPr/>
          <p:nvPr/>
        </p:nvGrpSpPr>
        <p:grpSpPr>
          <a:xfrm>
            <a:off x="7068290" y="1778631"/>
            <a:ext cx="361998" cy="361998"/>
            <a:chOff x="-56010850" y="2294725"/>
            <a:chExt cx="319025" cy="319025"/>
          </a:xfrm>
        </p:grpSpPr>
        <p:sp>
          <p:nvSpPr>
            <p:cNvPr id="9400" name="Google Shape;9400;p64"/>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4"/>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4"/>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4"/>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4" name="Google Shape;9404;p64"/>
          <p:cNvGrpSpPr/>
          <p:nvPr/>
        </p:nvGrpSpPr>
        <p:grpSpPr>
          <a:xfrm>
            <a:off x="7068305" y="2231215"/>
            <a:ext cx="361969" cy="361090"/>
            <a:chOff x="-56010050" y="2686975"/>
            <a:chExt cx="319000" cy="318225"/>
          </a:xfrm>
        </p:grpSpPr>
        <p:sp>
          <p:nvSpPr>
            <p:cNvPr id="9405" name="Google Shape;9405;p64"/>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4"/>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4"/>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4"/>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9" name="Google Shape;9409;p64"/>
          <p:cNvGrpSpPr/>
          <p:nvPr/>
        </p:nvGrpSpPr>
        <p:grpSpPr>
          <a:xfrm>
            <a:off x="5753801" y="2684124"/>
            <a:ext cx="361998" cy="361090"/>
            <a:chOff x="-54081175" y="1903275"/>
            <a:chExt cx="319025" cy="318225"/>
          </a:xfrm>
        </p:grpSpPr>
        <p:sp>
          <p:nvSpPr>
            <p:cNvPr id="9410" name="Google Shape;9410;p64"/>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4"/>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2" name="Google Shape;9412;p64"/>
          <p:cNvGrpSpPr/>
          <p:nvPr/>
        </p:nvGrpSpPr>
        <p:grpSpPr>
          <a:xfrm>
            <a:off x="5776154" y="3137587"/>
            <a:ext cx="317290" cy="360211"/>
            <a:chOff x="-54063050" y="2296300"/>
            <a:chExt cx="279625" cy="317450"/>
          </a:xfrm>
        </p:grpSpPr>
        <p:sp>
          <p:nvSpPr>
            <p:cNvPr id="9413" name="Google Shape;9413;p64"/>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4"/>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4"/>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4"/>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4"/>
          <p:cNvGrpSpPr/>
          <p:nvPr/>
        </p:nvGrpSpPr>
        <p:grpSpPr>
          <a:xfrm>
            <a:off x="5776154" y="3601649"/>
            <a:ext cx="317290" cy="361033"/>
            <a:chOff x="-54061475" y="2685450"/>
            <a:chExt cx="279625" cy="318175"/>
          </a:xfrm>
        </p:grpSpPr>
        <p:sp>
          <p:nvSpPr>
            <p:cNvPr id="9418" name="Google Shape;9418;p64"/>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4"/>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4"/>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4"/>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2" name="Google Shape;9422;p64"/>
          <p:cNvGrpSpPr/>
          <p:nvPr/>
        </p:nvGrpSpPr>
        <p:grpSpPr>
          <a:xfrm>
            <a:off x="8029690" y="2693967"/>
            <a:ext cx="275278" cy="361969"/>
            <a:chOff x="-52074300" y="1911950"/>
            <a:chExt cx="242600" cy="319000"/>
          </a:xfrm>
        </p:grpSpPr>
        <p:sp>
          <p:nvSpPr>
            <p:cNvPr id="9423" name="Google Shape;9423;p64"/>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4"/>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4"/>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4"/>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7" name="Google Shape;9427;p64"/>
          <p:cNvGrpSpPr/>
          <p:nvPr/>
        </p:nvGrpSpPr>
        <p:grpSpPr>
          <a:xfrm>
            <a:off x="5287689" y="1305369"/>
            <a:ext cx="361998" cy="361090"/>
            <a:chOff x="-57578225" y="1904075"/>
            <a:chExt cx="319025" cy="318225"/>
          </a:xfrm>
        </p:grpSpPr>
        <p:sp>
          <p:nvSpPr>
            <p:cNvPr id="9428" name="Google Shape;9428;p64"/>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4"/>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4"/>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4"/>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2" name="Google Shape;9432;p64"/>
          <p:cNvGrpSpPr/>
          <p:nvPr/>
        </p:nvGrpSpPr>
        <p:grpSpPr>
          <a:xfrm>
            <a:off x="5310042" y="1778631"/>
            <a:ext cx="317290" cy="361090"/>
            <a:chOff x="-57558525" y="2294725"/>
            <a:chExt cx="279625" cy="318225"/>
          </a:xfrm>
        </p:grpSpPr>
        <p:sp>
          <p:nvSpPr>
            <p:cNvPr id="9433" name="Google Shape;9433;p64"/>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4"/>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4"/>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4"/>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4"/>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8" name="Google Shape;9438;p64"/>
          <p:cNvGrpSpPr/>
          <p:nvPr/>
        </p:nvGrpSpPr>
        <p:grpSpPr>
          <a:xfrm>
            <a:off x="5285901" y="2231215"/>
            <a:ext cx="365572" cy="361969"/>
            <a:chOff x="-57579800" y="2686975"/>
            <a:chExt cx="322175" cy="319000"/>
          </a:xfrm>
        </p:grpSpPr>
        <p:sp>
          <p:nvSpPr>
            <p:cNvPr id="9439" name="Google Shape;9439;p64"/>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64"/>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1" name="Google Shape;9441;p64"/>
          <p:cNvGrpSpPr/>
          <p:nvPr/>
        </p:nvGrpSpPr>
        <p:grpSpPr>
          <a:xfrm>
            <a:off x="7510682" y="1778631"/>
            <a:ext cx="367359" cy="361090"/>
            <a:chOff x="-55620975" y="2294725"/>
            <a:chExt cx="323750" cy="318225"/>
          </a:xfrm>
        </p:grpSpPr>
        <p:sp>
          <p:nvSpPr>
            <p:cNvPr id="9442" name="Google Shape;9442;p64"/>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4"/>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4"/>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4"/>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4"/>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4"/>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8" name="Google Shape;9448;p64"/>
          <p:cNvGrpSpPr/>
          <p:nvPr/>
        </p:nvGrpSpPr>
        <p:grpSpPr>
          <a:xfrm>
            <a:off x="7512923" y="2231130"/>
            <a:ext cx="362877" cy="361175"/>
            <a:chOff x="-55620175" y="2686900"/>
            <a:chExt cx="319800" cy="318300"/>
          </a:xfrm>
        </p:grpSpPr>
        <p:sp>
          <p:nvSpPr>
            <p:cNvPr id="9449" name="Google Shape;9449;p64"/>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4"/>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4"/>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4"/>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3" name="Google Shape;9453;p64"/>
          <p:cNvGrpSpPr/>
          <p:nvPr/>
        </p:nvGrpSpPr>
        <p:grpSpPr>
          <a:xfrm>
            <a:off x="6198887" y="2684124"/>
            <a:ext cx="361969" cy="361090"/>
            <a:chOff x="-53690500" y="1903275"/>
            <a:chExt cx="319000" cy="318225"/>
          </a:xfrm>
        </p:grpSpPr>
        <p:sp>
          <p:nvSpPr>
            <p:cNvPr id="9454" name="Google Shape;9454;p64"/>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4"/>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4"/>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4"/>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8" name="Google Shape;9458;p64"/>
          <p:cNvGrpSpPr/>
          <p:nvPr/>
        </p:nvGrpSpPr>
        <p:grpSpPr>
          <a:xfrm>
            <a:off x="6221226" y="3137587"/>
            <a:ext cx="317290" cy="359303"/>
            <a:chOff x="-53670800" y="2296300"/>
            <a:chExt cx="279625" cy="316650"/>
          </a:xfrm>
        </p:grpSpPr>
        <p:sp>
          <p:nvSpPr>
            <p:cNvPr id="9459" name="Google Shape;9459;p64"/>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4"/>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4"/>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4"/>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3" name="Google Shape;9463;p64"/>
          <p:cNvGrpSpPr/>
          <p:nvPr/>
        </p:nvGrpSpPr>
        <p:grpSpPr>
          <a:xfrm>
            <a:off x="6198887" y="3602925"/>
            <a:ext cx="361969" cy="361544"/>
            <a:chOff x="-53690500" y="2686575"/>
            <a:chExt cx="319000" cy="318625"/>
          </a:xfrm>
        </p:grpSpPr>
        <p:sp>
          <p:nvSpPr>
            <p:cNvPr id="9464" name="Google Shape;9464;p64"/>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64"/>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4"/>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4"/>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8" name="Google Shape;9468;p64"/>
          <p:cNvGrpSpPr/>
          <p:nvPr/>
        </p:nvGrpSpPr>
        <p:grpSpPr>
          <a:xfrm>
            <a:off x="8008669" y="3145785"/>
            <a:ext cx="317319" cy="360948"/>
            <a:chOff x="-52092425" y="2303525"/>
            <a:chExt cx="279650" cy="318100"/>
          </a:xfrm>
        </p:grpSpPr>
        <p:sp>
          <p:nvSpPr>
            <p:cNvPr id="9469" name="Google Shape;9469;p64"/>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4"/>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4"/>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4"/>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4"/>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4" name="Google Shape;9474;p64"/>
          <p:cNvGrpSpPr/>
          <p:nvPr/>
        </p:nvGrpSpPr>
        <p:grpSpPr>
          <a:xfrm>
            <a:off x="5727728" y="1306249"/>
            <a:ext cx="363756" cy="361090"/>
            <a:chOff x="-57189125" y="1904850"/>
            <a:chExt cx="320575" cy="318225"/>
          </a:xfrm>
        </p:grpSpPr>
        <p:sp>
          <p:nvSpPr>
            <p:cNvPr id="9475" name="Google Shape;9475;p64"/>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4"/>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4"/>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4"/>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4"/>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0" name="Google Shape;9480;p64"/>
          <p:cNvGrpSpPr/>
          <p:nvPr/>
        </p:nvGrpSpPr>
        <p:grpSpPr>
          <a:xfrm>
            <a:off x="5728621" y="1800985"/>
            <a:ext cx="361969" cy="316411"/>
            <a:chOff x="-57187550" y="2314425"/>
            <a:chExt cx="319000" cy="278850"/>
          </a:xfrm>
        </p:grpSpPr>
        <p:sp>
          <p:nvSpPr>
            <p:cNvPr id="9481" name="Google Shape;9481;p64"/>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4"/>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4"/>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4"/>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5" name="Google Shape;9485;p64"/>
          <p:cNvGrpSpPr/>
          <p:nvPr/>
        </p:nvGrpSpPr>
        <p:grpSpPr>
          <a:xfrm>
            <a:off x="5745585" y="2230534"/>
            <a:ext cx="328042" cy="361771"/>
            <a:chOff x="-57172600" y="2686375"/>
            <a:chExt cx="289100" cy="318825"/>
          </a:xfrm>
        </p:grpSpPr>
        <p:sp>
          <p:nvSpPr>
            <p:cNvPr id="9486" name="Google Shape;9486;p64"/>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4"/>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8" name="Google Shape;9488;p64"/>
          <p:cNvGrpSpPr/>
          <p:nvPr/>
        </p:nvGrpSpPr>
        <p:grpSpPr>
          <a:xfrm>
            <a:off x="7958434" y="1304461"/>
            <a:ext cx="361090" cy="359303"/>
            <a:chOff x="-55225575" y="1903275"/>
            <a:chExt cx="318225" cy="316650"/>
          </a:xfrm>
        </p:grpSpPr>
        <p:sp>
          <p:nvSpPr>
            <p:cNvPr id="9489" name="Google Shape;9489;p64"/>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4"/>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4"/>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4"/>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4"/>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4" name="Google Shape;9494;p64"/>
          <p:cNvGrpSpPr/>
          <p:nvPr/>
        </p:nvGrpSpPr>
        <p:grpSpPr>
          <a:xfrm>
            <a:off x="7969611" y="1780418"/>
            <a:ext cx="338736" cy="359303"/>
            <a:chOff x="-55217700" y="2296300"/>
            <a:chExt cx="298525" cy="316650"/>
          </a:xfrm>
        </p:grpSpPr>
        <p:sp>
          <p:nvSpPr>
            <p:cNvPr id="9495" name="Google Shape;9495;p64"/>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4"/>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4"/>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4"/>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9" name="Google Shape;9499;p64"/>
          <p:cNvGrpSpPr/>
          <p:nvPr/>
        </p:nvGrpSpPr>
        <p:grpSpPr>
          <a:xfrm>
            <a:off x="7957541" y="2233002"/>
            <a:ext cx="362877" cy="359303"/>
            <a:chOff x="-55229525" y="2688550"/>
            <a:chExt cx="319800" cy="316650"/>
          </a:xfrm>
        </p:grpSpPr>
        <p:sp>
          <p:nvSpPr>
            <p:cNvPr id="9500" name="Google Shape;9500;p64"/>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4"/>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4"/>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4"/>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4" name="Google Shape;9504;p64"/>
          <p:cNvGrpSpPr/>
          <p:nvPr/>
        </p:nvGrpSpPr>
        <p:grpSpPr>
          <a:xfrm>
            <a:off x="6653760" y="2684124"/>
            <a:ext cx="338765" cy="361090"/>
            <a:chOff x="-53288825" y="1903275"/>
            <a:chExt cx="298550" cy="318225"/>
          </a:xfrm>
        </p:grpSpPr>
        <p:sp>
          <p:nvSpPr>
            <p:cNvPr id="9505" name="Google Shape;9505;p64"/>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4"/>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4"/>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8" name="Google Shape;9508;p64"/>
          <p:cNvGrpSpPr/>
          <p:nvPr/>
        </p:nvGrpSpPr>
        <p:grpSpPr>
          <a:xfrm>
            <a:off x="6642143" y="3135800"/>
            <a:ext cx="361998" cy="361090"/>
            <a:chOff x="-53299850" y="2294725"/>
            <a:chExt cx="319025" cy="318225"/>
          </a:xfrm>
        </p:grpSpPr>
        <p:sp>
          <p:nvSpPr>
            <p:cNvPr id="9509" name="Google Shape;9509;p64"/>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4"/>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64"/>
          <p:cNvGrpSpPr/>
          <p:nvPr/>
        </p:nvGrpSpPr>
        <p:grpSpPr>
          <a:xfrm>
            <a:off x="6664936" y="3604259"/>
            <a:ext cx="316411" cy="360211"/>
            <a:chOff x="-53278575" y="2687750"/>
            <a:chExt cx="278850" cy="317450"/>
          </a:xfrm>
        </p:grpSpPr>
        <p:sp>
          <p:nvSpPr>
            <p:cNvPr id="9512" name="Google Shape;9512;p64"/>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4"/>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4"/>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4"/>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6" name="Google Shape;9516;p64"/>
          <p:cNvGrpSpPr/>
          <p:nvPr/>
        </p:nvGrpSpPr>
        <p:grpSpPr>
          <a:xfrm>
            <a:off x="7986330" y="3603947"/>
            <a:ext cx="361998" cy="362310"/>
            <a:chOff x="-52101875" y="2687475"/>
            <a:chExt cx="319025" cy="319300"/>
          </a:xfrm>
        </p:grpSpPr>
        <p:sp>
          <p:nvSpPr>
            <p:cNvPr id="9517" name="Google Shape;9517;p64"/>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4"/>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4"/>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4"/>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1" name="Google Shape;9521;p64"/>
          <p:cNvGrpSpPr/>
          <p:nvPr/>
        </p:nvGrpSpPr>
        <p:grpSpPr>
          <a:xfrm>
            <a:off x="6201079" y="1305369"/>
            <a:ext cx="317290" cy="361090"/>
            <a:chOff x="-56774050" y="1904075"/>
            <a:chExt cx="279625" cy="318225"/>
          </a:xfrm>
        </p:grpSpPr>
        <p:sp>
          <p:nvSpPr>
            <p:cNvPr id="9522" name="Google Shape;9522;p64"/>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4"/>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4" name="Google Shape;9524;p64"/>
          <p:cNvGrpSpPr/>
          <p:nvPr/>
        </p:nvGrpSpPr>
        <p:grpSpPr>
          <a:xfrm>
            <a:off x="6201079" y="1778631"/>
            <a:ext cx="317290" cy="361090"/>
            <a:chOff x="-56774850" y="2294725"/>
            <a:chExt cx="279625" cy="318225"/>
          </a:xfrm>
        </p:grpSpPr>
        <p:sp>
          <p:nvSpPr>
            <p:cNvPr id="9525" name="Google Shape;9525;p64"/>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4"/>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4"/>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8" name="Google Shape;9528;p64"/>
          <p:cNvGrpSpPr/>
          <p:nvPr/>
        </p:nvGrpSpPr>
        <p:grpSpPr>
          <a:xfrm>
            <a:off x="6222086" y="2231215"/>
            <a:ext cx="275278" cy="360182"/>
            <a:chOff x="-56756725" y="2686975"/>
            <a:chExt cx="242600" cy="317425"/>
          </a:xfrm>
        </p:grpSpPr>
        <p:sp>
          <p:nvSpPr>
            <p:cNvPr id="9529" name="Google Shape;9529;p64"/>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4"/>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4"/>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2" name="Google Shape;9532;p64"/>
          <p:cNvGrpSpPr/>
          <p:nvPr/>
        </p:nvGrpSpPr>
        <p:grpSpPr>
          <a:xfrm>
            <a:off x="4870518" y="2684124"/>
            <a:ext cx="337346" cy="361998"/>
            <a:chOff x="-54826975" y="1903275"/>
            <a:chExt cx="297300" cy="319025"/>
          </a:xfrm>
        </p:grpSpPr>
        <p:sp>
          <p:nvSpPr>
            <p:cNvPr id="9533" name="Google Shape;9533;p64"/>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64"/>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4"/>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6" name="Google Shape;9536;p64"/>
          <p:cNvGrpSpPr/>
          <p:nvPr/>
        </p:nvGrpSpPr>
        <p:grpSpPr>
          <a:xfrm>
            <a:off x="4858206" y="3137587"/>
            <a:ext cx="361969" cy="359274"/>
            <a:chOff x="-54836500" y="2296300"/>
            <a:chExt cx="319000" cy="316625"/>
          </a:xfrm>
        </p:grpSpPr>
        <p:sp>
          <p:nvSpPr>
            <p:cNvPr id="9537" name="Google Shape;9537;p64"/>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4"/>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4"/>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4"/>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1" name="Google Shape;9541;p64"/>
          <p:cNvGrpSpPr/>
          <p:nvPr/>
        </p:nvGrpSpPr>
        <p:grpSpPr>
          <a:xfrm>
            <a:off x="4879652" y="3604259"/>
            <a:ext cx="319078" cy="361090"/>
            <a:chOff x="-54817600" y="2687750"/>
            <a:chExt cx="281200" cy="318225"/>
          </a:xfrm>
        </p:grpSpPr>
        <p:sp>
          <p:nvSpPr>
            <p:cNvPr id="9542" name="Google Shape;9542;p64"/>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4"/>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4"/>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4"/>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6" name="Google Shape;9546;p64"/>
          <p:cNvGrpSpPr/>
          <p:nvPr/>
        </p:nvGrpSpPr>
        <p:grpSpPr>
          <a:xfrm>
            <a:off x="7110476" y="2684124"/>
            <a:ext cx="317290" cy="359303"/>
            <a:chOff x="-52887125" y="1903275"/>
            <a:chExt cx="279625" cy="316650"/>
          </a:xfrm>
        </p:grpSpPr>
        <p:sp>
          <p:nvSpPr>
            <p:cNvPr id="9547" name="Google Shape;9547;p64"/>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4"/>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9" name="Google Shape;9549;p64"/>
          <p:cNvGrpSpPr/>
          <p:nvPr/>
        </p:nvGrpSpPr>
        <p:grpSpPr>
          <a:xfrm>
            <a:off x="7089030" y="3134920"/>
            <a:ext cx="360182" cy="361969"/>
            <a:chOff x="-52906025" y="2293950"/>
            <a:chExt cx="317425" cy="319000"/>
          </a:xfrm>
        </p:grpSpPr>
        <p:sp>
          <p:nvSpPr>
            <p:cNvPr id="9550" name="Google Shape;9550;p64"/>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4"/>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4"/>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3" name="Google Shape;9553;p64"/>
          <p:cNvGrpSpPr/>
          <p:nvPr/>
        </p:nvGrpSpPr>
        <p:grpSpPr>
          <a:xfrm>
            <a:off x="7110476" y="3603379"/>
            <a:ext cx="317290" cy="361090"/>
            <a:chOff x="-52887125" y="2686975"/>
            <a:chExt cx="279625" cy="318225"/>
          </a:xfrm>
        </p:grpSpPr>
        <p:sp>
          <p:nvSpPr>
            <p:cNvPr id="9554" name="Google Shape;9554;p64"/>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4"/>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4"/>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4"/>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8" name="Google Shape;9558;p64"/>
          <p:cNvGrpSpPr/>
          <p:nvPr/>
        </p:nvGrpSpPr>
        <p:grpSpPr>
          <a:xfrm>
            <a:off x="6220848" y="4062998"/>
            <a:ext cx="318170" cy="359303"/>
            <a:chOff x="-51722225" y="1915100"/>
            <a:chExt cx="280400" cy="316650"/>
          </a:xfrm>
        </p:grpSpPr>
        <p:sp>
          <p:nvSpPr>
            <p:cNvPr id="9559" name="Google Shape;9559;p64"/>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4"/>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4"/>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4"/>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3" name="Google Shape;9563;p64"/>
          <p:cNvGrpSpPr/>
          <p:nvPr/>
        </p:nvGrpSpPr>
        <p:grpSpPr>
          <a:xfrm>
            <a:off x="6616678" y="1303695"/>
            <a:ext cx="370905" cy="360976"/>
            <a:chOff x="-56407800" y="1902600"/>
            <a:chExt cx="326875" cy="318125"/>
          </a:xfrm>
        </p:grpSpPr>
        <p:sp>
          <p:nvSpPr>
            <p:cNvPr id="9564" name="Google Shape;9564;p64"/>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4"/>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4"/>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7" name="Google Shape;9567;p64"/>
          <p:cNvGrpSpPr/>
          <p:nvPr/>
        </p:nvGrpSpPr>
        <p:grpSpPr>
          <a:xfrm>
            <a:off x="6622479" y="1790262"/>
            <a:ext cx="359303" cy="338736"/>
            <a:chOff x="-56401500" y="2304975"/>
            <a:chExt cx="316650" cy="298525"/>
          </a:xfrm>
        </p:grpSpPr>
        <p:sp>
          <p:nvSpPr>
            <p:cNvPr id="9568" name="Google Shape;9568;p64"/>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4"/>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4"/>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4"/>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2" name="Google Shape;9572;p64"/>
          <p:cNvGrpSpPr/>
          <p:nvPr/>
        </p:nvGrpSpPr>
        <p:grpSpPr>
          <a:xfrm>
            <a:off x="5328863" y="2682337"/>
            <a:ext cx="319985" cy="361090"/>
            <a:chOff x="-54426150" y="1901700"/>
            <a:chExt cx="282000" cy="318225"/>
          </a:xfrm>
        </p:grpSpPr>
        <p:sp>
          <p:nvSpPr>
            <p:cNvPr id="9573" name="Google Shape;9573;p64"/>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4"/>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4"/>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4"/>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7" name="Google Shape;9577;p64"/>
          <p:cNvGrpSpPr/>
          <p:nvPr/>
        </p:nvGrpSpPr>
        <p:grpSpPr>
          <a:xfrm>
            <a:off x="5328863" y="3135800"/>
            <a:ext cx="319985" cy="361998"/>
            <a:chOff x="-54426150" y="2294725"/>
            <a:chExt cx="282000" cy="319025"/>
          </a:xfrm>
        </p:grpSpPr>
        <p:sp>
          <p:nvSpPr>
            <p:cNvPr id="9578" name="Google Shape;9578;p64"/>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4"/>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4"/>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4"/>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4"/>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3" name="Google Shape;9583;p64"/>
          <p:cNvGrpSpPr/>
          <p:nvPr/>
        </p:nvGrpSpPr>
        <p:grpSpPr>
          <a:xfrm>
            <a:off x="5327076" y="3603379"/>
            <a:ext cx="323560" cy="361969"/>
            <a:chOff x="-54427725" y="2686975"/>
            <a:chExt cx="285150" cy="319000"/>
          </a:xfrm>
        </p:grpSpPr>
        <p:sp>
          <p:nvSpPr>
            <p:cNvPr id="9584" name="Google Shape;9584;p64"/>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4"/>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4"/>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4"/>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4"/>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9" name="Google Shape;9589;p64"/>
          <p:cNvGrpSpPr/>
          <p:nvPr/>
        </p:nvGrpSpPr>
        <p:grpSpPr>
          <a:xfrm>
            <a:off x="7533634" y="2684351"/>
            <a:ext cx="359303" cy="359984"/>
            <a:chOff x="-52513800" y="1903475"/>
            <a:chExt cx="316650" cy="317250"/>
          </a:xfrm>
        </p:grpSpPr>
        <p:sp>
          <p:nvSpPr>
            <p:cNvPr id="9590" name="Google Shape;9590;p64"/>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4"/>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2" name="Google Shape;9592;p64"/>
          <p:cNvGrpSpPr/>
          <p:nvPr/>
        </p:nvGrpSpPr>
        <p:grpSpPr>
          <a:xfrm>
            <a:off x="7543464" y="3136708"/>
            <a:ext cx="339644" cy="360182"/>
            <a:chOff x="-52505925" y="2295525"/>
            <a:chExt cx="299325" cy="317425"/>
          </a:xfrm>
        </p:grpSpPr>
        <p:sp>
          <p:nvSpPr>
            <p:cNvPr id="9593" name="Google Shape;9593;p64"/>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4"/>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4"/>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4"/>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7" name="Google Shape;9597;p64"/>
          <p:cNvGrpSpPr/>
          <p:nvPr/>
        </p:nvGrpSpPr>
        <p:grpSpPr>
          <a:xfrm>
            <a:off x="7554641" y="3603379"/>
            <a:ext cx="317290" cy="361090"/>
            <a:chOff x="-52494100" y="2686975"/>
            <a:chExt cx="279625" cy="318225"/>
          </a:xfrm>
        </p:grpSpPr>
        <p:sp>
          <p:nvSpPr>
            <p:cNvPr id="9598" name="Google Shape;9598;p64"/>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4"/>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4"/>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4"/>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2" name="Google Shape;9602;p64"/>
          <p:cNvGrpSpPr/>
          <p:nvPr/>
        </p:nvGrpSpPr>
        <p:grpSpPr>
          <a:xfrm>
            <a:off x="6665412" y="4064322"/>
            <a:ext cx="315503" cy="361090"/>
            <a:chOff x="-51708850" y="2305750"/>
            <a:chExt cx="278050" cy="318225"/>
          </a:xfrm>
        </p:grpSpPr>
        <p:sp>
          <p:nvSpPr>
            <p:cNvPr id="9603" name="Google Shape;9603;p64"/>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4"/>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4"/>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6" name="Google Shape;9606;p64"/>
          <p:cNvGrpSpPr/>
          <p:nvPr/>
        </p:nvGrpSpPr>
        <p:grpSpPr>
          <a:xfrm>
            <a:off x="7536807" y="1306109"/>
            <a:ext cx="319089" cy="362073"/>
            <a:chOff x="1044400" y="2917425"/>
            <a:chExt cx="248125" cy="281550"/>
          </a:xfrm>
        </p:grpSpPr>
        <p:sp>
          <p:nvSpPr>
            <p:cNvPr id="9607" name="Google Shape;9607;p64"/>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4"/>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4"/>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4"/>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4"/>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chemeClr val="dk2"/>
            </a:solidFill>
            <a:ln>
              <a:noFill/>
            </a:ln>
          </p:spPr>
          <p:txBody>
            <a:bodyPr/>
            <a:lstStyle/>
            <a:p>
              <a:endParaRPr lang="hu-HU"/>
            </a:p>
          </p:txBody>
        </p:sp>
        <p:sp>
          <p:nvSpPr>
            <p:cNvPr id="9612" name="Google Shape;9612;p64"/>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chemeClr val="dk2"/>
            </a:solidFill>
            <a:ln>
              <a:noFill/>
            </a:ln>
          </p:spPr>
          <p:txBody>
            <a:bodyPr/>
            <a:lstStyle/>
            <a:p>
              <a:endParaRPr lang="hu-HU"/>
            </a:p>
          </p:txBody>
        </p:sp>
        <p:sp>
          <p:nvSpPr>
            <p:cNvPr id="9613" name="Google Shape;9613;p64"/>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chemeClr val="dk2"/>
            </a:solidFill>
            <a:ln>
              <a:noFill/>
            </a:ln>
          </p:spPr>
          <p:txBody>
            <a:bodyPr/>
            <a:lstStyle/>
            <a:p>
              <a:endParaRPr lang="hu-HU"/>
            </a:p>
          </p:txBody>
        </p:sp>
        <p:sp>
          <p:nvSpPr>
            <p:cNvPr id="9614" name="Google Shape;9614;p64"/>
            <p:cNvSpPr/>
            <p:nvPr/>
          </p:nvSpPr>
          <p:spPr>
            <a:xfrm>
              <a:off x="1205975" y="2965750"/>
              <a:ext cx="21000" cy="162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4"/>
            <p:cNvSpPr/>
            <p:nvPr/>
          </p:nvSpPr>
          <p:spPr>
            <a:xfrm>
              <a:off x="1082225" y="2937250"/>
              <a:ext cx="11400" cy="264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16" name="Google Shape;9616;p64"/>
          <p:cNvSpPr/>
          <p:nvPr/>
        </p:nvSpPr>
        <p:spPr>
          <a:xfrm>
            <a:off x="6633660" y="2232052"/>
            <a:ext cx="343218" cy="362154"/>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620"/>
        <p:cNvGrpSpPr/>
        <p:nvPr/>
      </p:nvGrpSpPr>
      <p:grpSpPr>
        <a:xfrm>
          <a:off x="0" y="0"/>
          <a:ext cx="0" cy="0"/>
          <a:chOff x="0" y="0"/>
          <a:chExt cx="0" cy="0"/>
        </a:xfrm>
      </p:grpSpPr>
      <p:sp>
        <p:nvSpPr>
          <p:cNvPr id="9621" name="Google Shape;9621;p65"/>
          <p:cNvSpPr txBox="1">
            <a:spLocks noGrp="1"/>
          </p:cNvSpPr>
          <p:nvPr>
            <p:ph type="title" idx="4294967295"/>
          </p:nvPr>
        </p:nvSpPr>
        <p:spPr>
          <a:xfrm>
            <a:off x="849675" y="5110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Creative Process Icons</a:t>
            </a:r>
            <a:endParaRPr>
              <a:solidFill>
                <a:schemeClr val="lt1"/>
              </a:solidFill>
              <a:latin typeface="Arial"/>
              <a:ea typeface="Arial"/>
              <a:cs typeface="Arial"/>
              <a:sym typeface="Arial"/>
            </a:endParaRPr>
          </a:p>
        </p:txBody>
      </p:sp>
      <p:sp>
        <p:nvSpPr>
          <p:cNvPr id="9622" name="Google Shape;9622;p65"/>
          <p:cNvSpPr txBox="1">
            <a:spLocks noGrp="1"/>
          </p:cNvSpPr>
          <p:nvPr>
            <p:ph type="title" idx="4294967295"/>
          </p:nvPr>
        </p:nvSpPr>
        <p:spPr>
          <a:xfrm>
            <a:off x="4858400" y="5110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Performing Arts Icons</a:t>
            </a:r>
            <a:endParaRPr>
              <a:solidFill>
                <a:schemeClr val="lt1"/>
              </a:solidFill>
              <a:latin typeface="Arial"/>
              <a:ea typeface="Arial"/>
              <a:cs typeface="Arial"/>
              <a:sym typeface="Arial"/>
            </a:endParaRPr>
          </a:p>
        </p:txBody>
      </p:sp>
      <p:grpSp>
        <p:nvGrpSpPr>
          <p:cNvPr id="9623" name="Google Shape;9623;p65"/>
          <p:cNvGrpSpPr/>
          <p:nvPr/>
        </p:nvGrpSpPr>
        <p:grpSpPr>
          <a:xfrm>
            <a:off x="889109" y="1303003"/>
            <a:ext cx="278288" cy="357036"/>
            <a:chOff x="-50489600" y="1947400"/>
            <a:chExt cx="233150" cy="299125"/>
          </a:xfrm>
        </p:grpSpPr>
        <p:sp>
          <p:nvSpPr>
            <p:cNvPr id="9624" name="Google Shape;9624;p65"/>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5"/>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6" name="Google Shape;9626;p65"/>
          <p:cNvGrpSpPr/>
          <p:nvPr/>
        </p:nvGrpSpPr>
        <p:grpSpPr>
          <a:xfrm>
            <a:off x="849616" y="1757960"/>
            <a:ext cx="357274" cy="358199"/>
            <a:chOff x="-50523475" y="2316000"/>
            <a:chExt cx="299325" cy="300100"/>
          </a:xfrm>
        </p:grpSpPr>
        <p:sp>
          <p:nvSpPr>
            <p:cNvPr id="9627" name="Google Shape;9627;p65"/>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5"/>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9" name="Google Shape;9629;p65"/>
          <p:cNvGrpSpPr/>
          <p:nvPr/>
        </p:nvGrpSpPr>
        <p:grpSpPr>
          <a:xfrm>
            <a:off x="848213" y="2207269"/>
            <a:ext cx="360079" cy="357304"/>
            <a:chOff x="-50524250" y="2686150"/>
            <a:chExt cx="301675" cy="299350"/>
          </a:xfrm>
        </p:grpSpPr>
        <p:sp>
          <p:nvSpPr>
            <p:cNvPr id="9630" name="Google Shape;9630;p65"/>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5"/>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5"/>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5"/>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5"/>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5"/>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6" name="Google Shape;9636;p65"/>
          <p:cNvGrpSpPr/>
          <p:nvPr/>
        </p:nvGrpSpPr>
        <p:grpSpPr>
          <a:xfrm>
            <a:off x="3070976" y="1333082"/>
            <a:ext cx="358199" cy="359154"/>
            <a:chOff x="-48633950" y="1972600"/>
            <a:chExt cx="300100" cy="300900"/>
          </a:xfrm>
        </p:grpSpPr>
        <p:sp>
          <p:nvSpPr>
            <p:cNvPr id="9637" name="Google Shape;9637;p65"/>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5"/>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9" name="Google Shape;9639;p65"/>
          <p:cNvGrpSpPr/>
          <p:nvPr/>
        </p:nvGrpSpPr>
        <p:grpSpPr>
          <a:xfrm>
            <a:off x="3071439" y="2237377"/>
            <a:ext cx="357274" cy="357274"/>
            <a:chOff x="-48633175" y="2711375"/>
            <a:chExt cx="299325" cy="299325"/>
          </a:xfrm>
        </p:grpSpPr>
        <p:sp>
          <p:nvSpPr>
            <p:cNvPr id="9640" name="Google Shape;9640;p65"/>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5"/>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2" name="Google Shape;9642;p65"/>
          <p:cNvGrpSpPr/>
          <p:nvPr/>
        </p:nvGrpSpPr>
        <p:grpSpPr>
          <a:xfrm>
            <a:off x="1757928" y="2689329"/>
            <a:ext cx="314006" cy="358229"/>
            <a:chOff x="-46753100" y="1965500"/>
            <a:chExt cx="263075" cy="300125"/>
          </a:xfrm>
        </p:grpSpPr>
        <p:sp>
          <p:nvSpPr>
            <p:cNvPr id="9643" name="Google Shape;9643;p65"/>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65"/>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5" name="Google Shape;9645;p65"/>
          <p:cNvGrpSpPr/>
          <p:nvPr/>
        </p:nvGrpSpPr>
        <p:grpSpPr>
          <a:xfrm>
            <a:off x="1735354" y="3156542"/>
            <a:ext cx="359154" cy="315916"/>
            <a:chOff x="-46772025" y="2350650"/>
            <a:chExt cx="300900" cy="264675"/>
          </a:xfrm>
        </p:grpSpPr>
        <p:sp>
          <p:nvSpPr>
            <p:cNvPr id="9646" name="Google Shape;9646;p65"/>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5"/>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8" name="Google Shape;9648;p65"/>
          <p:cNvGrpSpPr/>
          <p:nvPr/>
        </p:nvGrpSpPr>
        <p:grpSpPr>
          <a:xfrm>
            <a:off x="1735354" y="3590820"/>
            <a:ext cx="359154" cy="359154"/>
            <a:chOff x="-46772025" y="2701925"/>
            <a:chExt cx="300900" cy="300900"/>
          </a:xfrm>
        </p:grpSpPr>
        <p:sp>
          <p:nvSpPr>
            <p:cNvPr id="9649" name="Google Shape;9649;p65"/>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5"/>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51" name="Google Shape;9651;p65"/>
          <p:cNvSpPr/>
          <p:nvPr/>
        </p:nvSpPr>
        <p:spPr>
          <a:xfrm>
            <a:off x="3964861" y="2731511"/>
            <a:ext cx="358199" cy="359154"/>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52" name="Google Shape;9652;p65"/>
          <p:cNvGrpSpPr/>
          <p:nvPr/>
        </p:nvGrpSpPr>
        <p:grpSpPr>
          <a:xfrm>
            <a:off x="1293035" y="1303928"/>
            <a:ext cx="358199" cy="359154"/>
            <a:chOff x="-50154075" y="1948175"/>
            <a:chExt cx="300100" cy="300900"/>
          </a:xfrm>
        </p:grpSpPr>
        <p:sp>
          <p:nvSpPr>
            <p:cNvPr id="9653" name="Google Shape;9653;p65"/>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5"/>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5" name="Google Shape;9655;p65"/>
          <p:cNvGrpSpPr/>
          <p:nvPr/>
        </p:nvGrpSpPr>
        <p:grpSpPr>
          <a:xfrm>
            <a:off x="1293035" y="1758885"/>
            <a:ext cx="358199" cy="358229"/>
            <a:chOff x="-50154850" y="2316775"/>
            <a:chExt cx="300100" cy="300125"/>
          </a:xfrm>
        </p:grpSpPr>
        <p:sp>
          <p:nvSpPr>
            <p:cNvPr id="9656" name="Google Shape;9656;p65"/>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5"/>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8" name="Google Shape;9658;p65"/>
          <p:cNvGrpSpPr/>
          <p:nvPr/>
        </p:nvGrpSpPr>
        <p:grpSpPr>
          <a:xfrm>
            <a:off x="1288813" y="2205896"/>
            <a:ext cx="366644" cy="356558"/>
            <a:chOff x="-50158000" y="2685000"/>
            <a:chExt cx="307175" cy="298725"/>
          </a:xfrm>
        </p:grpSpPr>
        <p:sp>
          <p:nvSpPr>
            <p:cNvPr id="9659" name="Google Shape;9659;p65"/>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5"/>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1" name="Google Shape;9661;p65"/>
          <p:cNvGrpSpPr/>
          <p:nvPr/>
        </p:nvGrpSpPr>
        <p:grpSpPr>
          <a:xfrm>
            <a:off x="3070499" y="1788993"/>
            <a:ext cx="359154" cy="361004"/>
            <a:chOff x="-48634750" y="2342000"/>
            <a:chExt cx="300900" cy="302450"/>
          </a:xfrm>
        </p:grpSpPr>
        <p:sp>
          <p:nvSpPr>
            <p:cNvPr id="9662" name="Google Shape;9662;p65"/>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5"/>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5"/>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5"/>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5"/>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5"/>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5"/>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5"/>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0" name="Google Shape;9670;p65"/>
          <p:cNvGrpSpPr/>
          <p:nvPr/>
        </p:nvGrpSpPr>
        <p:grpSpPr>
          <a:xfrm>
            <a:off x="3521599" y="1334007"/>
            <a:ext cx="361004" cy="358229"/>
            <a:chOff x="-48266125" y="1973375"/>
            <a:chExt cx="302450" cy="300125"/>
          </a:xfrm>
        </p:grpSpPr>
        <p:sp>
          <p:nvSpPr>
            <p:cNvPr id="9671" name="Google Shape;9671;p65"/>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5"/>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5"/>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65"/>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5"/>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5"/>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7" name="Google Shape;9677;p65"/>
          <p:cNvGrpSpPr/>
          <p:nvPr/>
        </p:nvGrpSpPr>
        <p:grpSpPr>
          <a:xfrm>
            <a:off x="3548844" y="1789769"/>
            <a:ext cx="306516" cy="358349"/>
            <a:chOff x="-48237000" y="2342650"/>
            <a:chExt cx="256800" cy="300225"/>
          </a:xfrm>
        </p:grpSpPr>
        <p:sp>
          <p:nvSpPr>
            <p:cNvPr id="9678" name="Google Shape;9678;p65"/>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5"/>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5"/>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1" name="Google Shape;9681;p65"/>
          <p:cNvGrpSpPr/>
          <p:nvPr/>
        </p:nvGrpSpPr>
        <p:grpSpPr>
          <a:xfrm>
            <a:off x="2180338" y="2690046"/>
            <a:ext cx="361034" cy="355633"/>
            <a:chOff x="-46404975" y="1966100"/>
            <a:chExt cx="302475" cy="297950"/>
          </a:xfrm>
        </p:grpSpPr>
        <p:sp>
          <p:nvSpPr>
            <p:cNvPr id="9682" name="Google Shape;9682;p65"/>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5"/>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5"/>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5"/>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6" name="Google Shape;9686;p65"/>
          <p:cNvGrpSpPr/>
          <p:nvPr/>
        </p:nvGrpSpPr>
        <p:grpSpPr>
          <a:xfrm>
            <a:off x="2181740" y="3135863"/>
            <a:ext cx="358229" cy="358199"/>
            <a:chOff x="-46401050" y="2333325"/>
            <a:chExt cx="300125" cy="300100"/>
          </a:xfrm>
        </p:grpSpPr>
        <p:sp>
          <p:nvSpPr>
            <p:cNvPr id="9687" name="Google Shape;9687;p65"/>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5"/>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5"/>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5"/>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91" name="Google Shape;9691;p65"/>
          <p:cNvSpPr/>
          <p:nvPr/>
        </p:nvSpPr>
        <p:spPr>
          <a:xfrm>
            <a:off x="2183438" y="3591597"/>
            <a:ext cx="360109" cy="359154"/>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92" name="Google Shape;9692;p65"/>
          <p:cNvGrpSpPr/>
          <p:nvPr/>
        </p:nvGrpSpPr>
        <p:grpSpPr>
          <a:xfrm>
            <a:off x="3961830" y="3146218"/>
            <a:ext cx="359154" cy="359124"/>
            <a:chOff x="-44914800" y="2342000"/>
            <a:chExt cx="300900" cy="300875"/>
          </a:xfrm>
        </p:grpSpPr>
        <p:sp>
          <p:nvSpPr>
            <p:cNvPr id="9693" name="Google Shape;9693;p65"/>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5"/>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5"/>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96" name="Google Shape;9696;p65"/>
          <p:cNvSpPr/>
          <p:nvPr/>
        </p:nvSpPr>
        <p:spPr>
          <a:xfrm>
            <a:off x="1739586" y="1303114"/>
            <a:ext cx="357274" cy="356797"/>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97" name="Google Shape;9697;p65"/>
          <p:cNvGrpSpPr/>
          <p:nvPr/>
        </p:nvGrpSpPr>
        <p:grpSpPr>
          <a:xfrm>
            <a:off x="1735816" y="1758736"/>
            <a:ext cx="359154" cy="357424"/>
            <a:chOff x="-49786250" y="2316650"/>
            <a:chExt cx="300900" cy="299450"/>
          </a:xfrm>
        </p:grpSpPr>
        <p:sp>
          <p:nvSpPr>
            <p:cNvPr id="9698" name="Google Shape;9698;p65"/>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5"/>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5"/>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5"/>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65"/>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5"/>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5"/>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05" name="Google Shape;9705;p65"/>
          <p:cNvSpPr/>
          <p:nvPr/>
        </p:nvSpPr>
        <p:spPr>
          <a:xfrm>
            <a:off x="1731604" y="2205242"/>
            <a:ext cx="373239" cy="359154"/>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5"/>
          <p:cNvSpPr/>
          <p:nvPr/>
        </p:nvSpPr>
        <p:spPr>
          <a:xfrm>
            <a:off x="3971472" y="1334832"/>
            <a:ext cx="359154" cy="358199"/>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07" name="Google Shape;9707;p65"/>
          <p:cNvGrpSpPr/>
          <p:nvPr/>
        </p:nvGrpSpPr>
        <p:grpSpPr>
          <a:xfrm>
            <a:off x="4033144" y="1788993"/>
            <a:ext cx="230365" cy="359124"/>
            <a:chOff x="-47842400" y="2342000"/>
            <a:chExt cx="193000" cy="300875"/>
          </a:xfrm>
        </p:grpSpPr>
        <p:sp>
          <p:nvSpPr>
            <p:cNvPr id="9708" name="Google Shape;9708;p65"/>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5"/>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5"/>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1" name="Google Shape;9711;p65"/>
          <p:cNvGrpSpPr/>
          <p:nvPr/>
        </p:nvGrpSpPr>
        <p:grpSpPr>
          <a:xfrm>
            <a:off x="3969212" y="2236452"/>
            <a:ext cx="358229" cy="359154"/>
            <a:chOff x="-47896750" y="2710600"/>
            <a:chExt cx="300125" cy="300900"/>
          </a:xfrm>
        </p:grpSpPr>
        <p:sp>
          <p:nvSpPr>
            <p:cNvPr id="9712" name="Google Shape;9712;p65"/>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5"/>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5"/>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5"/>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6" name="Google Shape;9716;p65"/>
          <p:cNvGrpSpPr/>
          <p:nvPr/>
        </p:nvGrpSpPr>
        <p:grpSpPr>
          <a:xfrm>
            <a:off x="2624852" y="2710009"/>
            <a:ext cx="359154" cy="314991"/>
            <a:chOff x="-46033225" y="1982825"/>
            <a:chExt cx="300900" cy="263900"/>
          </a:xfrm>
        </p:grpSpPr>
        <p:sp>
          <p:nvSpPr>
            <p:cNvPr id="9717" name="Google Shape;9717;p65"/>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5"/>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5"/>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0" name="Google Shape;9720;p65"/>
          <p:cNvGrpSpPr/>
          <p:nvPr/>
        </p:nvGrpSpPr>
        <p:grpSpPr>
          <a:xfrm>
            <a:off x="2621569" y="3137266"/>
            <a:ext cx="365719" cy="326151"/>
            <a:chOff x="-46034000" y="2334500"/>
            <a:chExt cx="306400" cy="273250"/>
          </a:xfrm>
        </p:grpSpPr>
        <p:sp>
          <p:nvSpPr>
            <p:cNvPr id="9721" name="Google Shape;9721;p65"/>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5"/>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5"/>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4" name="Google Shape;9724;p65"/>
          <p:cNvGrpSpPr/>
          <p:nvPr/>
        </p:nvGrpSpPr>
        <p:grpSpPr>
          <a:xfrm>
            <a:off x="2667627" y="3591655"/>
            <a:ext cx="273603" cy="356439"/>
            <a:chOff x="-45998575" y="2702625"/>
            <a:chExt cx="229225" cy="298625"/>
          </a:xfrm>
        </p:grpSpPr>
        <p:sp>
          <p:nvSpPr>
            <p:cNvPr id="9725" name="Google Shape;9725;p65"/>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5"/>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5"/>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5"/>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5"/>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5"/>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5"/>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2" name="Google Shape;9732;p65"/>
          <p:cNvSpPr/>
          <p:nvPr/>
        </p:nvSpPr>
        <p:spPr>
          <a:xfrm>
            <a:off x="3986479" y="3612752"/>
            <a:ext cx="314961" cy="358199"/>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5"/>
          <p:cNvSpPr/>
          <p:nvPr/>
        </p:nvSpPr>
        <p:spPr>
          <a:xfrm>
            <a:off x="2183447" y="1313199"/>
            <a:ext cx="360079" cy="336595"/>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4" name="Google Shape;9734;p65"/>
          <p:cNvGrpSpPr/>
          <p:nvPr/>
        </p:nvGrpSpPr>
        <p:grpSpPr>
          <a:xfrm>
            <a:off x="2203197" y="2205419"/>
            <a:ext cx="314961" cy="361034"/>
            <a:chOff x="-49398750" y="2684600"/>
            <a:chExt cx="263875" cy="302475"/>
          </a:xfrm>
        </p:grpSpPr>
        <p:sp>
          <p:nvSpPr>
            <p:cNvPr id="9735" name="Google Shape;9735;p65"/>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65"/>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65"/>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8" name="Google Shape;9738;p65"/>
          <p:cNvGrpSpPr/>
          <p:nvPr/>
        </p:nvGrpSpPr>
        <p:grpSpPr>
          <a:xfrm>
            <a:off x="873121" y="2699684"/>
            <a:ext cx="314006" cy="359154"/>
            <a:chOff x="-47509225" y="1974175"/>
            <a:chExt cx="263075" cy="300900"/>
          </a:xfrm>
        </p:grpSpPr>
        <p:sp>
          <p:nvSpPr>
            <p:cNvPr id="9739" name="Google Shape;9739;p65"/>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5"/>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5"/>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5"/>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5"/>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4" name="Google Shape;9744;p65"/>
          <p:cNvGrpSpPr/>
          <p:nvPr/>
        </p:nvGrpSpPr>
        <p:grpSpPr>
          <a:xfrm>
            <a:off x="849622" y="3146218"/>
            <a:ext cx="361004" cy="357961"/>
            <a:chOff x="-47529700" y="2342000"/>
            <a:chExt cx="302450" cy="299900"/>
          </a:xfrm>
        </p:grpSpPr>
        <p:sp>
          <p:nvSpPr>
            <p:cNvPr id="9745" name="Google Shape;9745;p65"/>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5"/>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7" name="Google Shape;9747;p65"/>
          <p:cNvGrpSpPr/>
          <p:nvPr/>
        </p:nvGrpSpPr>
        <p:grpSpPr>
          <a:xfrm>
            <a:off x="851025" y="3645367"/>
            <a:ext cx="358199" cy="272648"/>
            <a:chOff x="-47527350" y="2747625"/>
            <a:chExt cx="300100" cy="228425"/>
          </a:xfrm>
        </p:grpSpPr>
        <p:sp>
          <p:nvSpPr>
            <p:cNvPr id="9748" name="Google Shape;9748;p65"/>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5"/>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5"/>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5"/>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5"/>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5"/>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54" name="Google Shape;9754;p65"/>
          <p:cNvSpPr/>
          <p:nvPr/>
        </p:nvSpPr>
        <p:spPr>
          <a:xfrm>
            <a:off x="3077474" y="2687082"/>
            <a:ext cx="356319" cy="360795"/>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55" name="Google Shape;9755;p65"/>
          <p:cNvGrpSpPr/>
          <p:nvPr/>
        </p:nvGrpSpPr>
        <p:grpSpPr>
          <a:xfrm>
            <a:off x="3073924" y="3158422"/>
            <a:ext cx="358229" cy="314961"/>
            <a:chOff x="-45664625" y="2352225"/>
            <a:chExt cx="300125" cy="263875"/>
          </a:xfrm>
        </p:grpSpPr>
        <p:sp>
          <p:nvSpPr>
            <p:cNvPr id="9756" name="Google Shape;9756;p65"/>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5"/>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5"/>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5"/>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5"/>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5"/>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5"/>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3" name="Google Shape;9763;p65"/>
          <p:cNvGrpSpPr/>
          <p:nvPr/>
        </p:nvGrpSpPr>
        <p:grpSpPr>
          <a:xfrm>
            <a:off x="3073103" y="3592401"/>
            <a:ext cx="359870" cy="357573"/>
            <a:chOff x="-45665400" y="2703250"/>
            <a:chExt cx="301500" cy="299575"/>
          </a:xfrm>
        </p:grpSpPr>
        <p:sp>
          <p:nvSpPr>
            <p:cNvPr id="9764" name="Google Shape;9764;p65"/>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5"/>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5"/>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65"/>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8" name="Google Shape;9768;p65"/>
          <p:cNvGrpSpPr/>
          <p:nvPr/>
        </p:nvGrpSpPr>
        <p:grpSpPr>
          <a:xfrm>
            <a:off x="2174760" y="4033337"/>
            <a:ext cx="359154" cy="360109"/>
            <a:chOff x="-44528075" y="1982825"/>
            <a:chExt cx="300900" cy="301700"/>
          </a:xfrm>
        </p:grpSpPr>
        <p:sp>
          <p:nvSpPr>
            <p:cNvPr id="9769" name="Google Shape;9769;p6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6" name="Google Shape;9776;p65"/>
          <p:cNvSpPr/>
          <p:nvPr/>
        </p:nvSpPr>
        <p:spPr>
          <a:xfrm>
            <a:off x="2628711" y="1302875"/>
            <a:ext cx="358199" cy="358199"/>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77" name="Google Shape;9777;p65"/>
          <p:cNvGrpSpPr/>
          <p:nvPr/>
        </p:nvGrpSpPr>
        <p:grpSpPr>
          <a:xfrm>
            <a:off x="2625923" y="1758885"/>
            <a:ext cx="358199" cy="358229"/>
            <a:chOff x="-49048250" y="2316775"/>
            <a:chExt cx="300100" cy="300125"/>
          </a:xfrm>
        </p:grpSpPr>
        <p:sp>
          <p:nvSpPr>
            <p:cNvPr id="9778" name="Google Shape;9778;p65"/>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5"/>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5"/>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5"/>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82" name="Google Shape;9782;p65"/>
          <p:cNvSpPr/>
          <p:nvPr/>
        </p:nvSpPr>
        <p:spPr>
          <a:xfrm>
            <a:off x="2627309" y="2206525"/>
            <a:ext cx="361004" cy="357871"/>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83" name="Google Shape;9783;p65"/>
          <p:cNvGrpSpPr/>
          <p:nvPr/>
        </p:nvGrpSpPr>
        <p:grpSpPr>
          <a:xfrm>
            <a:off x="1290494" y="2699684"/>
            <a:ext cx="360109" cy="358199"/>
            <a:chOff x="-47160325" y="1974175"/>
            <a:chExt cx="301700" cy="300100"/>
          </a:xfrm>
        </p:grpSpPr>
        <p:sp>
          <p:nvSpPr>
            <p:cNvPr id="9784" name="Google Shape;9784;p65"/>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5"/>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65"/>
          <p:cNvGrpSpPr/>
          <p:nvPr/>
        </p:nvGrpSpPr>
        <p:grpSpPr>
          <a:xfrm>
            <a:off x="1290971" y="3146218"/>
            <a:ext cx="359154" cy="359124"/>
            <a:chOff x="-47159525" y="2342000"/>
            <a:chExt cx="300900" cy="300875"/>
          </a:xfrm>
        </p:grpSpPr>
        <p:sp>
          <p:nvSpPr>
            <p:cNvPr id="9787" name="Google Shape;9787;p65"/>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5"/>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5"/>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5"/>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5"/>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2" name="Google Shape;9792;p65"/>
          <p:cNvGrpSpPr/>
          <p:nvPr/>
        </p:nvGrpSpPr>
        <p:grpSpPr>
          <a:xfrm>
            <a:off x="1291448" y="3603054"/>
            <a:ext cx="358199" cy="359154"/>
            <a:chOff x="-47157950" y="2712175"/>
            <a:chExt cx="300100" cy="300900"/>
          </a:xfrm>
        </p:grpSpPr>
        <p:sp>
          <p:nvSpPr>
            <p:cNvPr id="9793" name="Google Shape;9793;p65"/>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5"/>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65"/>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65"/>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5"/>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5"/>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5"/>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00" name="Google Shape;9800;p65"/>
          <p:cNvSpPr/>
          <p:nvPr/>
        </p:nvSpPr>
        <p:spPr>
          <a:xfrm>
            <a:off x="3538211" y="2689200"/>
            <a:ext cx="314961" cy="357274"/>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01" name="Google Shape;9801;p65"/>
          <p:cNvGrpSpPr/>
          <p:nvPr/>
        </p:nvGrpSpPr>
        <p:grpSpPr>
          <a:xfrm>
            <a:off x="3535175" y="3135863"/>
            <a:ext cx="315886" cy="358199"/>
            <a:chOff x="-45278675" y="2333325"/>
            <a:chExt cx="264650" cy="300100"/>
          </a:xfrm>
        </p:grpSpPr>
        <p:sp>
          <p:nvSpPr>
            <p:cNvPr id="9802" name="Google Shape;9802;p65"/>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5"/>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5"/>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5"/>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6" name="Google Shape;9806;p65"/>
          <p:cNvGrpSpPr/>
          <p:nvPr/>
        </p:nvGrpSpPr>
        <p:grpSpPr>
          <a:xfrm>
            <a:off x="3545500" y="3590820"/>
            <a:ext cx="295237" cy="358229"/>
            <a:chOff x="-45270025" y="2701925"/>
            <a:chExt cx="247350" cy="300125"/>
          </a:xfrm>
        </p:grpSpPr>
        <p:sp>
          <p:nvSpPr>
            <p:cNvPr id="9807" name="Google Shape;9807;p65"/>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5"/>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5"/>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5"/>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11" name="Google Shape;9811;p65"/>
          <p:cNvSpPr/>
          <p:nvPr/>
        </p:nvSpPr>
        <p:spPr>
          <a:xfrm>
            <a:off x="2628699" y="4061314"/>
            <a:ext cx="358199" cy="358199"/>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12" name="Google Shape;9812;p65"/>
          <p:cNvGrpSpPr/>
          <p:nvPr/>
        </p:nvGrpSpPr>
        <p:grpSpPr>
          <a:xfrm>
            <a:off x="2209567" y="1743737"/>
            <a:ext cx="307444" cy="366556"/>
            <a:chOff x="2209567" y="1972337"/>
            <a:chExt cx="307444" cy="366556"/>
          </a:xfrm>
        </p:grpSpPr>
        <p:sp>
          <p:nvSpPr>
            <p:cNvPr id="9813" name="Google Shape;9813;p65"/>
            <p:cNvSpPr/>
            <p:nvPr/>
          </p:nvSpPr>
          <p:spPr>
            <a:xfrm>
              <a:off x="2345143" y="1972337"/>
              <a:ext cx="20709" cy="62097"/>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5"/>
            <p:cNvSpPr/>
            <p:nvPr/>
          </p:nvSpPr>
          <p:spPr>
            <a:xfrm>
              <a:off x="2265235" y="1998803"/>
              <a:ext cx="55502" cy="39389"/>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5"/>
            <p:cNvSpPr/>
            <p:nvPr/>
          </p:nvSpPr>
          <p:spPr>
            <a:xfrm>
              <a:off x="2393093" y="2000594"/>
              <a:ext cx="51743" cy="38523"/>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16" name="Google Shape;9816;p65"/>
            <p:cNvGrpSpPr/>
            <p:nvPr/>
          </p:nvGrpSpPr>
          <p:grpSpPr>
            <a:xfrm>
              <a:off x="2209567" y="2078266"/>
              <a:ext cx="307444" cy="260626"/>
              <a:chOff x="1636184" y="2959225"/>
              <a:chExt cx="232666" cy="197250"/>
            </a:xfrm>
          </p:grpSpPr>
          <p:sp>
            <p:nvSpPr>
              <p:cNvPr id="9817" name="Google Shape;9817;p65"/>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5"/>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5"/>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chemeClr val="dk2"/>
              </a:solidFill>
              <a:ln>
                <a:noFill/>
              </a:ln>
            </p:spPr>
            <p:txBody>
              <a:bodyPr/>
              <a:lstStyle/>
              <a:p>
                <a:endParaRPr lang="hu-HU"/>
              </a:p>
            </p:txBody>
          </p:sp>
          <p:sp>
            <p:nvSpPr>
              <p:cNvPr id="9820" name="Google Shape;9820;p65"/>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chemeClr val="dk2"/>
              </a:solidFill>
              <a:ln>
                <a:noFill/>
              </a:ln>
            </p:spPr>
            <p:txBody>
              <a:bodyPr/>
              <a:lstStyle/>
              <a:p>
                <a:endParaRPr lang="hu-HU"/>
              </a:p>
            </p:txBody>
          </p:sp>
        </p:grpSp>
      </p:grpSp>
      <p:grpSp>
        <p:nvGrpSpPr>
          <p:cNvPr id="9821" name="Google Shape;9821;p65"/>
          <p:cNvGrpSpPr/>
          <p:nvPr/>
        </p:nvGrpSpPr>
        <p:grpSpPr>
          <a:xfrm>
            <a:off x="3577265" y="2235011"/>
            <a:ext cx="258542" cy="365154"/>
            <a:chOff x="-47300587" y="123275"/>
            <a:chExt cx="190975" cy="269725"/>
          </a:xfrm>
        </p:grpSpPr>
        <p:sp>
          <p:nvSpPr>
            <p:cNvPr id="9822" name="Google Shape;9822;p65"/>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65"/>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5"/>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5"/>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5"/>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7" name="Google Shape;9827;p65"/>
          <p:cNvGrpSpPr/>
          <p:nvPr/>
        </p:nvGrpSpPr>
        <p:grpSpPr>
          <a:xfrm>
            <a:off x="4870788" y="1304201"/>
            <a:ext cx="342328" cy="339793"/>
            <a:chOff x="-13966675" y="1639700"/>
            <a:chExt cx="354450" cy="351825"/>
          </a:xfrm>
        </p:grpSpPr>
        <p:sp>
          <p:nvSpPr>
            <p:cNvPr id="9828" name="Google Shape;9828;p65"/>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5"/>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5"/>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5"/>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5"/>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33" name="Google Shape;9833;p65"/>
          <p:cNvSpPr/>
          <p:nvPr/>
        </p:nvSpPr>
        <p:spPr>
          <a:xfrm>
            <a:off x="4871549" y="1711132"/>
            <a:ext cx="340807" cy="34157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5"/>
          <p:cNvSpPr/>
          <p:nvPr/>
        </p:nvSpPr>
        <p:spPr>
          <a:xfrm>
            <a:off x="4932020" y="2120859"/>
            <a:ext cx="219864" cy="339286"/>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35" name="Google Shape;9835;p65"/>
          <p:cNvGrpSpPr/>
          <p:nvPr/>
        </p:nvGrpSpPr>
        <p:grpSpPr>
          <a:xfrm>
            <a:off x="6667277" y="1303887"/>
            <a:ext cx="340034" cy="340420"/>
            <a:chOff x="-12199250" y="1662675"/>
            <a:chExt cx="352075" cy="352475"/>
          </a:xfrm>
        </p:grpSpPr>
        <p:sp>
          <p:nvSpPr>
            <p:cNvPr id="9836" name="Google Shape;9836;p65"/>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5"/>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5"/>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9" name="Google Shape;9839;p65"/>
          <p:cNvGrpSpPr/>
          <p:nvPr/>
        </p:nvGrpSpPr>
        <p:grpSpPr>
          <a:xfrm>
            <a:off x="6666130" y="1710754"/>
            <a:ext cx="342328" cy="342328"/>
            <a:chOff x="-12199250" y="2096250"/>
            <a:chExt cx="354450" cy="354450"/>
          </a:xfrm>
        </p:grpSpPr>
        <p:sp>
          <p:nvSpPr>
            <p:cNvPr id="9840" name="Google Shape;9840;p65"/>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5"/>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2" name="Google Shape;9842;p65"/>
          <p:cNvGrpSpPr/>
          <p:nvPr/>
        </p:nvGrpSpPr>
        <p:grpSpPr>
          <a:xfrm>
            <a:off x="6667277" y="2119708"/>
            <a:ext cx="340034" cy="341579"/>
            <a:chOff x="-12199250" y="2530225"/>
            <a:chExt cx="352075" cy="353675"/>
          </a:xfrm>
        </p:grpSpPr>
        <p:sp>
          <p:nvSpPr>
            <p:cNvPr id="9843" name="Google Shape;9843;p6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6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47" name="Google Shape;9847;p65"/>
          <p:cNvSpPr/>
          <p:nvPr/>
        </p:nvSpPr>
        <p:spPr>
          <a:xfrm>
            <a:off x="4871163" y="2550438"/>
            <a:ext cx="341579" cy="341772"/>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48" name="Google Shape;9848;p65"/>
          <p:cNvGrpSpPr/>
          <p:nvPr/>
        </p:nvGrpSpPr>
        <p:grpSpPr>
          <a:xfrm>
            <a:off x="4870788" y="2959488"/>
            <a:ext cx="342328" cy="339310"/>
            <a:chOff x="-10462550" y="2057650"/>
            <a:chExt cx="354450" cy="351325"/>
          </a:xfrm>
        </p:grpSpPr>
        <p:sp>
          <p:nvSpPr>
            <p:cNvPr id="9849" name="Google Shape;9849;p65"/>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5"/>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51" name="Google Shape;9851;p65"/>
          <p:cNvSpPr/>
          <p:nvPr/>
        </p:nvSpPr>
        <p:spPr>
          <a:xfrm>
            <a:off x="7591624" y="2576962"/>
            <a:ext cx="313426" cy="34157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52" name="Google Shape;9852;p65"/>
          <p:cNvGrpSpPr/>
          <p:nvPr/>
        </p:nvGrpSpPr>
        <p:grpSpPr>
          <a:xfrm>
            <a:off x="6649772" y="2551051"/>
            <a:ext cx="375044" cy="340541"/>
            <a:chOff x="-8692750" y="1622100"/>
            <a:chExt cx="388325" cy="352600"/>
          </a:xfrm>
        </p:grpSpPr>
        <p:sp>
          <p:nvSpPr>
            <p:cNvPr id="9853" name="Google Shape;9853;p65"/>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5"/>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5" name="Google Shape;9855;p65"/>
          <p:cNvGrpSpPr/>
          <p:nvPr/>
        </p:nvGrpSpPr>
        <p:grpSpPr>
          <a:xfrm>
            <a:off x="5304253" y="1303307"/>
            <a:ext cx="341555" cy="341579"/>
            <a:chOff x="-13529550" y="1639425"/>
            <a:chExt cx="353650" cy="353675"/>
          </a:xfrm>
        </p:grpSpPr>
        <p:sp>
          <p:nvSpPr>
            <p:cNvPr id="9856" name="Google Shape;9856;p65"/>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5"/>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5"/>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5"/>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5"/>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5"/>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65"/>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65"/>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4" name="Google Shape;9864;p65"/>
          <p:cNvGrpSpPr/>
          <p:nvPr/>
        </p:nvGrpSpPr>
        <p:grpSpPr>
          <a:xfrm>
            <a:off x="5303106" y="1711889"/>
            <a:ext cx="343849" cy="340058"/>
            <a:chOff x="-13531925" y="2075775"/>
            <a:chExt cx="356025" cy="352100"/>
          </a:xfrm>
        </p:grpSpPr>
        <p:sp>
          <p:nvSpPr>
            <p:cNvPr id="9865" name="Google Shape;9865;p65"/>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5"/>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7" name="Google Shape;9867;p65"/>
          <p:cNvGrpSpPr/>
          <p:nvPr/>
        </p:nvGrpSpPr>
        <p:grpSpPr>
          <a:xfrm>
            <a:off x="5304627" y="2120094"/>
            <a:ext cx="340807" cy="340807"/>
            <a:chOff x="-13528775" y="2507400"/>
            <a:chExt cx="352875" cy="352875"/>
          </a:xfrm>
        </p:grpSpPr>
        <p:sp>
          <p:nvSpPr>
            <p:cNvPr id="9868" name="Google Shape;9868;p65"/>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65"/>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5"/>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71" name="Google Shape;9871;p65"/>
          <p:cNvSpPr/>
          <p:nvPr/>
        </p:nvSpPr>
        <p:spPr>
          <a:xfrm>
            <a:off x="7123388" y="1334505"/>
            <a:ext cx="341579" cy="279189"/>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5"/>
          <p:cNvSpPr/>
          <p:nvPr/>
        </p:nvSpPr>
        <p:spPr>
          <a:xfrm>
            <a:off x="7123014" y="1711602"/>
            <a:ext cx="342328" cy="340638"/>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73" name="Google Shape;9873;p65"/>
          <p:cNvGrpSpPr/>
          <p:nvPr/>
        </p:nvGrpSpPr>
        <p:grpSpPr>
          <a:xfrm>
            <a:off x="7140133" y="2119708"/>
            <a:ext cx="308090" cy="341579"/>
            <a:chOff x="-11747150" y="2530225"/>
            <a:chExt cx="319000" cy="353675"/>
          </a:xfrm>
        </p:grpSpPr>
        <p:sp>
          <p:nvSpPr>
            <p:cNvPr id="9874" name="Google Shape;9874;p65"/>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5"/>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6" name="Google Shape;9876;p65"/>
          <p:cNvGrpSpPr/>
          <p:nvPr/>
        </p:nvGrpSpPr>
        <p:grpSpPr>
          <a:xfrm>
            <a:off x="5304627" y="2550919"/>
            <a:ext cx="340807" cy="340807"/>
            <a:chOff x="-10027775" y="1622900"/>
            <a:chExt cx="352875" cy="352875"/>
          </a:xfrm>
        </p:grpSpPr>
        <p:sp>
          <p:nvSpPr>
            <p:cNvPr id="9877" name="Google Shape;9877;p65"/>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5"/>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5"/>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5"/>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5"/>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5"/>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83" name="Google Shape;9883;p65"/>
          <p:cNvSpPr/>
          <p:nvPr/>
        </p:nvSpPr>
        <p:spPr>
          <a:xfrm>
            <a:off x="5311472" y="2958272"/>
            <a:ext cx="327116" cy="341748"/>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84" name="Google Shape;9884;p65"/>
          <p:cNvGrpSpPr/>
          <p:nvPr/>
        </p:nvGrpSpPr>
        <p:grpSpPr>
          <a:xfrm>
            <a:off x="8031595" y="2576583"/>
            <a:ext cx="322553" cy="342328"/>
            <a:chOff x="-10019125" y="2490075"/>
            <a:chExt cx="333975" cy="354450"/>
          </a:xfrm>
        </p:grpSpPr>
        <p:sp>
          <p:nvSpPr>
            <p:cNvPr id="9885" name="Google Shape;9885;p65"/>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5"/>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5"/>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5"/>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9" name="Google Shape;9889;p65"/>
          <p:cNvGrpSpPr/>
          <p:nvPr/>
        </p:nvGrpSpPr>
        <p:grpSpPr>
          <a:xfrm>
            <a:off x="6661180" y="2957593"/>
            <a:ext cx="352227" cy="343100"/>
            <a:chOff x="-8684100" y="2032450"/>
            <a:chExt cx="364700" cy="355250"/>
          </a:xfrm>
        </p:grpSpPr>
        <p:sp>
          <p:nvSpPr>
            <p:cNvPr id="9890" name="Google Shape;9890;p65"/>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5"/>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5"/>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93" name="Google Shape;9893;p65"/>
          <p:cNvSpPr/>
          <p:nvPr/>
        </p:nvSpPr>
        <p:spPr>
          <a:xfrm>
            <a:off x="5773709" y="1303696"/>
            <a:ext cx="300509" cy="340807"/>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94" name="Google Shape;9894;p65"/>
          <p:cNvGrpSpPr/>
          <p:nvPr/>
        </p:nvGrpSpPr>
        <p:grpSpPr>
          <a:xfrm>
            <a:off x="5752039" y="1711056"/>
            <a:ext cx="343849" cy="341724"/>
            <a:chOff x="-13095575" y="2073400"/>
            <a:chExt cx="356025" cy="353825"/>
          </a:xfrm>
        </p:grpSpPr>
        <p:sp>
          <p:nvSpPr>
            <p:cNvPr id="9895" name="Google Shape;9895;p65"/>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5"/>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5"/>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5"/>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5"/>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5"/>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5"/>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5"/>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03" name="Google Shape;9903;p65"/>
          <p:cNvSpPr/>
          <p:nvPr/>
        </p:nvSpPr>
        <p:spPr>
          <a:xfrm>
            <a:off x="5753174" y="2120098"/>
            <a:ext cx="341579" cy="340807"/>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04" name="Google Shape;9904;p65"/>
          <p:cNvGrpSpPr/>
          <p:nvPr/>
        </p:nvGrpSpPr>
        <p:grpSpPr>
          <a:xfrm>
            <a:off x="7576787" y="1302885"/>
            <a:ext cx="343100" cy="342424"/>
            <a:chOff x="-11332875" y="1660700"/>
            <a:chExt cx="355250" cy="354550"/>
          </a:xfrm>
        </p:grpSpPr>
        <p:sp>
          <p:nvSpPr>
            <p:cNvPr id="9905" name="Google Shape;9905;p65"/>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65"/>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65"/>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5"/>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09" name="Google Shape;9909;p65"/>
          <p:cNvSpPr/>
          <p:nvPr/>
        </p:nvSpPr>
        <p:spPr>
          <a:xfrm>
            <a:off x="7575652" y="1712279"/>
            <a:ext cx="345370" cy="339286"/>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5"/>
          <p:cNvSpPr/>
          <p:nvPr/>
        </p:nvSpPr>
        <p:spPr>
          <a:xfrm>
            <a:off x="7576413" y="2141008"/>
            <a:ext cx="343849" cy="298988"/>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11" name="Google Shape;9911;p65"/>
          <p:cNvGrpSpPr/>
          <p:nvPr/>
        </p:nvGrpSpPr>
        <p:grpSpPr>
          <a:xfrm>
            <a:off x="5774096" y="2549397"/>
            <a:ext cx="299736" cy="343849"/>
            <a:chOff x="-9570950" y="1622100"/>
            <a:chExt cx="310350" cy="356025"/>
          </a:xfrm>
        </p:grpSpPr>
        <p:sp>
          <p:nvSpPr>
            <p:cNvPr id="9912" name="Google Shape;9912;p65"/>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5"/>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4" name="Google Shape;9914;p65"/>
          <p:cNvGrpSpPr/>
          <p:nvPr/>
        </p:nvGrpSpPr>
        <p:grpSpPr>
          <a:xfrm>
            <a:off x="5752800" y="2958353"/>
            <a:ext cx="342328" cy="341579"/>
            <a:chOff x="-9594575" y="2056875"/>
            <a:chExt cx="354450" cy="353675"/>
          </a:xfrm>
        </p:grpSpPr>
        <p:sp>
          <p:nvSpPr>
            <p:cNvPr id="9915" name="Google Shape;9915;p65"/>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5"/>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5"/>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18" name="Google Shape;9918;p65"/>
          <p:cNvSpPr/>
          <p:nvPr/>
        </p:nvSpPr>
        <p:spPr>
          <a:xfrm>
            <a:off x="7123002" y="2988791"/>
            <a:ext cx="342352" cy="28071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19" name="Google Shape;9919;p65"/>
          <p:cNvGrpSpPr/>
          <p:nvPr/>
        </p:nvGrpSpPr>
        <p:grpSpPr>
          <a:xfrm>
            <a:off x="6208482" y="1303693"/>
            <a:ext cx="342328" cy="340807"/>
            <a:chOff x="-12661600" y="1640225"/>
            <a:chExt cx="354450" cy="352875"/>
          </a:xfrm>
        </p:grpSpPr>
        <p:sp>
          <p:nvSpPr>
            <p:cNvPr id="9920" name="Google Shape;9920;p65"/>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5"/>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5"/>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3" name="Google Shape;9923;p65"/>
          <p:cNvGrpSpPr/>
          <p:nvPr/>
        </p:nvGrpSpPr>
        <p:grpSpPr>
          <a:xfrm>
            <a:off x="6208857" y="1732231"/>
            <a:ext cx="341579" cy="299374"/>
            <a:chOff x="-12660025" y="2096250"/>
            <a:chExt cx="353675" cy="309975"/>
          </a:xfrm>
        </p:grpSpPr>
        <p:sp>
          <p:nvSpPr>
            <p:cNvPr id="9924" name="Google Shape;9924;p65"/>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5"/>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5"/>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5"/>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65"/>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5"/>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0" name="Google Shape;9930;p65"/>
          <p:cNvGrpSpPr/>
          <p:nvPr/>
        </p:nvGrpSpPr>
        <p:grpSpPr>
          <a:xfrm>
            <a:off x="6207335" y="2119527"/>
            <a:ext cx="344622" cy="341941"/>
            <a:chOff x="-12663175" y="2506800"/>
            <a:chExt cx="356825" cy="354050"/>
          </a:xfrm>
        </p:grpSpPr>
        <p:sp>
          <p:nvSpPr>
            <p:cNvPr id="9931" name="Google Shape;9931;p65"/>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5"/>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5"/>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5"/>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5" name="Google Shape;9935;p65"/>
          <p:cNvGrpSpPr/>
          <p:nvPr/>
        </p:nvGrpSpPr>
        <p:grpSpPr>
          <a:xfrm>
            <a:off x="8022468" y="1303307"/>
            <a:ext cx="340807" cy="341579"/>
            <a:chOff x="-10896525" y="1663050"/>
            <a:chExt cx="352875" cy="353675"/>
          </a:xfrm>
        </p:grpSpPr>
        <p:sp>
          <p:nvSpPr>
            <p:cNvPr id="9936" name="Google Shape;9936;p65"/>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5"/>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38" name="Google Shape;9938;p65"/>
          <p:cNvSpPr/>
          <p:nvPr/>
        </p:nvSpPr>
        <p:spPr>
          <a:xfrm>
            <a:off x="8061643" y="1711059"/>
            <a:ext cx="262456" cy="341724"/>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39" name="Google Shape;9939;p65"/>
          <p:cNvGrpSpPr/>
          <p:nvPr/>
        </p:nvGrpSpPr>
        <p:grpSpPr>
          <a:xfrm>
            <a:off x="8022082" y="2130742"/>
            <a:ext cx="341579" cy="319511"/>
            <a:chOff x="-10898100" y="2542050"/>
            <a:chExt cx="353675" cy="330825"/>
          </a:xfrm>
        </p:grpSpPr>
        <p:sp>
          <p:nvSpPr>
            <p:cNvPr id="9940" name="Google Shape;9940;p65"/>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5"/>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5"/>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5"/>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5"/>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5"/>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6" name="Google Shape;9946;p65"/>
          <p:cNvGrpSpPr/>
          <p:nvPr/>
        </p:nvGrpSpPr>
        <p:grpSpPr>
          <a:xfrm>
            <a:off x="6209617" y="2551607"/>
            <a:ext cx="340058" cy="339430"/>
            <a:chOff x="-9157450" y="1622750"/>
            <a:chExt cx="352100" cy="351450"/>
          </a:xfrm>
        </p:grpSpPr>
        <p:sp>
          <p:nvSpPr>
            <p:cNvPr id="9947" name="Google Shape;9947;p65"/>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5"/>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9" name="Google Shape;9949;p65"/>
          <p:cNvGrpSpPr/>
          <p:nvPr/>
        </p:nvGrpSpPr>
        <p:grpSpPr>
          <a:xfrm>
            <a:off x="6247658" y="2959874"/>
            <a:ext cx="263977" cy="338537"/>
            <a:chOff x="-9119650" y="2056875"/>
            <a:chExt cx="273325" cy="350525"/>
          </a:xfrm>
        </p:grpSpPr>
        <p:sp>
          <p:nvSpPr>
            <p:cNvPr id="9950" name="Google Shape;9950;p65"/>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5"/>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52" name="Google Shape;9952;p65"/>
          <p:cNvSpPr/>
          <p:nvPr/>
        </p:nvSpPr>
        <p:spPr>
          <a:xfrm>
            <a:off x="8022842" y="2988799"/>
            <a:ext cx="340058" cy="341555"/>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5"/>
          <p:cNvSpPr/>
          <p:nvPr/>
        </p:nvSpPr>
        <p:spPr>
          <a:xfrm>
            <a:off x="7143562" y="2550547"/>
            <a:ext cx="301233" cy="341555"/>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54" name="Google Shape;9954;p65"/>
          <p:cNvGrpSpPr/>
          <p:nvPr/>
        </p:nvGrpSpPr>
        <p:grpSpPr>
          <a:xfrm>
            <a:off x="7576790" y="2989279"/>
            <a:ext cx="343094" cy="341569"/>
            <a:chOff x="6001575" y="3119050"/>
            <a:chExt cx="315025" cy="313625"/>
          </a:xfrm>
        </p:grpSpPr>
        <p:sp>
          <p:nvSpPr>
            <p:cNvPr id="9955" name="Google Shape;9955;p65"/>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5"/>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960"/>
        <p:cNvGrpSpPr/>
        <p:nvPr/>
      </p:nvGrpSpPr>
      <p:grpSpPr>
        <a:xfrm>
          <a:off x="0" y="0"/>
          <a:ext cx="0" cy="0"/>
          <a:chOff x="0" y="0"/>
          <a:chExt cx="0" cy="0"/>
        </a:xfrm>
      </p:grpSpPr>
      <p:sp>
        <p:nvSpPr>
          <p:cNvPr id="9961" name="Google Shape;9961;p66"/>
          <p:cNvSpPr/>
          <p:nvPr/>
        </p:nvSpPr>
        <p:spPr>
          <a:xfrm>
            <a:off x="885480" y="1688459"/>
            <a:ext cx="361250" cy="473920"/>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2" name="Google Shape;9962;p66"/>
          <p:cNvGrpSpPr/>
          <p:nvPr/>
        </p:nvGrpSpPr>
        <p:grpSpPr>
          <a:xfrm>
            <a:off x="829227" y="2273195"/>
            <a:ext cx="476329" cy="476213"/>
            <a:chOff x="-21298675" y="2414425"/>
            <a:chExt cx="306400" cy="306325"/>
          </a:xfrm>
        </p:grpSpPr>
        <p:sp>
          <p:nvSpPr>
            <p:cNvPr id="9963" name="Google Shape;9963;p66"/>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6"/>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66"/>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6" name="Google Shape;9966;p66"/>
          <p:cNvGrpSpPr/>
          <p:nvPr/>
        </p:nvGrpSpPr>
        <p:grpSpPr>
          <a:xfrm>
            <a:off x="828605" y="2865128"/>
            <a:ext cx="477573" cy="445432"/>
            <a:chOff x="-21299475" y="2798025"/>
            <a:chExt cx="307200" cy="286525"/>
          </a:xfrm>
        </p:grpSpPr>
        <p:sp>
          <p:nvSpPr>
            <p:cNvPr id="9967" name="Google Shape;9967;p66"/>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6"/>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6"/>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6"/>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6"/>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6"/>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6"/>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6"/>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6"/>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6"/>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6"/>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6"/>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79" name="Google Shape;9979;p66"/>
          <p:cNvSpPr/>
          <p:nvPr/>
        </p:nvSpPr>
        <p:spPr>
          <a:xfrm>
            <a:off x="3750162" y="1689838"/>
            <a:ext cx="472676" cy="471160"/>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6"/>
          <p:cNvSpPr/>
          <p:nvPr/>
        </p:nvSpPr>
        <p:spPr>
          <a:xfrm>
            <a:off x="3749560" y="2273932"/>
            <a:ext cx="473881" cy="475125"/>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6"/>
          <p:cNvSpPr/>
          <p:nvPr/>
        </p:nvSpPr>
        <p:spPr>
          <a:xfrm>
            <a:off x="3741592" y="2851126"/>
            <a:ext cx="489816" cy="473881"/>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2" name="Google Shape;9982;p66"/>
          <p:cNvGrpSpPr/>
          <p:nvPr/>
        </p:nvGrpSpPr>
        <p:grpSpPr>
          <a:xfrm>
            <a:off x="6697960" y="1688917"/>
            <a:ext cx="413912" cy="472676"/>
            <a:chOff x="-17545650" y="2051350"/>
            <a:chExt cx="266250" cy="304050"/>
          </a:xfrm>
        </p:grpSpPr>
        <p:sp>
          <p:nvSpPr>
            <p:cNvPr id="9983" name="Google Shape;9983;p66"/>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6"/>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6"/>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6"/>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87" name="Google Shape;9987;p66"/>
          <p:cNvSpPr/>
          <p:nvPr/>
        </p:nvSpPr>
        <p:spPr>
          <a:xfrm>
            <a:off x="6666913" y="2273951"/>
            <a:ext cx="473881" cy="475086"/>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8" name="Google Shape;9988;p66"/>
          <p:cNvGrpSpPr/>
          <p:nvPr/>
        </p:nvGrpSpPr>
        <p:grpSpPr>
          <a:xfrm>
            <a:off x="6668578" y="2865574"/>
            <a:ext cx="472676" cy="444538"/>
            <a:chOff x="-17565350" y="2809825"/>
            <a:chExt cx="304050" cy="285950"/>
          </a:xfrm>
        </p:grpSpPr>
        <p:sp>
          <p:nvSpPr>
            <p:cNvPr id="9989" name="Google Shape;9989;p66"/>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6"/>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6"/>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6"/>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66"/>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94" name="Google Shape;9994;p66"/>
          <p:cNvSpPr/>
          <p:nvPr/>
        </p:nvSpPr>
        <p:spPr>
          <a:xfrm>
            <a:off x="2664509" y="3446569"/>
            <a:ext cx="360006" cy="471471"/>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6"/>
          <p:cNvSpPr/>
          <p:nvPr/>
        </p:nvSpPr>
        <p:spPr>
          <a:xfrm>
            <a:off x="1412627" y="1688459"/>
            <a:ext cx="471471" cy="473920"/>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6"/>
          <p:cNvSpPr/>
          <p:nvPr/>
        </p:nvSpPr>
        <p:spPr>
          <a:xfrm>
            <a:off x="1412627" y="2274689"/>
            <a:ext cx="471471" cy="473609"/>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97" name="Google Shape;9997;p66"/>
          <p:cNvGrpSpPr/>
          <p:nvPr/>
        </p:nvGrpSpPr>
        <p:grpSpPr>
          <a:xfrm>
            <a:off x="1441487" y="2850904"/>
            <a:ext cx="416283" cy="473881"/>
            <a:chOff x="-20904875" y="2788575"/>
            <a:chExt cx="267775" cy="304825"/>
          </a:xfrm>
        </p:grpSpPr>
        <p:sp>
          <p:nvSpPr>
            <p:cNvPr id="9998" name="Google Shape;9998;p66"/>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6"/>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66"/>
          <p:cNvGrpSpPr/>
          <p:nvPr/>
        </p:nvGrpSpPr>
        <p:grpSpPr>
          <a:xfrm>
            <a:off x="4381902" y="2275564"/>
            <a:ext cx="360045" cy="471471"/>
            <a:chOff x="-19006700" y="2434925"/>
            <a:chExt cx="231600" cy="303275"/>
          </a:xfrm>
        </p:grpSpPr>
        <p:sp>
          <p:nvSpPr>
            <p:cNvPr id="10001" name="Google Shape;10001;p66"/>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6"/>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6"/>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6"/>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05" name="Google Shape;10005;p66"/>
          <p:cNvSpPr/>
          <p:nvPr/>
        </p:nvSpPr>
        <p:spPr>
          <a:xfrm>
            <a:off x="4324435" y="2851728"/>
            <a:ext cx="472676" cy="472676"/>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6"/>
          <p:cNvSpPr/>
          <p:nvPr/>
        </p:nvSpPr>
        <p:spPr>
          <a:xfrm>
            <a:off x="7288844" y="1688478"/>
            <a:ext cx="415117" cy="473881"/>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07" name="Google Shape;10007;p66"/>
          <p:cNvGrpSpPr/>
          <p:nvPr/>
        </p:nvGrpSpPr>
        <p:grpSpPr>
          <a:xfrm>
            <a:off x="7260501" y="2289051"/>
            <a:ext cx="473881" cy="444499"/>
            <a:chOff x="-17190425" y="2435725"/>
            <a:chExt cx="304825" cy="285925"/>
          </a:xfrm>
        </p:grpSpPr>
        <p:sp>
          <p:nvSpPr>
            <p:cNvPr id="10008" name="Google Shape;10008;p66"/>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6"/>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6"/>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11" name="Google Shape;10011;p66"/>
          <p:cNvSpPr/>
          <p:nvPr/>
        </p:nvSpPr>
        <p:spPr>
          <a:xfrm>
            <a:off x="7261910" y="2853555"/>
            <a:ext cx="468984" cy="469023"/>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2" name="Google Shape;10012;p66"/>
          <p:cNvGrpSpPr/>
          <p:nvPr/>
        </p:nvGrpSpPr>
        <p:grpSpPr>
          <a:xfrm>
            <a:off x="4915227" y="3444650"/>
            <a:ext cx="476329" cy="475086"/>
            <a:chOff x="-15719925" y="2416825"/>
            <a:chExt cx="306400" cy="305600"/>
          </a:xfrm>
        </p:grpSpPr>
        <p:sp>
          <p:nvSpPr>
            <p:cNvPr id="10013" name="Google Shape;10013;p66"/>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6"/>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6"/>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16" name="Google Shape;10016;p66"/>
          <p:cNvSpPr/>
          <p:nvPr/>
        </p:nvSpPr>
        <p:spPr>
          <a:xfrm>
            <a:off x="2001502" y="1687545"/>
            <a:ext cx="477534" cy="475746"/>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6"/>
          <p:cNvSpPr/>
          <p:nvPr/>
        </p:nvSpPr>
        <p:spPr>
          <a:xfrm>
            <a:off x="2003329" y="2331824"/>
            <a:ext cx="473881" cy="359346"/>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8" name="Google Shape;10018;p66"/>
          <p:cNvGrpSpPr/>
          <p:nvPr/>
        </p:nvGrpSpPr>
        <p:grpSpPr>
          <a:xfrm>
            <a:off x="2001521" y="2851506"/>
            <a:ext cx="479983" cy="472676"/>
            <a:chOff x="-20550425" y="2789350"/>
            <a:chExt cx="308750" cy="304050"/>
          </a:xfrm>
        </p:grpSpPr>
        <p:sp>
          <p:nvSpPr>
            <p:cNvPr id="10019" name="Google Shape;10019;p66"/>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6"/>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1" name="Google Shape;10021;p66"/>
          <p:cNvGrpSpPr/>
          <p:nvPr/>
        </p:nvGrpSpPr>
        <p:grpSpPr>
          <a:xfrm>
            <a:off x="4916888" y="1688158"/>
            <a:ext cx="473920" cy="474192"/>
            <a:chOff x="-18666450" y="2059825"/>
            <a:chExt cx="304850" cy="305025"/>
          </a:xfrm>
        </p:grpSpPr>
        <p:sp>
          <p:nvSpPr>
            <p:cNvPr id="10022" name="Google Shape;10022;p66"/>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6"/>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6"/>
          <p:cNvGrpSpPr/>
          <p:nvPr/>
        </p:nvGrpSpPr>
        <p:grpSpPr>
          <a:xfrm>
            <a:off x="4916286" y="2275584"/>
            <a:ext cx="475125" cy="471432"/>
            <a:chOff x="-18668025" y="2435725"/>
            <a:chExt cx="305625" cy="303250"/>
          </a:xfrm>
        </p:grpSpPr>
        <p:sp>
          <p:nvSpPr>
            <p:cNvPr id="10025" name="Google Shape;10025;p66"/>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6"/>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7" name="Google Shape;10027;p66"/>
          <p:cNvGrpSpPr/>
          <p:nvPr/>
        </p:nvGrpSpPr>
        <p:grpSpPr>
          <a:xfrm>
            <a:off x="4915683" y="2850902"/>
            <a:ext cx="476329" cy="473881"/>
            <a:chOff x="-18668800" y="2807475"/>
            <a:chExt cx="306400" cy="304825"/>
          </a:xfrm>
        </p:grpSpPr>
        <p:sp>
          <p:nvSpPr>
            <p:cNvPr id="10028" name="Google Shape;10028;p66"/>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6"/>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6"/>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6"/>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6"/>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6"/>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6"/>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6"/>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6"/>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7" name="Google Shape;10037;p66"/>
          <p:cNvGrpSpPr/>
          <p:nvPr/>
        </p:nvGrpSpPr>
        <p:grpSpPr>
          <a:xfrm>
            <a:off x="7869652" y="1687693"/>
            <a:ext cx="416361" cy="475125"/>
            <a:chOff x="-16798200" y="2050575"/>
            <a:chExt cx="267825" cy="305625"/>
          </a:xfrm>
        </p:grpSpPr>
        <p:sp>
          <p:nvSpPr>
            <p:cNvPr id="10038" name="Google Shape;10038;p66"/>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66"/>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6"/>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1" name="Google Shape;10041;p66"/>
          <p:cNvGrpSpPr/>
          <p:nvPr/>
        </p:nvGrpSpPr>
        <p:grpSpPr>
          <a:xfrm>
            <a:off x="7840270" y="2852127"/>
            <a:ext cx="475125" cy="471432"/>
            <a:chOff x="-16817100" y="2801175"/>
            <a:chExt cx="305625" cy="303250"/>
          </a:xfrm>
        </p:grpSpPr>
        <p:sp>
          <p:nvSpPr>
            <p:cNvPr id="10042" name="Google Shape;10042;p66"/>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6"/>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66"/>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66"/>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6"/>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6"/>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6"/>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6"/>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0" name="Google Shape;10050;p66"/>
          <p:cNvGrpSpPr/>
          <p:nvPr/>
        </p:nvGrpSpPr>
        <p:grpSpPr>
          <a:xfrm>
            <a:off x="7247390" y="3444614"/>
            <a:ext cx="476329" cy="475125"/>
            <a:chOff x="-15717575" y="2786200"/>
            <a:chExt cx="306400" cy="305625"/>
          </a:xfrm>
        </p:grpSpPr>
        <p:sp>
          <p:nvSpPr>
            <p:cNvPr id="10051" name="Google Shape;10051;p66"/>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6"/>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6"/>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6"/>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6"/>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6"/>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6"/>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8" name="Google Shape;10058;p66"/>
          <p:cNvGrpSpPr/>
          <p:nvPr/>
        </p:nvGrpSpPr>
        <p:grpSpPr>
          <a:xfrm>
            <a:off x="2584963" y="1688296"/>
            <a:ext cx="475125" cy="473920"/>
            <a:chOff x="-20173175" y="2038750"/>
            <a:chExt cx="305625" cy="304850"/>
          </a:xfrm>
        </p:grpSpPr>
        <p:sp>
          <p:nvSpPr>
            <p:cNvPr id="10059" name="Google Shape;10059;p66"/>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6"/>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61" name="Google Shape;10061;p66"/>
          <p:cNvSpPr/>
          <p:nvPr/>
        </p:nvSpPr>
        <p:spPr>
          <a:xfrm>
            <a:off x="2584966" y="2275467"/>
            <a:ext cx="472676" cy="472054"/>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62" name="Google Shape;10062;p66"/>
          <p:cNvGrpSpPr/>
          <p:nvPr/>
        </p:nvGrpSpPr>
        <p:grpSpPr>
          <a:xfrm>
            <a:off x="2586187" y="2850282"/>
            <a:ext cx="472676" cy="475125"/>
            <a:chOff x="-20173175" y="2787775"/>
            <a:chExt cx="304050" cy="305625"/>
          </a:xfrm>
        </p:grpSpPr>
        <p:sp>
          <p:nvSpPr>
            <p:cNvPr id="10063" name="Google Shape;10063;p66"/>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6"/>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6"/>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6"/>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6"/>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6"/>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6"/>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0" name="Google Shape;10070;p66"/>
          <p:cNvGrpSpPr/>
          <p:nvPr/>
        </p:nvGrpSpPr>
        <p:grpSpPr>
          <a:xfrm>
            <a:off x="5511171" y="2275564"/>
            <a:ext cx="473881" cy="471471"/>
            <a:chOff x="-18294675" y="2434925"/>
            <a:chExt cx="304825" cy="303275"/>
          </a:xfrm>
        </p:grpSpPr>
        <p:sp>
          <p:nvSpPr>
            <p:cNvPr id="10071" name="Google Shape;10071;p66"/>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6"/>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6"/>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4" name="Google Shape;10074;p66"/>
          <p:cNvGrpSpPr/>
          <p:nvPr/>
        </p:nvGrpSpPr>
        <p:grpSpPr>
          <a:xfrm>
            <a:off x="5567487" y="2852107"/>
            <a:ext cx="361250" cy="471471"/>
            <a:chOff x="-18258450" y="2809825"/>
            <a:chExt cx="232375" cy="303275"/>
          </a:xfrm>
        </p:grpSpPr>
        <p:sp>
          <p:nvSpPr>
            <p:cNvPr id="10075" name="Google Shape;10075;p66"/>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6"/>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6"/>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78" name="Google Shape;10078;p66"/>
          <p:cNvSpPr/>
          <p:nvPr/>
        </p:nvSpPr>
        <p:spPr>
          <a:xfrm>
            <a:off x="1440583" y="3444743"/>
            <a:ext cx="471471" cy="475125"/>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79" name="Google Shape;10079;p66"/>
          <p:cNvGrpSpPr/>
          <p:nvPr/>
        </p:nvGrpSpPr>
        <p:grpSpPr>
          <a:xfrm>
            <a:off x="3777686" y="3445233"/>
            <a:ext cx="415117" cy="473920"/>
            <a:chOff x="-16422500" y="2425450"/>
            <a:chExt cx="267025" cy="304850"/>
          </a:xfrm>
        </p:grpSpPr>
        <p:sp>
          <p:nvSpPr>
            <p:cNvPr id="10080" name="Google Shape;10080;p66"/>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6"/>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6"/>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3" name="Google Shape;10083;p66"/>
          <p:cNvGrpSpPr/>
          <p:nvPr/>
        </p:nvGrpSpPr>
        <p:grpSpPr>
          <a:xfrm>
            <a:off x="6080447" y="3445838"/>
            <a:ext cx="473920" cy="472676"/>
            <a:chOff x="-16442200" y="2801175"/>
            <a:chExt cx="304850" cy="304050"/>
          </a:xfrm>
        </p:grpSpPr>
        <p:sp>
          <p:nvSpPr>
            <p:cNvPr id="10084" name="Google Shape;10084;p66"/>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6"/>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6"/>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87" name="Google Shape;10087;p66"/>
          <p:cNvSpPr/>
          <p:nvPr/>
        </p:nvSpPr>
        <p:spPr>
          <a:xfrm>
            <a:off x="3191655" y="3447191"/>
            <a:ext cx="471432" cy="470228"/>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6"/>
          <p:cNvSpPr/>
          <p:nvPr/>
        </p:nvSpPr>
        <p:spPr>
          <a:xfrm>
            <a:off x="3158033" y="1706376"/>
            <a:ext cx="475125" cy="438086"/>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89" name="Google Shape;10089;p66"/>
          <p:cNvGrpSpPr/>
          <p:nvPr/>
        </p:nvGrpSpPr>
        <p:grpSpPr>
          <a:xfrm>
            <a:off x="3156161" y="2276343"/>
            <a:ext cx="481265" cy="469917"/>
            <a:chOff x="-19802200" y="2416025"/>
            <a:chExt cx="309575" cy="302275"/>
          </a:xfrm>
        </p:grpSpPr>
        <p:sp>
          <p:nvSpPr>
            <p:cNvPr id="10090" name="Google Shape;10090;p66"/>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6"/>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6"/>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6"/>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6"/>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5" name="Google Shape;10095;p66"/>
          <p:cNvGrpSpPr/>
          <p:nvPr/>
        </p:nvGrpSpPr>
        <p:grpSpPr>
          <a:xfrm>
            <a:off x="3159232" y="2851506"/>
            <a:ext cx="475125" cy="472676"/>
            <a:chOff x="-19801400" y="2788575"/>
            <a:chExt cx="305625" cy="304050"/>
          </a:xfrm>
        </p:grpSpPr>
        <p:sp>
          <p:nvSpPr>
            <p:cNvPr id="10096" name="Google Shape;10096;p66"/>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6"/>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6"/>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6"/>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6"/>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6"/>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2" name="Google Shape;10102;p66"/>
          <p:cNvGrpSpPr/>
          <p:nvPr/>
        </p:nvGrpSpPr>
        <p:grpSpPr>
          <a:xfrm>
            <a:off x="6114308" y="1688916"/>
            <a:ext cx="422463" cy="472676"/>
            <a:chOff x="-17903225" y="2060800"/>
            <a:chExt cx="271750" cy="304050"/>
          </a:xfrm>
        </p:grpSpPr>
        <p:sp>
          <p:nvSpPr>
            <p:cNvPr id="10103" name="Google Shape;10103;p66"/>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6"/>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6"/>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6" name="Google Shape;10106;p66"/>
          <p:cNvGrpSpPr/>
          <p:nvPr/>
        </p:nvGrpSpPr>
        <p:grpSpPr>
          <a:xfrm>
            <a:off x="6088599" y="2274962"/>
            <a:ext cx="473881" cy="472676"/>
            <a:chOff x="-17918975" y="2435725"/>
            <a:chExt cx="304825" cy="304050"/>
          </a:xfrm>
        </p:grpSpPr>
        <p:sp>
          <p:nvSpPr>
            <p:cNvPr id="10107" name="Google Shape;10107;p66"/>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6"/>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9" name="Google Shape;10109;p66"/>
          <p:cNvGrpSpPr/>
          <p:nvPr/>
        </p:nvGrpSpPr>
        <p:grpSpPr>
          <a:xfrm>
            <a:off x="6117359" y="2852729"/>
            <a:ext cx="416361" cy="470228"/>
            <a:chOff x="-17899300" y="2810625"/>
            <a:chExt cx="267825" cy="302475"/>
          </a:xfrm>
        </p:grpSpPr>
        <p:sp>
          <p:nvSpPr>
            <p:cNvPr id="10110" name="Google Shape;10110;p66"/>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6"/>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6"/>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3" name="Google Shape;10113;p66"/>
          <p:cNvGrpSpPr/>
          <p:nvPr/>
        </p:nvGrpSpPr>
        <p:grpSpPr>
          <a:xfrm>
            <a:off x="2023212" y="3461166"/>
            <a:ext cx="472676" cy="442089"/>
            <a:chOff x="-16066500" y="2060800"/>
            <a:chExt cx="304050" cy="284375"/>
          </a:xfrm>
        </p:grpSpPr>
        <p:sp>
          <p:nvSpPr>
            <p:cNvPr id="10114" name="Google Shape;10114;p66"/>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6"/>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66"/>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66"/>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6"/>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19" name="Google Shape;10119;p66"/>
          <p:cNvSpPr/>
          <p:nvPr/>
        </p:nvSpPr>
        <p:spPr>
          <a:xfrm>
            <a:off x="4328946" y="3444762"/>
            <a:ext cx="475125" cy="475086"/>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6"/>
          <p:cNvSpPr/>
          <p:nvPr/>
        </p:nvSpPr>
        <p:spPr>
          <a:xfrm>
            <a:off x="6702735" y="3444898"/>
            <a:ext cx="391876" cy="474814"/>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6"/>
          <p:cNvSpPr/>
          <p:nvPr/>
        </p:nvSpPr>
        <p:spPr>
          <a:xfrm>
            <a:off x="5497759" y="3446880"/>
            <a:ext cx="475086" cy="470849"/>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2" name="Google Shape;10122;p66"/>
          <p:cNvGrpSpPr/>
          <p:nvPr/>
        </p:nvGrpSpPr>
        <p:grpSpPr>
          <a:xfrm>
            <a:off x="7907919" y="2297751"/>
            <a:ext cx="368362" cy="419314"/>
            <a:chOff x="4995050" y="3245650"/>
            <a:chExt cx="236950" cy="269725"/>
          </a:xfrm>
        </p:grpSpPr>
        <p:sp>
          <p:nvSpPr>
            <p:cNvPr id="10123" name="Google Shape;10123;p66"/>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6"/>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66"/>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6" name="Google Shape;10126;p66"/>
            <p:cNvGrpSpPr/>
            <p:nvPr/>
          </p:nvGrpSpPr>
          <p:grpSpPr>
            <a:xfrm>
              <a:off x="4995050" y="3245650"/>
              <a:ext cx="236950" cy="269725"/>
              <a:chOff x="4995050" y="3245650"/>
              <a:chExt cx="236950" cy="269725"/>
            </a:xfrm>
          </p:grpSpPr>
          <p:sp>
            <p:nvSpPr>
              <p:cNvPr id="10127" name="Google Shape;10127;p66"/>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6"/>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29" name="Google Shape;10129;p66"/>
          <p:cNvGrpSpPr/>
          <p:nvPr/>
        </p:nvGrpSpPr>
        <p:grpSpPr>
          <a:xfrm>
            <a:off x="5507712" y="1689744"/>
            <a:ext cx="483749" cy="481292"/>
            <a:chOff x="4724650" y="2885700"/>
            <a:chExt cx="270750" cy="269375"/>
          </a:xfrm>
        </p:grpSpPr>
        <p:sp>
          <p:nvSpPr>
            <p:cNvPr id="10130" name="Google Shape;10130;p66"/>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6"/>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6"/>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6"/>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66"/>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66"/>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6"/>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7" name="Google Shape;10137;p66"/>
          <p:cNvGrpSpPr/>
          <p:nvPr/>
        </p:nvGrpSpPr>
        <p:grpSpPr>
          <a:xfrm>
            <a:off x="4374817" y="1683870"/>
            <a:ext cx="389425" cy="467822"/>
            <a:chOff x="4459350" y="2882125"/>
            <a:chExt cx="228375" cy="274350"/>
          </a:xfrm>
        </p:grpSpPr>
        <p:sp>
          <p:nvSpPr>
            <p:cNvPr id="10138" name="Google Shape;10138;p66"/>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6"/>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6"/>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6"/>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6"/>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chemeClr val="dk2"/>
            </a:solidFill>
            <a:ln>
              <a:noFill/>
            </a:ln>
          </p:spPr>
          <p:txBody>
            <a:bodyPr/>
            <a:lstStyle/>
            <a:p>
              <a:endParaRPr lang="hu-HU"/>
            </a:p>
          </p:txBody>
        </p:sp>
        <p:sp>
          <p:nvSpPr>
            <p:cNvPr id="10143" name="Google Shape;10143;p66"/>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chemeClr val="dk2"/>
            </a:solidFill>
            <a:ln>
              <a:noFill/>
            </a:ln>
          </p:spPr>
          <p:txBody>
            <a:bodyPr/>
            <a:lstStyle/>
            <a:p>
              <a:endParaRPr lang="hu-HU"/>
            </a:p>
          </p:txBody>
        </p:sp>
      </p:grpSp>
      <p:sp>
        <p:nvSpPr>
          <p:cNvPr id="10144" name="Google Shape;10144;p66"/>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48"/>
        <p:cNvGrpSpPr/>
        <p:nvPr/>
      </p:nvGrpSpPr>
      <p:grpSpPr>
        <a:xfrm>
          <a:off x="0" y="0"/>
          <a:ext cx="0" cy="0"/>
          <a:chOff x="0" y="0"/>
          <a:chExt cx="0" cy="0"/>
        </a:xfrm>
      </p:grpSpPr>
      <p:sp>
        <p:nvSpPr>
          <p:cNvPr id="10149" name="Google Shape;10149;p67"/>
          <p:cNvSpPr txBox="1">
            <a:spLocks noGrp="1"/>
          </p:cNvSpPr>
          <p:nvPr>
            <p:ph type="title"/>
          </p:nvPr>
        </p:nvSpPr>
        <p:spPr>
          <a:xfrm>
            <a:off x="716700" y="511025"/>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10150" name="Google Shape;10150;p67"/>
          <p:cNvSpPr/>
          <p:nvPr/>
        </p:nvSpPr>
        <p:spPr>
          <a:xfrm>
            <a:off x="832597" y="1630139"/>
            <a:ext cx="433284" cy="422781"/>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51" name="Google Shape;10151;p67"/>
          <p:cNvGrpSpPr/>
          <p:nvPr/>
        </p:nvGrpSpPr>
        <p:grpSpPr>
          <a:xfrm>
            <a:off x="835580" y="2140412"/>
            <a:ext cx="426462" cy="420796"/>
            <a:chOff x="-6713450" y="2397900"/>
            <a:chExt cx="295375" cy="291450"/>
          </a:xfrm>
        </p:grpSpPr>
        <p:sp>
          <p:nvSpPr>
            <p:cNvPr id="10152" name="Google Shape;10152;p67"/>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7"/>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54" name="Google Shape;10154;p67"/>
          <p:cNvSpPr/>
          <p:nvPr/>
        </p:nvSpPr>
        <p:spPr>
          <a:xfrm>
            <a:off x="847921" y="2660229"/>
            <a:ext cx="426499" cy="421914"/>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55" name="Google Shape;10155;p67"/>
          <p:cNvGrpSpPr/>
          <p:nvPr/>
        </p:nvGrpSpPr>
        <p:grpSpPr>
          <a:xfrm>
            <a:off x="3540341" y="1631401"/>
            <a:ext cx="423069" cy="420507"/>
            <a:chOff x="-4932650" y="2046625"/>
            <a:chExt cx="293025" cy="291250"/>
          </a:xfrm>
        </p:grpSpPr>
        <p:sp>
          <p:nvSpPr>
            <p:cNvPr id="10156" name="Google Shape;10156;p67"/>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7"/>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58" name="Google Shape;10158;p67"/>
          <p:cNvSpPr/>
          <p:nvPr/>
        </p:nvSpPr>
        <p:spPr>
          <a:xfrm>
            <a:off x="3541793" y="2140826"/>
            <a:ext cx="420796" cy="419677"/>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59" name="Google Shape;10159;p67"/>
          <p:cNvGrpSpPr/>
          <p:nvPr/>
        </p:nvGrpSpPr>
        <p:grpSpPr>
          <a:xfrm>
            <a:off x="3552272" y="2660957"/>
            <a:ext cx="423069" cy="420796"/>
            <a:chOff x="-4931075" y="2765725"/>
            <a:chExt cx="293025" cy="291450"/>
          </a:xfrm>
        </p:grpSpPr>
        <p:sp>
          <p:nvSpPr>
            <p:cNvPr id="10160" name="Google Shape;10160;p67"/>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7"/>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2" name="Google Shape;10162;p67"/>
          <p:cNvGrpSpPr/>
          <p:nvPr/>
        </p:nvGrpSpPr>
        <p:grpSpPr>
          <a:xfrm>
            <a:off x="6257840" y="1656289"/>
            <a:ext cx="420796" cy="370732"/>
            <a:chOff x="-3137650" y="2067900"/>
            <a:chExt cx="291450" cy="256775"/>
          </a:xfrm>
        </p:grpSpPr>
        <p:sp>
          <p:nvSpPr>
            <p:cNvPr id="10163" name="Google Shape;10163;p67"/>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7"/>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7"/>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6" name="Google Shape;10166;p67"/>
          <p:cNvGrpSpPr/>
          <p:nvPr/>
        </p:nvGrpSpPr>
        <p:grpSpPr>
          <a:xfrm>
            <a:off x="6257840" y="2139926"/>
            <a:ext cx="420796" cy="421770"/>
            <a:chOff x="-3137650" y="2408950"/>
            <a:chExt cx="291450" cy="292125"/>
          </a:xfrm>
        </p:grpSpPr>
        <p:sp>
          <p:nvSpPr>
            <p:cNvPr id="10167" name="Google Shape;10167;p6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67"/>
          <p:cNvGrpSpPr/>
          <p:nvPr/>
        </p:nvGrpSpPr>
        <p:grpSpPr>
          <a:xfrm>
            <a:off x="6269771" y="2685412"/>
            <a:ext cx="420796" cy="371887"/>
            <a:chOff x="-3137650" y="2787000"/>
            <a:chExt cx="291450" cy="257575"/>
          </a:xfrm>
        </p:grpSpPr>
        <p:sp>
          <p:nvSpPr>
            <p:cNvPr id="10173" name="Google Shape;10173;p67"/>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7"/>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7"/>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7"/>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7"/>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7"/>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7"/>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7"/>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81" name="Google Shape;10181;p67"/>
          <p:cNvSpPr/>
          <p:nvPr/>
        </p:nvSpPr>
        <p:spPr>
          <a:xfrm>
            <a:off x="1347632" y="3294616"/>
            <a:ext cx="420796" cy="295690"/>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7"/>
          <p:cNvSpPr/>
          <p:nvPr/>
        </p:nvSpPr>
        <p:spPr>
          <a:xfrm>
            <a:off x="1376423" y="1630482"/>
            <a:ext cx="421914" cy="422095"/>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7"/>
          <p:cNvSpPr/>
          <p:nvPr/>
        </p:nvSpPr>
        <p:spPr>
          <a:xfrm>
            <a:off x="1374708" y="2139274"/>
            <a:ext cx="425343" cy="422781"/>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4" name="Google Shape;10184;p67"/>
          <p:cNvGrpSpPr/>
          <p:nvPr/>
        </p:nvGrpSpPr>
        <p:grpSpPr>
          <a:xfrm>
            <a:off x="1387948" y="2660397"/>
            <a:ext cx="421914" cy="421914"/>
            <a:chOff x="-6354300" y="2757075"/>
            <a:chExt cx="292225" cy="292225"/>
          </a:xfrm>
        </p:grpSpPr>
        <p:sp>
          <p:nvSpPr>
            <p:cNvPr id="10185" name="Google Shape;10185;p67"/>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7"/>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7"/>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7"/>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9" name="Google Shape;10189;p67"/>
          <p:cNvGrpSpPr/>
          <p:nvPr/>
        </p:nvGrpSpPr>
        <p:grpSpPr>
          <a:xfrm>
            <a:off x="4081951" y="1629560"/>
            <a:ext cx="424188" cy="424188"/>
            <a:chOff x="-4573475" y="2045850"/>
            <a:chExt cx="293800" cy="293800"/>
          </a:xfrm>
        </p:grpSpPr>
        <p:sp>
          <p:nvSpPr>
            <p:cNvPr id="10190" name="Google Shape;10190;p67"/>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7"/>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2" name="Google Shape;10192;p67"/>
          <p:cNvGrpSpPr/>
          <p:nvPr/>
        </p:nvGrpSpPr>
        <p:grpSpPr>
          <a:xfrm>
            <a:off x="4081374" y="2138699"/>
            <a:ext cx="425343" cy="424225"/>
            <a:chOff x="-4570325" y="2405775"/>
            <a:chExt cx="294600" cy="293825"/>
          </a:xfrm>
        </p:grpSpPr>
        <p:sp>
          <p:nvSpPr>
            <p:cNvPr id="10193" name="Google Shape;10193;p67"/>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67"/>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5" name="Google Shape;10195;p67"/>
          <p:cNvGrpSpPr/>
          <p:nvPr/>
        </p:nvGrpSpPr>
        <p:grpSpPr>
          <a:xfrm>
            <a:off x="4094442" y="2659838"/>
            <a:ext cx="423069" cy="423033"/>
            <a:chOff x="-4572700" y="2764950"/>
            <a:chExt cx="293025" cy="293000"/>
          </a:xfrm>
        </p:grpSpPr>
        <p:sp>
          <p:nvSpPr>
            <p:cNvPr id="10196" name="Google Shape;10196;p67"/>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7"/>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7"/>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7"/>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7"/>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67"/>
          <p:cNvGrpSpPr/>
          <p:nvPr/>
        </p:nvGrpSpPr>
        <p:grpSpPr>
          <a:xfrm>
            <a:off x="6813205" y="1631239"/>
            <a:ext cx="414840" cy="420832"/>
            <a:chOff x="-2777700" y="2049775"/>
            <a:chExt cx="287325" cy="291475"/>
          </a:xfrm>
        </p:grpSpPr>
        <p:sp>
          <p:nvSpPr>
            <p:cNvPr id="10202" name="Google Shape;10202;p67"/>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7"/>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7"/>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5" name="Google Shape;10205;p67"/>
          <p:cNvGrpSpPr/>
          <p:nvPr/>
        </p:nvGrpSpPr>
        <p:grpSpPr>
          <a:xfrm>
            <a:off x="6809667" y="2140431"/>
            <a:ext cx="421914" cy="420759"/>
            <a:chOff x="-2571737" y="2403625"/>
            <a:chExt cx="292225" cy="291425"/>
          </a:xfrm>
        </p:grpSpPr>
        <p:sp>
          <p:nvSpPr>
            <p:cNvPr id="10206" name="Google Shape;10206;p67"/>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7"/>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7"/>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7"/>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7"/>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7"/>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7"/>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3" name="Google Shape;10213;p67"/>
          <p:cNvGrpSpPr/>
          <p:nvPr/>
        </p:nvGrpSpPr>
        <p:grpSpPr>
          <a:xfrm>
            <a:off x="6809667" y="2661534"/>
            <a:ext cx="421914" cy="419640"/>
            <a:chOff x="-2571737" y="2764550"/>
            <a:chExt cx="292225" cy="290650"/>
          </a:xfrm>
        </p:grpSpPr>
        <p:sp>
          <p:nvSpPr>
            <p:cNvPr id="10214" name="Google Shape;10214;p67"/>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7"/>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7"/>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67"/>
          <p:cNvGrpSpPr/>
          <p:nvPr/>
        </p:nvGrpSpPr>
        <p:grpSpPr>
          <a:xfrm>
            <a:off x="3009168" y="3230538"/>
            <a:ext cx="421914" cy="423864"/>
            <a:chOff x="-1333975" y="2365850"/>
            <a:chExt cx="292225" cy="293575"/>
          </a:xfrm>
        </p:grpSpPr>
        <p:sp>
          <p:nvSpPr>
            <p:cNvPr id="10218" name="Google Shape;10218;p67"/>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7"/>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7"/>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7"/>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67"/>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7"/>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7"/>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7"/>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6" name="Google Shape;10226;p67"/>
          <p:cNvGrpSpPr/>
          <p:nvPr/>
        </p:nvGrpSpPr>
        <p:grpSpPr>
          <a:xfrm>
            <a:off x="1942643" y="2660397"/>
            <a:ext cx="398020" cy="421914"/>
            <a:chOff x="-5995925" y="2757850"/>
            <a:chExt cx="275675" cy="292225"/>
          </a:xfrm>
        </p:grpSpPr>
        <p:sp>
          <p:nvSpPr>
            <p:cNvPr id="10227" name="Google Shape;10227;p67"/>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7"/>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7"/>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7"/>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7"/>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7"/>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7"/>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7"/>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7"/>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6" name="Google Shape;10236;p67"/>
          <p:cNvGrpSpPr/>
          <p:nvPr/>
        </p:nvGrpSpPr>
        <p:grpSpPr>
          <a:xfrm>
            <a:off x="4622930" y="1631816"/>
            <a:ext cx="421951" cy="419677"/>
            <a:chOff x="-4211975" y="2046625"/>
            <a:chExt cx="292250" cy="290675"/>
          </a:xfrm>
        </p:grpSpPr>
        <p:sp>
          <p:nvSpPr>
            <p:cNvPr id="10237" name="Google Shape;10237;p67"/>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7"/>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9" name="Google Shape;10239;p67"/>
          <p:cNvGrpSpPr/>
          <p:nvPr/>
        </p:nvGrpSpPr>
        <p:grpSpPr>
          <a:xfrm>
            <a:off x="4672976" y="2138699"/>
            <a:ext cx="321859" cy="424225"/>
            <a:chOff x="-4178875" y="2405775"/>
            <a:chExt cx="222925" cy="293825"/>
          </a:xfrm>
        </p:grpSpPr>
        <p:sp>
          <p:nvSpPr>
            <p:cNvPr id="10240" name="Google Shape;10240;p67"/>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7"/>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7"/>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3" name="Google Shape;10243;p67"/>
          <p:cNvGrpSpPr/>
          <p:nvPr/>
        </p:nvGrpSpPr>
        <p:grpSpPr>
          <a:xfrm>
            <a:off x="4635439" y="2673483"/>
            <a:ext cx="420796" cy="395746"/>
            <a:chOff x="-4211975" y="2783850"/>
            <a:chExt cx="291450" cy="274100"/>
          </a:xfrm>
        </p:grpSpPr>
        <p:sp>
          <p:nvSpPr>
            <p:cNvPr id="10244" name="Google Shape;10244;p67"/>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7"/>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7"/>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7" name="Google Shape;10247;p67"/>
          <p:cNvSpPr/>
          <p:nvPr/>
        </p:nvSpPr>
        <p:spPr>
          <a:xfrm>
            <a:off x="7351333" y="1629995"/>
            <a:ext cx="399175" cy="423069"/>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48" name="Google Shape;10248;p67"/>
          <p:cNvGrpSpPr/>
          <p:nvPr/>
        </p:nvGrpSpPr>
        <p:grpSpPr>
          <a:xfrm>
            <a:off x="7340368" y="2140413"/>
            <a:ext cx="420796" cy="420796"/>
            <a:chOff x="-2419325" y="2408150"/>
            <a:chExt cx="291450" cy="291450"/>
          </a:xfrm>
        </p:grpSpPr>
        <p:sp>
          <p:nvSpPr>
            <p:cNvPr id="10249" name="Google Shape;10249;p67"/>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7"/>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7"/>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7"/>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7"/>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7"/>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7"/>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56" name="Google Shape;10256;p67"/>
          <p:cNvSpPr/>
          <p:nvPr/>
        </p:nvSpPr>
        <p:spPr>
          <a:xfrm>
            <a:off x="7350758" y="2659651"/>
            <a:ext cx="424188" cy="423069"/>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7" name="Google Shape;10257;p67"/>
          <p:cNvGrpSpPr/>
          <p:nvPr/>
        </p:nvGrpSpPr>
        <p:grpSpPr>
          <a:xfrm>
            <a:off x="4661893" y="3231514"/>
            <a:ext cx="420796" cy="421914"/>
            <a:chOff x="-1333200" y="2770450"/>
            <a:chExt cx="291450" cy="292225"/>
          </a:xfrm>
        </p:grpSpPr>
        <p:sp>
          <p:nvSpPr>
            <p:cNvPr id="10258" name="Google Shape;10258;p67"/>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7"/>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0" name="Google Shape;10260;p67"/>
          <p:cNvGrpSpPr/>
          <p:nvPr/>
        </p:nvGrpSpPr>
        <p:grpSpPr>
          <a:xfrm>
            <a:off x="2458506" y="1631256"/>
            <a:ext cx="423069" cy="420796"/>
            <a:chOff x="-5635200" y="2037975"/>
            <a:chExt cx="293025" cy="291450"/>
          </a:xfrm>
        </p:grpSpPr>
        <p:sp>
          <p:nvSpPr>
            <p:cNvPr id="10261" name="Google Shape;10261;p67"/>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7"/>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3" name="Google Shape;10263;p67"/>
          <p:cNvGrpSpPr/>
          <p:nvPr/>
        </p:nvGrpSpPr>
        <p:grpSpPr>
          <a:xfrm>
            <a:off x="2456792" y="2140412"/>
            <a:ext cx="426499" cy="420796"/>
            <a:chOff x="-5637575" y="2397900"/>
            <a:chExt cx="295400" cy="291450"/>
          </a:xfrm>
        </p:grpSpPr>
        <p:sp>
          <p:nvSpPr>
            <p:cNvPr id="10264" name="Google Shape;10264;p67"/>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7"/>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7"/>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7"/>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8" name="Google Shape;10268;p67"/>
          <p:cNvGrpSpPr/>
          <p:nvPr/>
        </p:nvGrpSpPr>
        <p:grpSpPr>
          <a:xfrm>
            <a:off x="2470455" y="2660397"/>
            <a:ext cx="423033" cy="421914"/>
            <a:chOff x="-5635975" y="2757075"/>
            <a:chExt cx="293000" cy="292225"/>
          </a:xfrm>
        </p:grpSpPr>
        <p:sp>
          <p:nvSpPr>
            <p:cNvPr id="10269" name="Google Shape;10269;p67"/>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7"/>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1" name="Google Shape;10271;p67"/>
          <p:cNvGrpSpPr/>
          <p:nvPr/>
        </p:nvGrpSpPr>
        <p:grpSpPr>
          <a:xfrm>
            <a:off x="5154391" y="1631256"/>
            <a:ext cx="423069" cy="420796"/>
            <a:chOff x="-3854375" y="2046625"/>
            <a:chExt cx="293025" cy="291450"/>
          </a:xfrm>
        </p:grpSpPr>
        <p:sp>
          <p:nvSpPr>
            <p:cNvPr id="10272" name="Google Shape;10272;p67"/>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7"/>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4" name="Google Shape;10274;p67"/>
          <p:cNvGrpSpPr/>
          <p:nvPr/>
        </p:nvGrpSpPr>
        <p:grpSpPr>
          <a:xfrm>
            <a:off x="5153254" y="2138717"/>
            <a:ext cx="425343" cy="424188"/>
            <a:chOff x="-3854375" y="2405000"/>
            <a:chExt cx="294600" cy="293800"/>
          </a:xfrm>
        </p:grpSpPr>
        <p:sp>
          <p:nvSpPr>
            <p:cNvPr id="10275" name="Google Shape;10275;p67"/>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7"/>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7" name="Google Shape;10277;p67"/>
          <p:cNvGrpSpPr/>
          <p:nvPr/>
        </p:nvGrpSpPr>
        <p:grpSpPr>
          <a:xfrm>
            <a:off x="5167459" y="2659838"/>
            <a:ext cx="420796" cy="423033"/>
            <a:chOff x="-3852025" y="2764950"/>
            <a:chExt cx="291450" cy="293000"/>
          </a:xfrm>
        </p:grpSpPr>
        <p:sp>
          <p:nvSpPr>
            <p:cNvPr id="10278" name="Google Shape;10278;p67"/>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67"/>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80" name="Google Shape;10280;p67"/>
          <p:cNvSpPr/>
          <p:nvPr/>
        </p:nvSpPr>
        <p:spPr>
          <a:xfrm>
            <a:off x="7889488" y="1681753"/>
            <a:ext cx="421914" cy="319549"/>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7"/>
          <p:cNvSpPr/>
          <p:nvPr/>
        </p:nvSpPr>
        <p:spPr>
          <a:xfrm>
            <a:off x="7889488" y="2140284"/>
            <a:ext cx="421914" cy="420759"/>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82" name="Google Shape;10282;p67"/>
          <p:cNvGrpSpPr/>
          <p:nvPr/>
        </p:nvGrpSpPr>
        <p:grpSpPr>
          <a:xfrm>
            <a:off x="7890048" y="2660398"/>
            <a:ext cx="420796" cy="421914"/>
            <a:chOff x="-2060175" y="2768875"/>
            <a:chExt cx="291450" cy="292225"/>
          </a:xfrm>
        </p:grpSpPr>
        <p:sp>
          <p:nvSpPr>
            <p:cNvPr id="10283" name="Google Shape;10283;p67"/>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7"/>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5" name="Google Shape;10285;p67"/>
          <p:cNvGrpSpPr/>
          <p:nvPr/>
        </p:nvGrpSpPr>
        <p:grpSpPr>
          <a:xfrm>
            <a:off x="1903657" y="3232071"/>
            <a:ext cx="421914" cy="420796"/>
            <a:chOff x="-937025" y="2064750"/>
            <a:chExt cx="292225" cy="291450"/>
          </a:xfrm>
        </p:grpSpPr>
        <p:sp>
          <p:nvSpPr>
            <p:cNvPr id="10286" name="Google Shape;10286;p67"/>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7"/>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7"/>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9" name="Google Shape;10289;p67"/>
          <p:cNvGrpSpPr/>
          <p:nvPr/>
        </p:nvGrpSpPr>
        <p:grpSpPr>
          <a:xfrm>
            <a:off x="3006820" y="1630697"/>
            <a:ext cx="421951" cy="421914"/>
            <a:chOff x="-5276050" y="2037975"/>
            <a:chExt cx="292250" cy="292225"/>
          </a:xfrm>
        </p:grpSpPr>
        <p:sp>
          <p:nvSpPr>
            <p:cNvPr id="10290" name="Google Shape;10290;p67"/>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7"/>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7"/>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93" name="Google Shape;10293;p67"/>
          <p:cNvSpPr/>
          <p:nvPr/>
        </p:nvSpPr>
        <p:spPr>
          <a:xfrm>
            <a:off x="3003187" y="2152917"/>
            <a:ext cx="429891" cy="395493"/>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7"/>
          <p:cNvSpPr/>
          <p:nvPr/>
        </p:nvSpPr>
        <p:spPr>
          <a:xfrm>
            <a:off x="3019106" y="2660806"/>
            <a:ext cx="421914" cy="420759"/>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5" name="Google Shape;10295;p67"/>
          <p:cNvGrpSpPr/>
          <p:nvPr/>
        </p:nvGrpSpPr>
        <p:grpSpPr>
          <a:xfrm>
            <a:off x="5765634" y="1631256"/>
            <a:ext cx="324133" cy="420796"/>
            <a:chOff x="-3462150" y="2046625"/>
            <a:chExt cx="224500" cy="291450"/>
          </a:xfrm>
        </p:grpSpPr>
        <p:sp>
          <p:nvSpPr>
            <p:cNvPr id="10296" name="Google Shape;10296;p67"/>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7"/>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7"/>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7"/>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7"/>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7"/>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7"/>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3" name="Google Shape;10303;p67"/>
          <p:cNvGrpSpPr/>
          <p:nvPr/>
        </p:nvGrpSpPr>
        <p:grpSpPr>
          <a:xfrm>
            <a:off x="5741197" y="2139276"/>
            <a:ext cx="373006" cy="423069"/>
            <a:chOff x="-3478675" y="2405775"/>
            <a:chExt cx="258350" cy="293025"/>
          </a:xfrm>
        </p:grpSpPr>
        <p:sp>
          <p:nvSpPr>
            <p:cNvPr id="10304" name="Google Shape;10304;p67"/>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7"/>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7"/>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7"/>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8" name="Google Shape;10308;p67"/>
          <p:cNvGrpSpPr/>
          <p:nvPr/>
        </p:nvGrpSpPr>
        <p:grpSpPr>
          <a:xfrm>
            <a:off x="5803715" y="2660398"/>
            <a:ext cx="271831" cy="421914"/>
            <a:chOff x="-3443250" y="2765725"/>
            <a:chExt cx="188275" cy="292225"/>
          </a:xfrm>
        </p:grpSpPr>
        <p:sp>
          <p:nvSpPr>
            <p:cNvPr id="10309" name="Google Shape;10309;p67"/>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67"/>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7"/>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7"/>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3" name="Google Shape;10313;p67"/>
          <p:cNvGrpSpPr/>
          <p:nvPr/>
        </p:nvGrpSpPr>
        <p:grpSpPr>
          <a:xfrm>
            <a:off x="832612" y="3230934"/>
            <a:ext cx="371887" cy="423069"/>
            <a:chOff x="-1684475" y="2049000"/>
            <a:chExt cx="257575" cy="293025"/>
          </a:xfrm>
        </p:grpSpPr>
        <p:sp>
          <p:nvSpPr>
            <p:cNvPr id="10314" name="Google Shape;10314;p67"/>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7"/>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7"/>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7"/>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8" name="Google Shape;10318;p67"/>
          <p:cNvSpPr/>
          <p:nvPr/>
        </p:nvSpPr>
        <p:spPr>
          <a:xfrm>
            <a:off x="2460792" y="3231775"/>
            <a:ext cx="440106" cy="4213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19" name="Google Shape;10319;p67"/>
          <p:cNvGrpSpPr/>
          <p:nvPr/>
        </p:nvGrpSpPr>
        <p:grpSpPr>
          <a:xfrm>
            <a:off x="4122504" y="3231514"/>
            <a:ext cx="420796" cy="421914"/>
            <a:chOff x="-1700225" y="2768875"/>
            <a:chExt cx="291450" cy="292225"/>
          </a:xfrm>
        </p:grpSpPr>
        <p:sp>
          <p:nvSpPr>
            <p:cNvPr id="10320" name="Google Shape;10320;p6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6" name="Google Shape;10326;p67"/>
          <p:cNvGrpSpPr/>
          <p:nvPr/>
        </p:nvGrpSpPr>
        <p:grpSpPr>
          <a:xfrm>
            <a:off x="3590852" y="3230935"/>
            <a:ext cx="371887" cy="423069"/>
            <a:chOff x="-919700" y="2420750"/>
            <a:chExt cx="257575" cy="293025"/>
          </a:xfrm>
        </p:grpSpPr>
        <p:sp>
          <p:nvSpPr>
            <p:cNvPr id="10327" name="Google Shape;10327;p67"/>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7"/>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7"/>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0" name="Google Shape;10330;p67"/>
          <p:cNvGrpSpPr/>
          <p:nvPr/>
        </p:nvGrpSpPr>
        <p:grpSpPr>
          <a:xfrm>
            <a:off x="1926044" y="1645950"/>
            <a:ext cx="409531" cy="410617"/>
            <a:chOff x="6679825" y="2693700"/>
            <a:chExt cx="257875" cy="258575"/>
          </a:xfrm>
        </p:grpSpPr>
        <p:sp>
          <p:nvSpPr>
            <p:cNvPr id="10331" name="Google Shape;10331;p67"/>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7"/>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3" name="Google Shape;10333;p67"/>
          <p:cNvGrpSpPr/>
          <p:nvPr/>
        </p:nvGrpSpPr>
        <p:grpSpPr>
          <a:xfrm>
            <a:off x="1915618" y="2142110"/>
            <a:ext cx="420531" cy="417262"/>
            <a:chOff x="6790450" y="3119050"/>
            <a:chExt cx="262750" cy="260675"/>
          </a:xfrm>
        </p:grpSpPr>
        <p:sp>
          <p:nvSpPr>
            <p:cNvPr id="10334" name="Google Shape;10334;p67"/>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7"/>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6" name="Google Shape;10336;p67"/>
          <p:cNvGrpSpPr/>
          <p:nvPr/>
        </p:nvGrpSpPr>
        <p:grpSpPr>
          <a:xfrm>
            <a:off x="6542730" y="3755436"/>
            <a:ext cx="358093" cy="407391"/>
            <a:chOff x="7660859" y="2571753"/>
            <a:chExt cx="366561" cy="417024"/>
          </a:xfrm>
        </p:grpSpPr>
        <p:sp>
          <p:nvSpPr>
            <p:cNvPr id="10337" name="Google Shape;10337;p67"/>
            <p:cNvSpPr/>
            <p:nvPr/>
          </p:nvSpPr>
          <p:spPr>
            <a:xfrm>
              <a:off x="7770506" y="2633631"/>
              <a:ext cx="147259" cy="146633"/>
            </a:xfrm>
            <a:custGeom>
              <a:avLst/>
              <a:gdLst/>
              <a:ahLst/>
              <a:cxnLst/>
              <a:rect l="l" t="t" r="r" b="b"/>
              <a:pathLst>
                <a:path w="7056" h="7026" extrusionOk="0">
                  <a:moveTo>
                    <a:pt x="4114" y="2928"/>
                  </a:moveTo>
                  <a:lnTo>
                    <a:pt x="4114" y="4099"/>
                  </a:lnTo>
                  <a:lnTo>
                    <a:pt x="2943" y="4099"/>
                  </a:lnTo>
                  <a:lnTo>
                    <a:pt x="2943" y="2928"/>
                  </a:lnTo>
                  <a:close/>
                  <a:moveTo>
                    <a:pt x="2354" y="1"/>
                  </a:moveTo>
                  <a:cubicBezTo>
                    <a:pt x="2032" y="1"/>
                    <a:pt x="1771" y="263"/>
                    <a:pt x="1771" y="586"/>
                  </a:cubicBezTo>
                  <a:lnTo>
                    <a:pt x="1771" y="1757"/>
                  </a:lnTo>
                  <a:lnTo>
                    <a:pt x="618" y="1757"/>
                  </a:lnTo>
                  <a:cubicBezTo>
                    <a:pt x="301" y="1757"/>
                    <a:pt x="31" y="1999"/>
                    <a:pt x="17" y="2314"/>
                  </a:cubicBezTo>
                  <a:cubicBezTo>
                    <a:pt x="1" y="2650"/>
                    <a:pt x="268" y="2928"/>
                    <a:pt x="600" y="2928"/>
                  </a:cubicBezTo>
                  <a:lnTo>
                    <a:pt x="1771" y="2928"/>
                  </a:lnTo>
                  <a:lnTo>
                    <a:pt x="1771" y="4099"/>
                  </a:lnTo>
                  <a:lnTo>
                    <a:pt x="618" y="4099"/>
                  </a:lnTo>
                  <a:cubicBezTo>
                    <a:pt x="301" y="4099"/>
                    <a:pt x="31" y="4341"/>
                    <a:pt x="17" y="4656"/>
                  </a:cubicBezTo>
                  <a:cubicBezTo>
                    <a:pt x="1" y="4992"/>
                    <a:pt x="268" y="5270"/>
                    <a:pt x="600" y="5270"/>
                  </a:cubicBezTo>
                  <a:lnTo>
                    <a:pt x="1771" y="5270"/>
                  </a:lnTo>
                  <a:lnTo>
                    <a:pt x="1771" y="6423"/>
                  </a:lnTo>
                  <a:cubicBezTo>
                    <a:pt x="1771" y="6738"/>
                    <a:pt x="2014" y="7011"/>
                    <a:pt x="2329" y="7025"/>
                  </a:cubicBezTo>
                  <a:cubicBezTo>
                    <a:pt x="2338" y="7025"/>
                    <a:pt x="2348" y="7025"/>
                    <a:pt x="2357" y="7025"/>
                  </a:cubicBezTo>
                  <a:cubicBezTo>
                    <a:pt x="2680" y="7025"/>
                    <a:pt x="2943" y="6764"/>
                    <a:pt x="2943" y="6441"/>
                  </a:cubicBezTo>
                  <a:lnTo>
                    <a:pt x="2943" y="5270"/>
                  </a:lnTo>
                  <a:lnTo>
                    <a:pt x="4114" y="5270"/>
                  </a:lnTo>
                  <a:lnTo>
                    <a:pt x="4114" y="6423"/>
                  </a:lnTo>
                  <a:cubicBezTo>
                    <a:pt x="4114" y="6738"/>
                    <a:pt x="4356" y="7011"/>
                    <a:pt x="4671" y="7025"/>
                  </a:cubicBezTo>
                  <a:cubicBezTo>
                    <a:pt x="4680" y="7025"/>
                    <a:pt x="4690" y="7025"/>
                    <a:pt x="4699" y="7025"/>
                  </a:cubicBezTo>
                  <a:cubicBezTo>
                    <a:pt x="5023" y="7025"/>
                    <a:pt x="5285" y="6764"/>
                    <a:pt x="5285" y="6441"/>
                  </a:cubicBezTo>
                  <a:lnTo>
                    <a:pt x="5285" y="5270"/>
                  </a:lnTo>
                  <a:lnTo>
                    <a:pt x="6456" y="5270"/>
                  </a:lnTo>
                  <a:cubicBezTo>
                    <a:pt x="6788" y="5270"/>
                    <a:pt x="7056" y="4992"/>
                    <a:pt x="7040" y="4656"/>
                  </a:cubicBezTo>
                  <a:cubicBezTo>
                    <a:pt x="7025" y="4341"/>
                    <a:pt x="6753" y="4099"/>
                    <a:pt x="6438" y="4099"/>
                  </a:cubicBezTo>
                  <a:lnTo>
                    <a:pt x="5285" y="4099"/>
                  </a:lnTo>
                  <a:lnTo>
                    <a:pt x="5285" y="2928"/>
                  </a:lnTo>
                  <a:lnTo>
                    <a:pt x="6438" y="2928"/>
                  </a:lnTo>
                  <a:cubicBezTo>
                    <a:pt x="6753" y="2928"/>
                    <a:pt x="7025" y="2685"/>
                    <a:pt x="7040" y="2370"/>
                  </a:cubicBezTo>
                  <a:cubicBezTo>
                    <a:pt x="7056" y="2034"/>
                    <a:pt x="6788" y="1757"/>
                    <a:pt x="6456" y="1757"/>
                  </a:cubicBezTo>
                  <a:lnTo>
                    <a:pt x="5285" y="1757"/>
                  </a:lnTo>
                  <a:lnTo>
                    <a:pt x="5285" y="603"/>
                  </a:lnTo>
                  <a:cubicBezTo>
                    <a:pt x="5285" y="287"/>
                    <a:pt x="5042" y="16"/>
                    <a:pt x="4727" y="2"/>
                  </a:cubicBezTo>
                  <a:cubicBezTo>
                    <a:pt x="4717" y="1"/>
                    <a:pt x="4707" y="1"/>
                    <a:pt x="4696" y="1"/>
                  </a:cubicBezTo>
                  <a:cubicBezTo>
                    <a:pt x="4374" y="1"/>
                    <a:pt x="4114" y="263"/>
                    <a:pt x="4114" y="586"/>
                  </a:cubicBezTo>
                  <a:lnTo>
                    <a:pt x="4114" y="1757"/>
                  </a:lnTo>
                  <a:lnTo>
                    <a:pt x="2943" y="1757"/>
                  </a:lnTo>
                  <a:lnTo>
                    <a:pt x="2943" y="603"/>
                  </a:lnTo>
                  <a:cubicBezTo>
                    <a:pt x="2943" y="287"/>
                    <a:pt x="2700" y="16"/>
                    <a:pt x="2385" y="2"/>
                  </a:cubicBezTo>
                  <a:cubicBezTo>
                    <a:pt x="2375" y="1"/>
                    <a:pt x="2364" y="1"/>
                    <a:pt x="23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7"/>
            <p:cNvSpPr/>
            <p:nvPr/>
          </p:nvSpPr>
          <p:spPr>
            <a:xfrm>
              <a:off x="7730834" y="2792447"/>
              <a:ext cx="226648" cy="76781"/>
            </a:xfrm>
            <a:custGeom>
              <a:avLst/>
              <a:gdLst/>
              <a:ahLst/>
              <a:cxnLst/>
              <a:rect l="l" t="t" r="r" b="b"/>
              <a:pathLst>
                <a:path w="10860" h="3679" extrusionOk="0">
                  <a:moveTo>
                    <a:pt x="747" y="0"/>
                  </a:moveTo>
                  <a:cubicBezTo>
                    <a:pt x="280" y="0"/>
                    <a:pt x="0" y="520"/>
                    <a:pt x="258" y="910"/>
                  </a:cubicBezTo>
                  <a:cubicBezTo>
                    <a:pt x="1470" y="2730"/>
                    <a:pt x="3430" y="3678"/>
                    <a:pt x="5429" y="3678"/>
                  </a:cubicBezTo>
                  <a:cubicBezTo>
                    <a:pt x="7423" y="3678"/>
                    <a:pt x="9385" y="2733"/>
                    <a:pt x="10600" y="911"/>
                  </a:cubicBezTo>
                  <a:cubicBezTo>
                    <a:pt x="10860" y="523"/>
                    <a:pt x="10578" y="2"/>
                    <a:pt x="10116" y="2"/>
                  </a:cubicBezTo>
                  <a:cubicBezTo>
                    <a:pt x="10115" y="2"/>
                    <a:pt x="10114" y="2"/>
                    <a:pt x="10113" y="2"/>
                  </a:cubicBezTo>
                  <a:cubicBezTo>
                    <a:pt x="9924" y="2"/>
                    <a:pt x="9738" y="92"/>
                    <a:pt x="9625" y="262"/>
                  </a:cubicBezTo>
                  <a:cubicBezTo>
                    <a:pt x="8688" y="1668"/>
                    <a:pt x="7119" y="2507"/>
                    <a:pt x="5429" y="2507"/>
                  </a:cubicBezTo>
                  <a:cubicBezTo>
                    <a:pt x="3740" y="2507"/>
                    <a:pt x="2172" y="1668"/>
                    <a:pt x="1235" y="264"/>
                  </a:cubicBezTo>
                  <a:cubicBezTo>
                    <a:pt x="1125" y="101"/>
                    <a:pt x="943" y="0"/>
                    <a:pt x="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7"/>
            <p:cNvSpPr/>
            <p:nvPr/>
          </p:nvSpPr>
          <p:spPr>
            <a:xfrm>
              <a:off x="7660859" y="2571753"/>
              <a:ext cx="366561" cy="417024"/>
            </a:xfrm>
            <a:custGeom>
              <a:avLst/>
              <a:gdLst/>
              <a:ahLst/>
              <a:cxnLst/>
              <a:rect l="l" t="t" r="r" b="b"/>
              <a:pathLst>
                <a:path w="17564" h="19982" extrusionOk="0">
                  <a:moveTo>
                    <a:pt x="14636" y="1169"/>
                  </a:moveTo>
                  <a:cubicBezTo>
                    <a:pt x="15587" y="1169"/>
                    <a:pt x="16392" y="1992"/>
                    <a:pt x="16392" y="2965"/>
                  </a:cubicBezTo>
                  <a:lnTo>
                    <a:pt x="16392" y="14674"/>
                  </a:lnTo>
                  <a:cubicBezTo>
                    <a:pt x="16392" y="15643"/>
                    <a:pt x="15607" y="16431"/>
                    <a:pt x="14636" y="16431"/>
                  </a:cubicBezTo>
                  <a:lnTo>
                    <a:pt x="11124" y="16431"/>
                  </a:lnTo>
                  <a:cubicBezTo>
                    <a:pt x="10967" y="16431"/>
                    <a:pt x="10816" y="16493"/>
                    <a:pt x="10707" y="16604"/>
                  </a:cubicBezTo>
                  <a:lnTo>
                    <a:pt x="8782" y="18561"/>
                  </a:lnTo>
                  <a:lnTo>
                    <a:pt x="6857" y="16604"/>
                  </a:lnTo>
                  <a:cubicBezTo>
                    <a:pt x="6748" y="16493"/>
                    <a:pt x="6597" y="16431"/>
                    <a:pt x="6440" y="16431"/>
                  </a:cubicBezTo>
                  <a:lnTo>
                    <a:pt x="2928" y="16431"/>
                  </a:lnTo>
                  <a:cubicBezTo>
                    <a:pt x="1959" y="16431"/>
                    <a:pt x="1172" y="15643"/>
                    <a:pt x="1172" y="14674"/>
                  </a:cubicBezTo>
                  <a:lnTo>
                    <a:pt x="1172" y="2965"/>
                  </a:lnTo>
                  <a:cubicBezTo>
                    <a:pt x="1172" y="1992"/>
                    <a:pt x="1977" y="1169"/>
                    <a:pt x="2928" y="1169"/>
                  </a:cubicBezTo>
                  <a:close/>
                  <a:moveTo>
                    <a:pt x="2928" y="0"/>
                  </a:moveTo>
                  <a:cubicBezTo>
                    <a:pt x="1310" y="0"/>
                    <a:pt x="1" y="1346"/>
                    <a:pt x="1" y="2965"/>
                  </a:cubicBezTo>
                  <a:lnTo>
                    <a:pt x="1" y="14674"/>
                  </a:lnTo>
                  <a:cubicBezTo>
                    <a:pt x="1" y="16291"/>
                    <a:pt x="1312" y="17600"/>
                    <a:pt x="2928" y="17600"/>
                  </a:cubicBezTo>
                  <a:lnTo>
                    <a:pt x="6196" y="17600"/>
                  </a:lnTo>
                  <a:lnTo>
                    <a:pt x="8365" y="19806"/>
                  </a:lnTo>
                  <a:cubicBezTo>
                    <a:pt x="8474" y="19919"/>
                    <a:pt x="8625" y="19981"/>
                    <a:pt x="8782" y="19981"/>
                  </a:cubicBezTo>
                  <a:cubicBezTo>
                    <a:pt x="8940" y="19981"/>
                    <a:pt x="9090" y="19919"/>
                    <a:pt x="9200" y="19806"/>
                  </a:cubicBezTo>
                  <a:lnTo>
                    <a:pt x="11370" y="17600"/>
                  </a:lnTo>
                  <a:lnTo>
                    <a:pt x="14636" y="17600"/>
                  </a:lnTo>
                  <a:cubicBezTo>
                    <a:pt x="16251" y="17600"/>
                    <a:pt x="17563" y="16287"/>
                    <a:pt x="17563" y="14674"/>
                  </a:cubicBezTo>
                  <a:lnTo>
                    <a:pt x="17563" y="2965"/>
                  </a:lnTo>
                  <a:cubicBezTo>
                    <a:pt x="17563" y="1348"/>
                    <a:pt x="16254" y="0"/>
                    <a:pt x="14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0" name="Google Shape;10340;p67"/>
          <p:cNvGrpSpPr/>
          <p:nvPr/>
        </p:nvGrpSpPr>
        <p:grpSpPr>
          <a:xfrm>
            <a:off x="4077412" y="3755436"/>
            <a:ext cx="407391" cy="407391"/>
            <a:chOff x="5566722" y="2571753"/>
            <a:chExt cx="417024" cy="417024"/>
          </a:xfrm>
        </p:grpSpPr>
        <p:sp>
          <p:nvSpPr>
            <p:cNvPr id="10341" name="Google Shape;10341;p67"/>
            <p:cNvSpPr/>
            <p:nvPr/>
          </p:nvSpPr>
          <p:spPr>
            <a:xfrm>
              <a:off x="5566722" y="2571753"/>
              <a:ext cx="417024" cy="417024"/>
            </a:xfrm>
            <a:custGeom>
              <a:avLst/>
              <a:gdLst/>
              <a:ahLst/>
              <a:cxnLst/>
              <a:rect l="l" t="t" r="r" b="b"/>
              <a:pathLst>
                <a:path w="19982" h="19982" extrusionOk="0">
                  <a:moveTo>
                    <a:pt x="9990" y="1171"/>
                  </a:moveTo>
                  <a:cubicBezTo>
                    <a:pt x="14855" y="1171"/>
                    <a:pt x="18810" y="5127"/>
                    <a:pt x="18810" y="9991"/>
                  </a:cubicBezTo>
                  <a:cubicBezTo>
                    <a:pt x="18810" y="14854"/>
                    <a:pt x="14855" y="18810"/>
                    <a:pt x="9990" y="18810"/>
                  </a:cubicBezTo>
                  <a:cubicBezTo>
                    <a:pt x="5127" y="18810"/>
                    <a:pt x="1170" y="14854"/>
                    <a:pt x="1170" y="9991"/>
                  </a:cubicBezTo>
                  <a:cubicBezTo>
                    <a:pt x="1170" y="5127"/>
                    <a:pt x="5127" y="1171"/>
                    <a:pt x="9990" y="1171"/>
                  </a:cubicBezTo>
                  <a:close/>
                  <a:moveTo>
                    <a:pt x="9990" y="0"/>
                  </a:moveTo>
                  <a:cubicBezTo>
                    <a:pt x="4488" y="0"/>
                    <a:pt x="0" y="4490"/>
                    <a:pt x="0" y="9990"/>
                  </a:cubicBezTo>
                  <a:cubicBezTo>
                    <a:pt x="0" y="15493"/>
                    <a:pt x="4490" y="19981"/>
                    <a:pt x="9990" y="19981"/>
                  </a:cubicBezTo>
                  <a:cubicBezTo>
                    <a:pt x="15492" y="19981"/>
                    <a:pt x="19981" y="15491"/>
                    <a:pt x="19981" y="9990"/>
                  </a:cubicBezTo>
                  <a:cubicBezTo>
                    <a:pt x="19981" y="4488"/>
                    <a:pt x="15492" y="0"/>
                    <a:pt x="9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7"/>
            <p:cNvSpPr/>
            <p:nvPr/>
          </p:nvSpPr>
          <p:spPr>
            <a:xfrm>
              <a:off x="5653037" y="2658069"/>
              <a:ext cx="207719" cy="243052"/>
            </a:xfrm>
            <a:custGeom>
              <a:avLst/>
              <a:gdLst/>
              <a:ahLst/>
              <a:cxnLst/>
              <a:rect l="l" t="t" r="r" b="b"/>
              <a:pathLst>
                <a:path w="9953" h="11646" extrusionOk="0">
                  <a:moveTo>
                    <a:pt x="8782" y="1300"/>
                  </a:moveTo>
                  <a:lnTo>
                    <a:pt x="8782" y="2448"/>
                  </a:lnTo>
                  <a:lnTo>
                    <a:pt x="4099" y="3384"/>
                  </a:lnTo>
                  <a:lnTo>
                    <a:pt x="4099" y="2236"/>
                  </a:lnTo>
                  <a:lnTo>
                    <a:pt x="8782" y="1300"/>
                  </a:lnTo>
                  <a:close/>
                  <a:moveTo>
                    <a:pt x="8782" y="7304"/>
                  </a:moveTo>
                  <a:lnTo>
                    <a:pt x="8782" y="8447"/>
                  </a:lnTo>
                  <a:cubicBezTo>
                    <a:pt x="8782" y="8766"/>
                    <a:pt x="8591" y="9047"/>
                    <a:pt x="8295" y="9165"/>
                  </a:cubicBezTo>
                  <a:cubicBezTo>
                    <a:pt x="8163" y="9218"/>
                    <a:pt x="7987" y="9306"/>
                    <a:pt x="7782" y="9306"/>
                  </a:cubicBezTo>
                  <a:cubicBezTo>
                    <a:pt x="7653" y="9306"/>
                    <a:pt x="7513" y="9271"/>
                    <a:pt x="7365" y="9171"/>
                  </a:cubicBezTo>
                  <a:cubicBezTo>
                    <a:pt x="6850" y="8824"/>
                    <a:pt x="6937" y="8042"/>
                    <a:pt x="7512" y="7812"/>
                  </a:cubicBezTo>
                  <a:lnTo>
                    <a:pt x="8782" y="7304"/>
                  </a:lnTo>
                  <a:close/>
                  <a:moveTo>
                    <a:pt x="2928" y="8475"/>
                  </a:moveTo>
                  <a:lnTo>
                    <a:pt x="2928" y="9618"/>
                  </a:lnTo>
                  <a:cubicBezTo>
                    <a:pt x="2928" y="9937"/>
                    <a:pt x="2737" y="10218"/>
                    <a:pt x="2442" y="10336"/>
                  </a:cubicBezTo>
                  <a:cubicBezTo>
                    <a:pt x="2308" y="10389"/>
                    <a:pt x="2132" y="10476"/>
                    <a:pt x="1928" y="10476"/>
                  </a:cubicBezTo>
                  <a:cubicBezTo>
                    <a:pt x="1799" y="10476"/>
                    <a:pt x="1659" y="10442"/>
                    <a:pt x="1511" y="10342"/>
                  </a:cubicBezTo>
                  <a:cubicBezTo>
                    <a:pt x="996" y="9993"/>
                    <a:pt x="1083" y="9213"/>
                    <a:pt x="1658" y="8983"/>
                  </a:cubicBezTo>
                  <a:lnTo>
                    <a:pt x="2928" y="8475"/>
                  </a:lnTo>
                  <a:close/>
                  <a:moveTo>
                    <a:pt x="9369" y="1"/>
                  </a:moveTo>
                  <a:cubicBezTo>
                    <a:pt x="9330" y="1"/>
                    <a:pt x="9291" y="4"/>
                    <a:pt x="9252" y="12"/>
                  </a:cubicBezTo>
                  <a:lnTo>
                    <a:pt x="3399" y="1182"/>
                  </a:lnTo>
                  <a:cubicBezTo>
                    <a:pt x="3124" y="1237"/>
                    <a:pt x="2928" y="1477"/>
                    <a:pt x="2928" y="1757"/>
                  </a:cubicBezTo>
                  <a:lnTo>
                    <a:pt x="2928" y="7214"/>
                  </a:lnTo>
                  <a:lnTo>
                    <a:pt x="1223" y="7897"/>
                  </a:lnTo>
                  <a:cubicBezTo>
                    <a:pt x="480" y="8192"/>
                    <a:pt x="0" y="8902"/>
                    <a:pt x="0" y="9701"/>
                  </a:cubicBezTo>
                  <a:cubicBezTo>
                    <a:pt x="0" y="10782"/>
                    <a:pt x="880" y="11645"/>
                    <a:pt x="1944" y="11645"/>
                  </a:cubicBezTo>
                  <a:cubicBezTo>
                    <a:pt x="2362" y="11645"/>
                    <a:pt x="2624" y="11523"/>
                    <a:pt x="2877" y="11423"/>
                  </a:cubicBezTo>
                  <a:cubicBezTo>
                    <a:pt x="3618" y="11125"/>
                    <a:pt x="4099" y="10418"/>
                    <a:pt x="4099" y="9618"/>
                  </a:cubicBezTo>
                  <a:lnTo>
                    <a:pt x="4099" y="4578"/>
                  </a:lnTo>
                  <a:lnTo>
                    <a:pt x="8782" y="3641"/>
                  </a:lnTo>
                  <a:lnTo>
                    <a:pt x="8782" y="6043"/>
                  </a:lnTo>
                  <a:lnTo>
                    <a:pt x="7076" y="6726"/>
                  </a:lnTo>
                  <a:cubicBezTo>
                    <a:pt x="6335" y="7023"/>
                    <a:pt x="5854" y="7731"/>
                    <a:pt x="5854" y="8530"/>
                  </a:cubicBezTo>
                  <a:cubicBezTo>
                    <a:pt x="5854" y="9611"/>
                    <a:pt x="6733" y="10476"/>
                    <a:pt x="7798" y="10476"/>
                  </a:cubicBezTo>
                  <a:cubicBezTo>
                    <a:pt x="8216" y="10476"/>
                    <a:pt x="8477" y="10354"/>
                    <a:pt x="8730" y="10251"/>
                  </a:cubicBezTo>
                  <a:cubicBezTo>
                    <a:pt x="9473" y="9956"/>
                    <a:pt x="9953" y="9247"/>
                    <a:pt x="9953" y="8447"/>
                  </a:cubicBezTo>
                  <a:lnTo>
                    <a:pt x="9953" y="586"/>
                  </a:lnTo>
                  <a:cubicBezTo>
                    <a:pt x="9953" y="410"/>
                    <a:pt x="9873" y="244"/>
                    <a:pt x="9739" y="133"/>
                  </a:cubicBezTo>
                  <a:cubicBezTo>
                    <a:pt x="9633" y="47"/>
                    <a:pt x="9503" y="1"/>
                    <a:pt x="93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3" name="Google Shape;10343;p67"/>
          <p:cNvGrpSpPr/>
          <p:nvPr/>
        </p:nvGrpSpPr>
        <p:grpSpPr>
          <a:xfrm>
            <a:off x="4693744" y="3857692"/>
            <a:ext cx="407381" cy="202880"/>
            <a:chOff x="6090251" y="2676413"/>
            <a:chExt cx="417014" cy="207677"/>
          </a:xfrm>
        </p:grpSpPr>
        <p:sp>
          <p:nvSpPr>
            <p:cNvPr id="10344" name="Google Shape;10344;p67"/>
            <p:cNvSpPr/>
            <p:nvPr/>
          </p:nvSpPr>
          <p:spPr>
            <a:xfrm>
              <a:off x="6237672" y="2725248"/>
              <a:ext cx="61086" cy="158842"/>
            </a:xfrm>
            <a:custGeom>
              <a:avLst/>
              <a:gdLst/>
              <a:ahLst/>
              <a:cxnLst/>
              <a:rect l="l" t="t" r="r" b="b"/>
              <a:pathLst>
                <a:path w="2927" h="7611" extrusionOk="0">
                  <a:moveTo>
                    <a:pt x="1463" y="1172"/>
                  </a:moveTo>
                  <a:cubicBezTo>
                    <a:pt x="1624" y="1172"/>
                    <a:pt x="1757" y="1303"/>
                    <a:pt x="1757" y="1465"/>
                  </a:cubicBezTo>
                  <a:lnTo>
                    <a:pt x="1757" y="6148"/>
                  </a:lnTo>
                  <a:cubicBezTo>
                    <a:pt x="1757" y="6309"/>
                    <a:pt x="1624" y="6440"/>
                    <a:pt x="1463" y="6440"/>
                  </a:cubicBezTo>
                  <a:cubicBezTo>
                    <a:pt x="1302" y="6440"/>
                    <a:pt x="1171" y="6309"/>
                    <a:pt x="1171" y="6148"/>
                  </a:cubicBezTo>
                  <a:lnTo>
                    <a:pt x="1171" y="1465"/>
                  </a:lnTo>
                  <a:cubicBezTo>
                    <a:pt x="1171" y="1303"/>
                    <a:pt x="1302" y="1172"/>
                    <a:pt x="1463" y="1172"/>
                  </a:cubicBezTo>
                  <a:close/>
                  <a:moveTo>
                    <a:pt x="1463" y="1"/>
                  </a:moveTo>
                  <a:cubicBezTo>
                    <a:pt x="657" y="1"/>
                    <a:pt x="0" y="657"/>
                    <a:pt x="0" y="1465"/>
                  </a:cubicBezTo>
                  <a:lnTo>
                    <a:pt x="0" y="6148"/>
                  </a:lnTo>
                  <a:cubicBezTo>
                    <a:pt x="0" y="6955"/>
                    <a:pt x="657" y="7611"/>
                    <a:pt x="1463" y="7611"/>
                  </a:cubicBezTo>
                  <a:cubicBezTo>
                    <a:pt x="2270" y="7611"/>
                    <a:pt x="2926" y="6955"/>
                    <a:pt x="2926" y="6148"/>
                  </a:cubicBezTo>
                  <a:lnTo>
                    <a:pt x="2926" y="1465"/>
                  </a:lnTo>
                  <a:cubicBezTo>
                    <a:pt x="2926" y="657"/>
                    <a:pt x="2270" y="1"/>
                    <a:pt x="14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7"/>
            <p:cNvSpPr/>
            <p:nvPr/>
          </p:nvSpPr>
          <p:spPr>
            <a:xfrm>
              <a:off x="6446178" y="2761915"/>
              <a:ext cx="61086" cy="61086"/>
            </a:xfrm>
            <a:custGeom>
              <a:avLst/>
              <a:gdLst/>
              <a:ahLst/>
              <a:cxnLst/>
              <a:rect l="l" t="t" r="r" b="b"/>
              <a:pathLst>
                <a:path w="2927" h="2927" extrusionOk="0">
                  <a:moveTo>
                    <a:pt x="1464" y="1171"/>
                  </a:moveTo>
                  <a:cubicBezTo>
                    <a:pt x="1625" y="1171"/>
                    <a:pt x="1756" y="1302"/>
                    <a:pt x="1756" y="1463"/>
                  </a:cubicBezTo>
                  <a:cubicBezTo>
                    <a:pt x="1756" y="1626"/>
                    <a:pt x="1625" y="1757"/>
                    <a:pt x="1464" y="1757"/>
                  </a:cubicBezTo>
                  <a:cubicBezTo>
                    <a:pt x="1303" y="1757"/>
                    <a:pt x="1170" y="1626"/>
                    <a:pt x="1170" y="1463"/>
                  </a:cubicBezTo>
                  <a:cubicBezTo>
                    <a:pt x="1170" y="1302"/>
                    <a:pt x="1303" y="1171"/>
                    <a:pt x="1464" y="1171"/>
                  </a:cubicBezTo>
                  <a:close/>
                  <a:moveTo>
                    <a:pt x="1464" y="0"/>
                  </a:moveTo>
                  <a:cubicBezTo>
                    <a:pt x="657" y="0"/>
                    <a:pt x="1" y="657"/>
                    <a:pt x="1" y="1463"/>
                  </a:cubicBezTo>
                  <a:cubicBezTo>
                    <a:pt x="1" y="2270"/>
                    <a:pt x="657" y="2926"/>
                    <a:pt x="1464" y="2926"/>
                  </a:cubicBezTo>
                  <a:cubicBezTo>
                    <a:pt x="2270" y="2926"/>
                    <a:pt x="2927" y="2270"/>
                    <a:pt x="2927" y="1463"/>
                  </a:cubicBezTo>
                  <a:cubicBezTo>
                    <a:pt x="2927" y="657"/>
                    <a:pt x="2270" y="0"/>
                    <a:pt x="14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7"/>
            <p:cNvSpPr/>
            <p:nvPr/>
          </p:nvSpPr>
          <p:spPr>
            <a:xfrm>
              <a:off x="6311758" y="2676413"/>
              <a:ext cx="135446" cy="207677"/>
            </a:xfrm>
            <a:custGeom>
              <a:avLst/>
              <a:gdLst/>
              <a:ahLst/>
              <a:cxnLst/>
              <a:rect l="l" t="t" r="r" b="b"/>
              <a:pathLst>
                <a:path w="6490" h="9951" extrusionOk="0">
                  <a:moveTo>
                    <a:pt x="1466" y="1171"/>
                  </a:moveTo>
                  <a:cubicBezTo>
                    <a:pt x="1627" y="1171"/>
                    <a:pt x="1757" y="1302"/>
                    <a:pt x="1757" y="1463"/>
                  </a:cubicBezTo>
                  <a:lnTo>
                    <a:pt x="1757" y="6026"/>
                  </a:lnTo>
                  <a:lnTo>
                    <a:pt x="4186" y="3598"/>
                  </a:lnTo>
                  <a:cubicBezTo>
                    <a:pt x="4243" y="3541"/>
                    <a:pt x="4318" y="3512"/>
                    <a:pt x="4392" y="3512"/>
                  </a:cubicBezTo>
                  <a:cubicBezTo>
                    <a:pt x="4467" y="3512"/>
                    <a:pt x="4542" y="3541"/>
                    <a:pt x="4598" y="3598"/>
                  </a:cubicBezTo>
                  <a:cubicBezTo>
                    <a:pt x="4713" y="3712"/>
                    <a:pt x="4713" y="3897"/>
                    <a:pt x="4598" y="4012"/>
                  </a:cubicBezTo>
                  <a:lnTo>
                    <a:pt x="3247" y="5364"/>
                  </a:lnTo>
                  <a:lnTo>
                    <a:pt x="5221" y="8325"/>
                  </a:lnTo>
                  <a:cubicBezTo>
                    <a:pt x="5280" y="8414"/>
                    <a:pt x="5274" y="8500"/>
                    <a:pt x="5265" y="8546"/>
                  </a:cubicBezTo>
                  <a:cubicBezTo>
                    <a:pt x="5257" y="8591"/>
                    <a:pt x="5228" y="8674"/>
                    <a:pt x="5140" y="8732"/>
                  </a:cubicBezTo>
                  <a:cubicBezTo>
                    <a:pt x="5090" y="8764"/>
                    <a:pt x="5037" y="8780"/>
                    <a:pt x="4979" y="8780"/>
                  </a:cubicBezTo>
                  <a:cubicBezTo>
                    <a:pt x="4880" y="8780"/>
                    <a:pt x="4788" y="8732"/>
                    <a:pt x="4735" y="8651"/>
                  </a:cubicBezTo>
                  <a:lnTo>
                    <a:pt x="2824" y="5787"/>
                  </a:lnTo>
                  <a:lnTo>
                    <a:pt x="1757" y="6853"/>
                  </a:lnTo>
                  <a:lnTo>
                    <a:pt x="1757" y="8488"/>
                  </a:lnTo>
                  <a:cubicBezTo>
                    <a:pt x="1757" y="8649"/>
                    <a:pt x="1627" y="8782"/>
                    <a:pt x="1466" y="8782"/>
                  </a:cubicBezTo>
                  <a:cubicBezTo>
                    <a:pt x="1305" y="8782"/>
                    <a:pt x="1172" y="8649"/>
                    <a:pt x="1172" y="8488"/>
                  </a:cubicBezTo>
                  <a:lnTo>
                    <a:pt x="1172" y="1463"/>
                  </a:lnTo>
                  <a:cubicBezTo>
                    <a:pt x="1172" y="1302"/>
                    <a:pt x="1305" y="1171"/>
                    <a:pt x="1466" y="1171"/>
                  </a:cubicBezTo>
                  <a:close/>
                  <a:moveTo>
                    <a:pt x="1466" y="0"/>
                  </a:moveTo>
                  <a:cubicBezTo>
                    <a:pt x="659" y="0"/>
                    <a:pt x="1" y="657"/>
                    <a:pt x="1" y="1463"/>
                  </a:cubicBezTo>
                  <a:lnTo>
                    <a:pt x="1" y="8488"/>
                  </a:lnTo>
                  <a:cubicBezTo>
                    <a:pt x="1" y="9295"/>
                    <a:pt x="659" y="9951"/>
                    <a:pt x="1466" y="9951"/>
                  </a:cubicBezTo>
                  <a:cubicBezTo>
                    <a:pt x="2272" y="9951"/>
                    <a:pt x="2929" y="9295"/>
                    <a:pt x="2929" y="8488"/>
                  </a:cubicBezTo>
                  <a:lnTo>
                    <a:pt x="2929" y="8053"/>
                  </a:lnTo>
                  <a:lnTo>
                    <a:pt x="3760" y="9300"/>
                  </a:lnTo>
                  <a:cubicBezTo>
                    <a:pt x="4032" y="9709"/>
                    <a:pt x="4487" y="9951"/>
                    <a:pt x="4979" y="9951"/>
                  </a:cubicBezTo>
                  <a:cubicBezTo>
                    <a:pt x="5269" y="9951"/>
                    <a:pt x="5548" y="9866"/>
                    <a:pt x="5789" y="9705"/>
                  </a:cubicBezTo>
                  <a:cubicBezTo>
                    <a:pt x="6114" y="9489"/>
                    <a:pt x="6336" y="9158"/>
                    <a:pt x="6413" y="8775"/>
                  </a:cubicBezTo>
                  <a:cubicBezTo>
                    <a:pt x="6490" y="8391"/>
                    <a:pt x="6412" y="8001"/>
                    <a:pt x="6196" y="7676"/>
                  </a:cubicBezTo>
                  <a:lnTo>
                    <a:pt x="4754" y="5512"/>
                  </a:lnTo>
                  <a:lnTo>
                    <a:pt x="5426" y="4840"/>
                  </a:lnTo>
                  <a:cubicBezTo>
                    <a:pt x="5998" y="4269"/>
                    <a:pt x="5998" y="3340"/>
                    <a:pt x="5426" y="2771"/>
                  </a:cubicBezTo>
                  <a:cubicBezTo>
                    <a:pt x="5142" y="2485"/>
                    <a:pt x="4767" y="2342"/>
                    <a:pt x="4392" y="2342"/>
                  </a:cubicBezTo>
                  <a:cubicBezTo>
                    <a:pt x="4017" y="2342"/>
                    <a:pt x="3642" y="2485"/>
                    <a:pt x="3357" y="2771"/>
                  </a:cubicBezTo>
                  <a:lnTo>
                    <a:pt x="2929" y="3199"/>
                  </a:lnTo>
                  <a:lnTo>
                    <a:pt x="2929" y="1463"/>
                  </a:lnTo>
                  <a:cubicBezTo>
                    <a:pt x="2929" y="657"/>
                    <a:pt x="2272" y="0"/>
                    <a:pt x="1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7"/>
            <p:cNvSpPr/>
            <p:nvPr/>
          </p:nvSpPr>
          <p:spPr>
            <a:xfrm>
              <a:off x="6090251" y="2676413"/>
              <a:ext cx="135405" cy="207677"/>
            </a:xfrm>
            <a:custGeom>
              <a:avLst/>
              <a:gdLst/>
              <a:ahLst/>
              <a:cxnLst/>
              <a:rect l="l" t="t" r="r" b="b"/>
              <a:pathLst>
                <a:path w="6488" h="9951" extrusionOk="0">
                  <a:moveTo>
                    <a:pt x="1464" y="1171"/>
                  </a:moveTo>
                  <a:cubicBezTo>
                    <a:pt x="1625" y="1171"/>
                    <a:pt x="1757" y="1302"/>
                    <a:pt x="1757" y="1463"/>
                  </a:cubicBezTo>
                  <a:lnTo>
                    <a:pt x="1757" y="6026"/>
                  </a:lnTo>
                  <a:lnTo>
                    <a:pt x="4184" y="3598"/>
                  </a:lnTo>
                  <a:cubicBezTo>
                    <a:pt x="4241" y="3541"/>
                    <a:pt x="4316" y="3512"/>
                    <a:pt x="4391" y="3512"/>
                  </a:cubicBezTo>
                  <a:cubicBezTo>
                    <a:pt x="4466" y="3512"/>
                    <a:pt x="4541" y="3541"/>
                    <a:pt x="4598" y="3598"/>
                  </a:cubicBezTo>
                  <a:cubicBezTo>
                    <a:pt x="4712" y="3712"/>
                    <a:pt x="4712" y="3897"/>
                    <a:pt x="4598" y="4012"/>
                  </a:cubicBezTo>
                  <a:lnTo>
                    <a:pt x="3245" y="5364"/>
                  </a:lnTo>
                  <a:lnTo>
                    <a:pt x="5219" y="8325"/>
                  </a:lnTo>
                  <a:cubicBezTo>
                    <a:pt x="5278" y="8414"/>
                    <a:pt x="5272" y="8500"/>
                    <a:pt x="5264" y="8546"/>
                  </a:cubicBezTo>
                  <a:cubicBezTo>
                    <a:pt x="5255" y="8591"/>
                    <a:pt x="5226" y="8674"/>
                    <a:pt x="5138" y="8732"/>
                  </a:cubicBezTo>
                  <a:cubicBezTo>
                    <a:pt x="5090" y="8764"/>
                    <a:pt x="5035" y="8780"/>
                    <a:pt x="4977" y="8780"/>
                  </a:cubicBezTo>
                  <a:cubicBezTo>
                    <a:pt x="4878" y="8780"/>
                    <a:pt x="4788" y="8732"/>
                    <a:pt x="4733" y="8651"/>
                  </a:cubicBezTo>
                  <a:lnTo>
                    <a:pt x="2824" y="5787"/>
                  </a:lnTo>
                  <a:lnTo>
                    <a:pt x="1757" y="6853"/>
                  </a:lnTo>
                  <a:lnTo>
                    <a:pt x="1757" y="8488"/>
                  </a:lnTo>
                  <a:cubicBezTo>
                    <a:pt x="1757" y="8649"/>
                    <a:pt x="1625" y="8782"/>
                    <a:pt x="1464" y="8782"/>
                  </a:cubicBezTo>
                  <a:cubicBezTo>
                    <a:pt x="1303" y="8782"/>
                    <a:pt x="1172" y="8649"/>
                    <a:pt x="1172" y="8488"/>
                  </a:cubicBezTo>
                  <a:lnTo>
                    <a:pt x="1172" y="1463"/>
                  </a:lnTo>
                  <a:cubicBezTo>
                    <a:pt x="1172" y="1302"/>
                    <a:pt x="1303" y="1171"/>
                    <a:pt x="1464" y="1171"/>
                  </a:cubicBezTo>
                  <a:close/>
                  <a:moveTo>
                    <a:pt x="1464" y="0"/>
                  </a:moveTo>
                  <a:cubicBezTo>
                    <a:pt x="657" y="0"/>
                    <a:pt x="1" y="657"/>
                    <a:pt x="1" y="1463"/>
                  </a:cubicBezTo>
                  <a:lnTo>
                    <a:pt x="1" y="8488"/>
                  </a:lnTo>
                  <a:cubicBezTo>
                    <a:pt x="1" y="9295"/>
                    <a:pt x="657" y="9951"/>
                    <a:pt x="1464" y="9951"/>
                  </a:cubicBezTo>
                  <a:cubicBezTo>
                    <a:pt x="2270" y="9951"/>
                    <a:pt x="2927" y="9295"/>
                    <a:pt x="2927" y="8488"/>
                  </a:cubicBezTo>
                  <a:lnTo>
                    <a:pt x="2927" y="8053"/>
                  </a:lnTo>
                  <a:lnTo>
                    <a:pt x="3758" y="9300"/>
                  </a:lnTo>
                  <a:cubicBezTo>
                    <a:pt x="4031" y="9709"/>
                    <a:pt x="4485" y="9951"/>
                    <a:pt x="4977" y="9951"/>
                  </a:cubicBezTo>
                  <a:cubicBezTo>
                    <a:pt x="5267" y="9951"/>
                    <a:pt x="5548" y="9866"/>
                    <a:pt x="5787" y="9705"/>
                  </a:cubicBezTo>
                  <a:cubicBezTo>
                    <a:pt x="6113" y="9489"/>
                    <a:pt x="6336" y="9158"/>
                    <a:pt x="6412" y="8775"/>
                  </a:cubicBezTo>
                  <a:cubicBezTo>
                    <a:pt x="6488" y="8391"/>
                    <a:pt x="6410" y="8001"/>
                    <a:pt x="6194" y="7676"/>
                  </a:cubicBezTo>
                  <a:lnTo>
                    <a:pt x="4752" y="5512"/>
                  </a:lnTo>
                  <a:lnTo>
                    <a:pt x="5426" y="4840"/>
                  </a:lnTo>
                  <a:cubicBezTo>
                    <a:pt x="5996" y="4269"/>
                    <a:pt x="5996" y="3340"/>
                    <a:pt x="5426" y="2771"/>
                  </a:cubicBezTo>
                  <a:cubicBezTo>
                    <a:pt x="5141" y="2485"/>
                    <a:pt x="4766" y="2342"/>
                    <a:pt x="4391" y="2342"/>
                  </a:cubicBezTo>
                  <a:cubicBezTo>
                    <a:pt x="4016" y="2342"/>
                    <a:pt x="3641" y="2485"/>
                    <a:pt x="3357" y="2771"/>
                  </a:cubicBezTo>
                  <a:lnTo>
                    <a:pt x="2927" y="3199"/>
                  </a:lnTo>
                  <a:lnTo>
                    <a:pt x="2927" y="1463"/>
                  </a:lnTo>
                  <a:cubicBezTo>
                    <a:pt x="2927" y="657"/>
                    <a:pt x="2270" y="0"/>
                    <a:pt x="14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8" name="Google Shape;10348;p67"/>
          <p:cNvGrpSpPr/>
          <p:nvPr/>
        </p:nvGrpSpPr>
        <p:grpSpPr>
          <a:xfrm>
            <a:off x="5926398" y="3755436"/>
            <a:ext cx="407391" cy="407391"/>
            <a:chOff x="7137330" y="2571753"/>
            <a:chExt cx="417024" cy="417024"/>
          </a:xfrm>
        </p:grpSpPr>
        <p:sp>
          <p:nvSpPr>
            <p:cNvPr id="10349" name="Google Shape;10349;p67"/>
            <p:cNvSpPr/>
            <p:nvPr/>
          </p:nvSpPr>
          <p:spPr>
            <a:xfrm>
              <a:off x="7235854" y="2645840"/>
              <a:ext cx="219949" cy="268826"/>
            </a:xfrm>
            <a:custGeom>
              <a:avLst/>
              <a:gdLst/>
              <a:ahLst/>
              <a:cxnLst/>
              <a:rect l="l" t="t" r="r" b="b"/>
              <a:pathLst>
                <a:path w="10539" h="12881" extrusionOk="0">
                  <a:moveTo>
                    <a:pt x="5271" y="1172"/>
                  </a:moveTo>
                  <a:cubicBezTo>
                    <a:pt x="7530" y="1172"/>
                    <a:pt x="9368" y="3010"/>
                    <a:pt x="9368" y="5270"/>
                  </a:cubicBezTo>
                  <a:cubicBezTo>
                    <a:pt x="9368" y="6273"/>
                    <a:pt x="8717" y="7797"/>
                    <a:pt x="7624" y="9343"/>
                  </a:cubicBezTo>
                  <a:cubicBezTo>
                    <a:pt x="6513" y="10917"/>
                    <a:pt x="5536" y="11665"/>
                    <a:pt x="5271" y="11708"/>
                  </a:cubicBezTo>
                  <a:cubicBezTo>
                    <a:pt x="5004" y="11665"/>
                    <a:pt x="4029" y="10917"/>
                    <a:pt x="2916" y="9343"/>
                  </a:cubicBezTo>
                  <a:cubicBezTo>
                    <a:pt x="1825" y="7797"/>
                    <a:pt x="1172" y="6273"/>
                    <a:pt x="1172" y="5270"/>
                  </a:cubicBezTo>
                  <a:cubicBezTo>
                    <a:pt x="1172" y="3010"/>
                    <a:pt x="3010" y="1172"/>
                    <a:pt x="5271" y="1172"/>
                  </a:cubicBezTo>
                  <a:close/>
                  <a:moveTo>
                    <a:pt x="5271" y="1"/>
                  </a:moveTo>
                  <a:cubicBezTo>
                    <a:pt x="2366" y="1"/>
                    <a:pt x="1" y="2364"/>
                    <a:pt x="1" y="5270"/>
                  </a:cubicBezTo>
                  <a:cubicBezTo>
                    <a:pt x="1" y="7084"/>
                    <a:pt x="1409" y="9247"/>
                    <a:pt x="2014" y="10093"/>
                  </a:cubicBezTo>
                  <a:cubicBezTo>
                    <a:pt x="2481" y="10747"/>
                    <a:pt x="4098" y="12881"/>
                    <a:pt x="5271" y="12881"/>
                  </a:cubicBezTo>
                  <a:cubicBezTo>
                    <a:pt x="6444" y="12881"/>
                    <a:pt x="8059" y="10747"/>
                    <a:pt x="8528" y="10093"/>
                  </a:cubicBezTo>
                  <a:cubicBezTo>
                    <a:pt x="9133" y="9247"/>
                    <a:pt x="10539" y="7084"/>
                    <a:pt x="10539" y="5270"/>
                  </a:cubicBezTo>
                  <a:cubicBezTo>
                    <a:pt x="10539" y="2364"/>
                    <a:pt x="8175" y="1"/>
                    <a:pt x="5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7"/>
            <p:cNvSpPr/>
            <p:nvPr/>
          </p:nvSpPr>
          <p:spPr>
            <a:xfrm>
              <a:off x="7137330" y="2571753"/>
              <a:ext cx="417024" cy="417024"/>
            </a:xfrm>
            <a:custGeom>
              <a:avLst/>
              <a:gdLst/>
              <a:ahLst/>
              <a:cxnLst/>
              <a:rect l="l" t="t" r="r" b="b"/>
              <a:pathLst>
                <a:path w="19982" h="19982" extrusionOk="0">
                  <a:moveTo>
                    <a:pt x="9992" y="1171"/>
                  </a:moveTo>
                  <a:cubicBezTo>
                    <a:pt x="14855" y="1171"/>
                    <a:pt x="18812" y="5127"/>
                    <a:pt x="18812" y="9991"/>
                  </a:cubicBezTo>
                  <a:cubicBezTo>
                    <a:pt x="18812" y="14854"/>
                    <a:pt x="14855" y="18810"/>
                    <a:pt x="9992" y="18810"/>
                  </a:cubicBezTo>
                  <a:cubicBezTo>
                    <a:pt x="5127" y="18810"/>
                    <a:pt x="1171" y="14854"/>
                    <a:pt x="1171" y="9991"/>
                  </a:cubicBezTo>
                  <a:cubicBezTo>
                    <a:pt x="1171" y="5127"/>
                    <a:pt x="5127" y="1171"/>
                    <a:pt x="9992" y="1171"/>
                  </a:cubicBezTo>
                  <a:close/>
                  <a:moveTo>
                    <a:pt x="9992" y="0"/>
                  </a:moveTo>
                  <a:cubicBezTo>
                    <a:pt x="4490" y="0"/>
                    <a:pt x="0" y="4490"/>
                    <a:pt x="0" y="9990"/>
                  </a:cubicBezTo>
                  <a:cubicBezTo>
                    <a:pt x="0" y="15491"/>
                    <a:pt x="4490" y="19981"/>
                    <a:pt x="9992" y="19981"/>
                  </a:cubicBezTo>
                  <a:cubicBezTo>
                    <a:pt x="15493" y="19981"/>
                    <a:pt x="19981" y="15491"/>
                    <a:pt x="19981" y="9990"/>
                  </a:cubicBezTo>
                  <a:cubicBezTo>
                    <a:pt x="19981" y="4488"/>
                    <a:pt x="15492" y="0"/>
                    <a:pt x="9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7"/>
            <p:cNvSpPr/>
            <p:nvPr/>
          </p:nvSpPr>
          <p:spPr>
            <a:xfrm>
              <a:off x="7284751" y="2694716"/>
              <a:ext cx="122173" cy="122194"/>
            </a:xfrm>
            <a:custGeom>
              <a:avLst/>
              <a:gdLst/>
              <a:ahLst/>
              <a:cxnLst/>
              <a:rect l="l" t="t" r="r" b="b"/>
              <a:pathLst>
                <a:path w="5854" h="5855" extrusionOk="0">
                  <a:moveTo>
                    <a:pt x="2928" y="1172"/>
                  </a:moveTo>
                  <a:cubicBezTo>
                    <a:pt x="3895" y="1172"/>
                    <a:pt x="4684" y="1959"/>
                    <a:pt x="4684" y="2928"/>
                  </a:cubicBezTo>
                  <a:cubicBezTo>
                    <a:pt x="4684" y="3896"/>
                    <a:pt x="3895" y="4683"/>
                    <a:pt x="2928" y="4683"/>
                  </a:cubicBezTo>
                  <a:cubicBezTo>
                    <a:pt x="1958" y="4683"/>
                    <a:pt x="1171" y="3896"/>
                    <a:pt x="1171" y="2928"/>
                  </a:cubicBezTo>
                  <a:cubicBezTo>
                    <a:pt x="2139" y="2928"/>
                    <a:pt x="2928" y="2139"/>
                    <a:pt x="2928" y="1172"/>
                  </a:cubicBezTo>
                  <a:close/>
                  <a:moveTo>
                    <a:pt x="2928" y="1"/>
                  </a:moveTo>
                  <a:cubicBezTo>
                    <a:pt x="2655" y="1"/>
                    <a:pt x="2374" y="47"/>
                    <a:pt x="2066" y="142"/>
                  </a:cubicBezTo>
                  <a:cubicBezTo>
                    <a:pt x="1732" y="245"/>
                    <a:pt x="1562" y="616"/>
                    <a:pt x="1704" y="936"/>
                  </a:cubicBezTo>
                  <a:cubicBezTo>
                    <a:pt x="1885" y="1345"/>
                    <a:pt x="1569" y="1756"/>
                    <a:pt x="1177" y="1756"/>
                  </a:cubicBezTo>
                  <a:cubicBezTo>
                    <a:pt x="1099" y="1756"/>
                    <a:pt x="1018" y="1740"/>
                    <a:pt x="938" y="1704"/>
                  </a:cubicBezTo>
                  <a:cubicBezTo>
                    <a:pt x="860" y="1670"/>
                    <a:pt x="780" y="1654"/>
                    <a:pt x="701" y="1654"/>
                  </a:cubicBezTo>
                  <a:cubicBezTo>
                    <a:pt x="453" y="1654"/>
                    <a:pt x="219" y="1813"/>
                    <a:pt x="142" y="2067"/>
                  </a:cubicBezTo>
                  <a:cubicBezTo>
                    <a:pt x="46" y="2373"/>
                    <a:pt x="0" y="2656"/>
                    <a:pt x="0" y="2928"/>
                  </a:cubicBezTo>
                  <a:cubicBezTo>
                    <a:pt x="0" y="4542"/>
                    <a:pt x="1313" y="5854"/>
                    <a:pt x="2928" y="5854"/>
                  </a:cubicBezTo>
                  <a:cubicBezTo>
                    <a:pt x="4541" y="5854"/>
                    <a:pt x="5854" y="4542"/>
                    <a:pt x="5854" y="2928"/>
                  </a:cubicBezTo>
                  <a:cubicBezTo>
                    <a:pt x="5854" y="1313"/>
                    <a:pt x="4541" y="1"/>
                    <a:pt x="29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2" name="Google Shape;10352;p67"/>
          <p:cNvGrpSpPr/>
          <p:nvPr/>
        </p:nvGrpSpPr>
        <p:grpSpPr>
          <a:xfrm>
            <a:off x="5310066" y="3755436"/>
            <a:ext cx="407391" cy="407391"/>
            <a:chOff x="6613801" y="2571753"/>
            <a:chExt cx="417024" cy="417024"/>
          </a:xfrm>
        </p:grpSpPr>
        <p:sp>
          <p:nvSpPr>
            <p:cNvPr id="10353" name="Google Shape;10353;p67"/>
            <p:cNvSpPr/>
            <p:nvPr/>
          </p:nvSpPr>
          <p:spPr>
            <a:xfrm>
              <a:off x="6613801" y="2571753"/>
              <a:ext cx="417024" cy="417024"/>
            </a:xfrm>
            <a:custGeom>
              <a:avLst/>
              <a:gdLst/>
              <a:ahLst/>
              <a:cxnLst/>
              <a:rect l="l" t="t" r="r" b="b"/>
              <a:pathLst>
                <a:path w="19982" h="19982" extrusionOk="0">
                  <a:moveTo>
                    <a:pt x="9991" y="1171"/>
                  </a:moveTo>
                  <a:cubicBezTo>
                    <a:pt x="14854" y="1171"/>
                    <a:pt x="18812" y="5127"/>
                    <a:pt x="18812" y="9991"/>
                  </a:cubicBezTo>
                  <a:cubicBezTo>
                    <a:pt x="18812" y="14854"/>
                    <a:pt x="14854" y="18810"/>
                    <a:pt x="9991" y="18810"/>
                  </a:cubicBezTo>
                  <a:cubicBezTo>
                    <a:pt x="5127" y="18810"/>
                    <a:pt x="1171" y="14854"/>
                    <a:pt x="1171" y="9991"/>
                  </a:cubicBezTo>
                  <a:cubicBezTo>
                    <a:pt x="1171" y="5127"/>
                    <a:pt x="5127" y="1171"/>
                    <a:pt x="9991" y="1171"/>
                  </a:cubicBezTo>
                  <a:close/>
                  <a:moveTo>
                    <a:pt x="9991" y="0"/>
                  </a:moveTo>
                  <a:cubicBezTo>
                    <a:pt x="4490" y="0"/>
                    <a:pt x="0" y="4490"/>
                    <a:pt x="0" y="9990"/>
                  </a:cubicBezTo>
                  <a:cubicBezTo>
                    <a:pt x="0" y="15493"/>
                    <a:pt x="4490" y="19981"/>
                    <a:pt x="9991" y="19981"/>
                  </a:cubicBezTo>
                  <a:cubicBezTo>
                    <a:pt x="15493" y="19981"/>
                    <a:pt x="19981" y="15491"/>
                    <a:pt x="19981" y="9990"/>
                  </a:cubicBezTo>
                  <a:cubicBezTo>
                    <a:pt x="19981" y="4488"/>
                    <a:pt x="15491" y="0"/>
                    <a:pt x="9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7"/>
            <p:cNvSpPr/>
            <p:nvPr/>
          </p:nvSpPr>
          <p:spPr>
            <a:xfrm>
              <a:off x="6663449" y="2645840"/>
              <a:ext cx="317704" cy="268826"/>
            </a:xfrm>
            <a:custGeom>
              <a:avLst/>
              <a:gdLst/>
              <a:ahLst/>
              <a:cxnLst/>
              <a:rect l="l" t="t" r="r" b="b"/>
              <a:pathLst>
                <a:path w="15223" h="12881" extrusionOk="0">
                  <a:moveTo>
                    <a:pt x="12295" y="1172"/>
                  </a:moveTo>
                  <a:cubicBezTo>
                    <a:pt x="12619" y="1172"/>
                    <a:pt x="12881" y="1435"/>
                    <a:pt x="12881" y="1757"/>
                  </a:cubicBezTo>
                  <a:cubicBezTo>
                    <a:pt x="12881" y="2079"/>
                    <a:pt x="12617" y="2343"/>
                    <a:pt x="12295" y="2343"/>
                  </a:cubicBezTo>
                  <a:cubicBezTo>
                    <a:pt x="11973" y="2343"/>
                    <a:pt x="11709" y="2079"/>
                    <a:pt x="11709" y="1757"/>
                  </a:cubicBezTo>
                  <a:cubicBezTo>
                    <a:pt x="11709" y="1435"/>
                    <a:pt x="11973" y="1172"/>
                    <a:pt x="12295" y="1172"/>
                  </a:cubicBezTo>
                  <a:close/>
                  <a:moveTo>
                    <a:pt x="2343" y="4685"/>
                  </a:moveTo>
                  <a:cubicBezTo>
                    <a:pt x="2592" y="4685"/>
                    <a:pt x="2827" y="4763"/>
                    <a:pt x="3022" y="4902"/>
                  </a:cubicBezTo>
                  <a:cubicBezTo>
                    <a:pt x="2330" y="5410"/>
                    <a:pt x="1821" y="6015"/>
                    <a:pt x="1513" y="6677"/>
                  </a:cubicBezTo>
                  <a:cubicBezTo>
                    <a:pt x="1301" y="6461"/>
                    <a:pt x="1173" y="6167"/>
                    <a:pt x="1173" y="5856"/>
                  </a:cubicBezTo>
                  <a:cubicBezTo>
                    <a:pt x="1173" y="5210"/>
                    <a:pt x="1697" y="4685"/>
                    <a:pt x="2343" y="4685"/>
                  </a:cubicBezTo>
                  <a:close/>
                  <a:moveTo>
                    <a:pt x="12881" y="4685"/>
                  </a:moveTo>
                  <a:cubicBezTo>
                    <a:pt x="13526" y="4685"/>
                    <a:pt x="14052" y="5208"/>
                    <a:pt x="14052" y="5854"/>
                  </a:cubicBezTo>
                  <a:cubicBezTo>
                    <a:pt x="14052" y="6167"/>
                    <a:pt x="13923" y="6461"/>
                    <a:pt x="13712" y="6677"/>
                  </a:cubicBezTo>
                  <a:cubicBezTo>
                    <a:pt x="13404" y="6015"/>
                    <a:pt x="12893" y="5410"/>
                    <a:pt x="12201" y="4902"/>
                  </a:cubicBezTo>
                  <a:cubicBezTo>
                    <a:pt x="12396" y="4763"/>
                    <a:pt x="12633" y="4685"/>
                    <a:pt x="12881" y="4685"/>
                  </a:cubicBezTo>
                  <a:close/>
                  <a:moveTo>
                    <a:pt x="7616" y="4685"/>
                  </a:moveTo>
                  <a:cubicBezTo>
                    <a:pt x="9058" y="4685"/>
                    <a:pt x="10407" y="5074"/>
                    <a:pt x="11416" y="5778"/>
                  </a:cubicBezTo>
                  <a:cubicBezTo>
                    <a:pt x="12360" y="6440"/>
                    <a:pt x="12881" y="7299"/>
                    <a:pt x="12881" y="8196"/>
                  </a:cubicBezTo>
                  <a:cubicBezTo>
                    <a:pt x="12881" y="9095"/>
                    <a:pt x="12360" y="9953"/>
                    <a:pt x="11416" y="10615"/>
                  </a:cubicBezTo>
                  <a:cubicBezTo>
                    <a:pt x="10407" y="11320"/>
                    <a:pt x="9056" y="11710"/>
                    <a:pt x="7612" y="11710"/>
                  </a:cubicBezTo>
                  <a:cubicBezTo>
                    <a:pt x="6167" y="11710"/>
                    <a:pt x="4816" y="11320"/>
                    <a:pt x="3807" y="10615"/>
                  </a:cubicBezTo>
                  <a:cubicBezTo>
                    <a:pt x="2863" y="9953"/>
                    <a:pt x="2343" y="9095"/>
                    <a:pt x="2343" y="8196"/>
                  </a:cubicBezTo>
                  <a:cubicBezTo>
                    <a:pt x="2343" y="7299"/>
                    <a:pt x="2863" y="6440"/>
                    <a:pt x="3807" y="5778"/>
                  </a:cubicBezTo>
                  <a:cubicBezTo>
                    <a:pt x="4816" y="5074"/>
                    <a:pt x="6165" y="4685"/>
                    <a:pt x="7609" y="4685"/>
                  </a:cubicBezTo>
                  <a:close/>
                  <a:moveTo>
                    <a:pt x="8782" y="0"/>
                  </a:moveTo>
                  <a:cubicBezTo>
                    <a:pt x="8538" y="0"/>
                    <a:pt x="8309" y="156"/>
                    <a:pt x="8228" y="402"/>
                  </a:cubicBezTo>
                  <a:lnTo>
                    <a:pt x="7186" y="3524"/>
                  </a:lnTo>
                  <a:cubicBezTo>
                    <a:pt x="6065" y="3576"/>
                    <a:pt x="4998" y="3836"/>
                    <a:pt x="4073" y="4276"/>
                  </a:cubicBezTo>
                  <a:cubicBezTo>
                    <a:pt x="3634" y="3797"/>
                    <a:pt x="3011" y="3514"/>
                    <a:pt x="2343" y="3514"/>
                  </a:cubicBezTo>
                  <a:cubicBezTo>
                    <a:pt x="1051" y="3514"/>
                    <a:pt x="0" y="4565"/>
                    <a:pt x="0" y="5856"/>
                  </a:cubicBezTo>
                  <a:cubicBezTo>
                    <a:pt x="0" y="6702"/>
                    <a:pt x="469" y="7478"/>
                    <a:pt x="1186" y="7889"/>
                  </a:cubicBezTo>
                  <a:cubicBezTo>
                    <a:pt x="1177" y="7991"/>
                    <a:pt x="1171" y="8094"/>
                    <a:pt x="1171" y="8196"/>
                  </a:cubicBezTo>
                  <a:cubicBezTo>
                    <a:pt x="1171" y="9488"/>
                    <a:pt x="1870" y="10687"/>
                    <a:pt x="3137" y="11573"/>
                  </a:cubicBezTo>
                  <a:cubicBezTo>
                    <a:pt x="4340" y="12415"/>
                    <a:pt x="5928" y="12881"/>
                    <a:pt x="7611" y="12881"/>
                  </a:cubicBezTo>
                  <a:cubicBezTo>
                    <a:pt x="9293" y="12881"/>
                    <a:pt x="10883" y="12415"/>
                    <a:pt x="12086" y="11573"/>
                  </a:cubicBezTo>
                  <a:cubicBezTo>
                    <a:pt x="13353" y="10687"/>
                    <a:pt x="14050" y="9488"/>
                    <a:pt x="14050" y="8196"/>
                  </a:cubicBezTo>
                  <a:cubicBezTo>
                    <a:pt x="14050" y="8094"/>
                    <a:pt x="14046" y="7991"/>
                    <a:pt x="14037" y="7889"/>
                  </a:cubicBezTo>
                  <a:cubicBezTo>
                    <a:pt x="14754" y="7478"/>
                    <a:pt x="15223" y="6702"/>
                    <a:pt x="15223" y="5856"/>
                  </a:cubicBezTo>
                  <a:cubicBezTo>
                    <a:pt x="15223" y="4565"/>
                    <a:pt x="14172" y="3514"/>
                    <a:pt x="12881" y="3514"/>
                  </a:cubicBezTo>
                  <a:cubicBezTo>
                    <a:pt x="12212" y="3514"/>
                    <a:pt x="11589" y="3797"/>
                    <a:pt x="11152" y="4276"/>
                  </a:cubicBezTo>
                  <a:cubicBezTo>
                    <a:pt x="10330" y="3885"/>
                    <a:pt x="9396" y="3636"/>
                    <a:pt x="8412" y="3549"/>
                  </a:cubicBezTo>
                  <a:lnTo>
                    <a:pt x="9153" y="1327"/>
                  </a:lnTo>
                  <a:lnTo>
                    <a:pt x="10540" y="1789"/>
                  </a:lnTo>
                  <a:cubicBezTo>
                    <a:pt x="10556" y="2742"/>
                    <a:pt x="11338" y="3514"/>
                    <a:pt x="12295" y="3514"/>
                  </a:cubicBezTo>
                  <a:cubicBezTo>
                    <a:pt x="13263" y="3514"/>
                    <a:pt x="14052" y="2725"/>
                    <a:pt x="14052" y="1757"/>
                  </a:cubicBezTo>
                  <a:cubicBezTo>
                    <a:pt x="14052" y="790"/>
                    <a:pt x="13263" y="1"/>
                    <a:pt x="12295" y="1"/>
                  </a:cubicBezTo>
                  <a:cubicBezTo>
                    <a:pt x="11732" y="1"/>
                    <a:pt x="11232" y="268"/>
                    <a:pt x="10910" y="678"/>
                  </a:cubicBezTo>
                  <a:lnTo>
                    <a:pt x="8968" y="31"/>
                  </a:lnTo>
                  <a:cubicBezTo>
                    <a:pt x="8906" y="10"/>
                    <a:pt x="8844" y="0"/>
                    <a:pt x="8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7"/>
            <p:cNvSpPr/>
            <p:nvPr/>
          </p:nvSpPr>
          <p:spPr>
            <a:xfrm>
              <a:off x="6748992" y="2768030"/>
              <a:ext cx="48898" cy="48878"/>
            </a:xfrm>
            <a:custGeom>
              <a:avLst/>
              <a:gdLst/>
              <a:ahLst/>
              <a:cxnLst/>
              <a:rect l="l" t="t" r="r" b="b"/>
              <a:pathLst>
                <a:path w="2343" h="2342" extrusionOk="0">
                  <a:moveTo>
                    <a:pt x="1171" y="1"/>
                  </a:moveTo>
                  <a:cubicBezTo>
                    <a:pt x="526" y="1"/>
                    <a:pt x="0" y="525"/>
                    <a:pt x="0" y="1170"/>
                  </a:cubicBezTo>
                  <a:cubicBezTo>
                    <a:pt x="0" y="1816"/>
                    <a:pt x="526" y="2341"/>
                    <a:pt x="1171" y="2341"/>
                  </a:cubicBezTo>
                  <a:cubicBezTo>
                    <a:pt x="1817" y="2341"/>
                    <a:pt x="2342" y="1816"/>
                    <a:pt x="2342" y="1170"/>
                  </a:cubicBezTo>
                  <a:cubicBezTo>
                    <a:pt x="2342" y="525"/>
                    <a:pt x="1817" y="1"/>
                    <a:pt x="11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7"/>
            <p:cNvSpPr/>
            <p:nvPr/>
          </p:nvSpPr>
          <p:spPr>
            <a:xfrm>
              <a:off x="6846703" y="2768030"/>
              <a:ext cx="48898" cy="48878"/>
            </a:xfrm>
            <a:custGeom>
              <a:avLst/>
              <a:gdLst/>
              <a:ahLst/>
              <a:cxnLst/>
              <a:rect l="l" t="t" r="r" b="b"/>
              <a:pathLst>
                <a:path w="2343" h="2342" extrusionOk="0">
                  <a:moveTo>
                    <a:pt x="1172" y="1"/>
                  </a:moveTo>
                  <a:cubicBezTo>
                    <a:pt x="526" y="1"/>
                    <a:pt x="1" y="525"/>
                    <a:pt x="1" y="1170"/>
                  </a:cubicBezTo>
                  <a:cubicBezTo>
                    <a:pt x="1" y="1816"/>
                    <a:pt x="526" y="2341"/>
                    <a:pt x="1172" y="2341"/>
                  </a:cubicBezTo>
                  <a:cubicBezTo>
                    <a:pt x="1818" y="2341"/>
                    <a:pt x="2343" y="1816"/>
                    <a:pt x="2343" y="1170"/>
                  </a:cubicBezTo>
                  <a:cubicBezTo>
                    <a:pt x="2343" y="525"/>
                    <a:pt x="1818" y="1"/>
                    <a:pt x="11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7"/>
            <p:cNvSpPr/>
            <p:nvPr/>
          </p:nvSpPr>
          <p:spPr>
            <a:xfrm>
              <a:off x="6759469" y="2841323"/>
              <a:ext cx="125658" cy="35938"/>
            </a:xfrm>
            <a:custGeom>
              <a:avLst/>
              <a:gdLst/>
              <a:ahLst/>
              <a:cxnLst/>
              <a:rect l="l" t="t" r="r" b="b"/>
              <a:pathLst>
                <a:path w="6021" h="1722" extrusionOk="0">
                  <a:moveTo>
                    <a:pt x="670" y="0"/>
                  </a:moveTo>
                  <a:cubicBezTo>
                    <a:pt x="455" y="0"/>
                    <a:pt x="249" y="119"/>
                    <a:pt x="146" y="324"/>
                  </a:cubicBezTo>
                  <a:cubicBezTo>
                    <a:pt x="1" y="614"/>
                    <a:pt x="117" y="965"/>
                    <a:pt x="407" y="1110"/>
                  </a:cubicBezTo>
                  <a:cubicBezTo>
                    <a:pt x="1223" y="1516"/>
                    <a:pt x="2116" y="1722"/>
                    <a:pt x="3011" y="1722"/>
                  </a:cubicBezTo>
                  <a:cubicBezTo>
                    <a:pt x="3905" y="1722"/>
                    <a:pt x="4800" y="1518"/>
                    <a:pt x="5614" y="1110"/>
                  </a:cubicBezTo>
                  <a:cubicBezTo>
                    <a:pt x="5904" y="965"/>
                    <a:pt x="6021" y="614"/>
                    <a:pt x="5875" y="324"/>
                  </a:cubicBezTo>
                  <a:cubicBezTo>
                    <a:pt x="5774" y="119"/>
                    <a:pt x="5567" y="0"/>
                    <a:pt x="5352" y="0"/>
                  </a:cubicBezTo>
                  <a:cubicBezTo>
                    <a:pt x="5264" y="0"/>
                    <a:pt x="5174" y="20"/>
                    <a:pt x="5090" y="62"/>
                  </a:cubicBezTo>
                  <a:cubicBezTo>
                    <a:pt x="4439" y="388"/>
                    <a:pt x="3725" y="551"/>
                    <a:pt x="3011" y="551"/>
                  </a:cubicBezTo>
                  <a:cubicBezTo>
                    <a:pt x="2296" y="551"/>
                    <a:pt x="1582" y="388"/>
                    <a:pt x="931" y="62"/>
                  </a:cubicBezTo>
                  <a:cubicBezTo>
                    <a:pt x="847" y="20"/>
                    <a:pt x="758" y="0"/>
                    <a:pt x="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8" name="Google Shape;10358;p67"/>
          <p:cNvGrpSpPr/>
          <p:nvPr/>
        </p:nvGrpSpPr>
        <p:grpSpPr>
          <a:xfrm>
            <a:off x="7896740" y="3238780"/>
            <a:ext cx="407411" cy="407411"/>
            <a:chOff x="2964567" y="2571753"/>
            <a:chExt cx="417045" cy="417045"/>
          </a:xfrm>
        </p:grpSpPr>
        <p:sp>
          <p:nvSpPr>
            <p:cNvPr id="10359" name="Google Shape;10359;p67"/>
            <p:cNvSpPr/>
            <p:nvPr/>
          </p:nvSpPr>
          <p:spPr>
            <a:xfrm>
              <a:off x="2964567" y="2571753"/>
              <a:ext cx="417045" cy="417045"/>
            </a:xfrm>
            <a:custGeom>
              <a:avLst/>
              <a:gdLst/>
              <a:ahLst/>
              <a:cxnLst/>
              <a:rect l="l" t="t" r="r" b="b"/>
              <a:pathLst>
                <a:path w="19983" h="19983" extrusionOk="0">
                  <a:moveTo>
                    <a:pt x="9992" y="1170"/>
                  </a:moveTo>
                  <a:cubicBezTo>
                    <a:pt x="14855" y="1170"/>
                    <a:pt x="18812" y="4866"/>
                    <a:pt x="18812" y="9405"/>
                  </a:cubicBezTo>
                  <a:cubicBezTo>
                    <a:pt x="18812" y="13925"/>
                    <a:pt x="14855" y="17601"/>
                    <a:pt x="9992" y="17601"/>
                  </a:cubicBezTo>
                  <a:cubicBezTo>
                    <a:pt x="9111" y="17601"/>
                    <a:pt x="8240" y="17481"/>
                    <a:pt x="7407" y="17242"/>
                  </a:cubicBezTo>
                  <a:cubicBezTo>
                    <a:pt x="7354" y="17226"/>
                    <a:pt x="7299" y="17218"/>
                    <a:pt x="7245" y="17218"/>
                  </a:cubicBezTo>
                  <a:cubicBezTo>
                    <a:pt x="7153" y="17218"/>
                    <a:pt x="7062" y="17240"/>
                    <a:pt x="6979" y="17282"/>
                  </a:cubicBezTo>
                  <a:lnTo>
                    <a:pt x="4723" y="18439"/>
                  </a:lnTo>
                  <a:lnTo>
                    <a:pt x="4723" y="16262"/>
                  </a:lnTo>
                  <a:cubicBezTo>
                    <a:pt x="4723" y="16078"/>
                    <a:pt x="4637" y="15904"/>
                    <a:pt x="4490" y="15793"/>
                  </a:cubicBezTo>
                  <a:cubicBezTo>
                    <a:pt x="2381" y="14208"/>
                    <a:pt x="1171" y="11880"/>
                    <a:pt x="1171" y="9405"/>
                  </a:cubicBezTo>
                  <a:cubicBezTo>
                    <a:pt x="1171" y="4866"/>
                    <a:pt x="5129" y="1170"/>
                    <a:pt x="9992" y="1170"/>
                  </a:cubicBezTo>
                  <a:close/>
                  <a:moveTo>
                    <a:pt x="9992" y="1"/>
                  </a:moveTo>
                  <a:cubicBezTo>
                    <a:pt x="4575" y="1"/>
                    <a:pt x="0" y="4153"/>
                    <a:pt x="0" y="9407"/>
                  </a:cubicBezTo>
                  <a:cubicBezTo>
                    <a:pt x="0" y="12221"/>
                    <a:pt x="1359" y="14795"/>
                    <a:pt x="3552" y="16548"/>
                  </a:cubicBezTo>
                  <a:lnTo>
                    <a:pt x="3552" y="19396"/>
                  </a:lnTo>
                  <a:cubicBezTo>
                    <a:pt x="3552" y="19602"/>
                    <a:pt x="3659" y="19791"/>
                    <a:pt x="3832" y="19897"/>
                  </a:cubicBezTo>
                  <a:cubicBezTo>
                    <a:pt x="3925" y="19953"/>
                    <a:pt x="4031" y="19982"/>
                    <a:pt x="4138" y="19982"/>
                  </a:cubicBezTo>
                  <a:cubicBezTo>
                    <a:pt x="4229" y="19982"/>
                    <a:pt x="4320" y="19961"/>
                    <a:pt x="4405" y="19918"/>
                  </a:cubicBezTo>
                  <a:lnTo>
                    <a:pt x="7310" y="18429"/>
                  </a:lnTo>
                  <a:cubicBezTo>
                    <a:pt x="8180" y="18657"/>
                    <a:pt x="9081" y="18772"/>
                    <a:pt x="9992" y="18772"/>
                  </a:cubicBezTo>
                  <a:cubicBezTo>
                    <a:pt x="15500" y="18772"/>
                    <a:pt x="19983" y="14570"/>
                    <a:pt x="19983" y="9407"/>
                  </a:cubicBezTo>
                  <a:cubicBezTo>
                    <a:pt x="19983" y="4151"/>
                    <a:pt x="15405"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7"/>
            <p:cNvSpPr/>
            <p:nvPr/>
          </p:nvSpPr>
          <p:spPr>
            <a:xfrm>
              <a:off x="3037777" y="2694715"/>
              <a:ext cx="270642" cy="146633"/>
            </a:xfrm>
            <a:custGeom>
              <a:avLst/>
              <a:gdLst/>
              <a:ahLst/>
              <a:cxnLst/>
              <a:rect l="l" t="t" r="r" b="b"/>
              <a:pathLst>
                <a:path w="12968" h="7026" extrusionOk="0">
                  <a:moveTo>
                    <a:pt x="5362" y="1463"/>
                  </a:moveTo>
                  <a:lnTo>
                    <a:pt x="7241" y="3341"/>
                  </a:lnTo>
                  <a:cubicBezTo>
                    <a:pt x="7353" y="3454"/>
                    <a:pt x="7503" y="3513"/>
                    <a:pt x="7655" y="3513"/>
                  </a:cubicBezTo>
                  <a:cubicBezTo>
                    <a:pt x="7744" y="3513"/>
                    <a:pt x="7833" y="3493"/>
                    <a:pt x="7917" y="3451"/>
                  </a:cubicBezTo>
                  <a:lnTo>
                    <a:pt x="10216" y="2303"/>
                  </a:lnTo>
                  <a:lnTo>
                    <a:pt x="7605" y="5565"/>
                  </a:lnTo>
                  <a:lnTo>
                    <a:pt x="5726" y="3685"/>
                  </a:lnTo>
                  <a:cubicBezTo>
                    <a:pt x="5614" y="3573"/>
                    <a:pt x="5463" y="3514"/>
                    <a:pt x="5311" y="3514"/>
                  </a:cubicBezTo>
                  <a:cubicBezTo>
                    <a:pt x="5223" y="3514"/>
                    <a:pt x="5133" y="3534"/>
                    <a:pt x="5051" y="3575"/>
                  </a:cubicBezTo>
                  <a:lnTo>
                    <a:pt x="2751" y="4725"/>
                  </a:lnTo>
                  <a:lnTo>
                    <a:pt x="2751" y="4725"/>
                  </a:lnTo>
                  <a:lnTo>
                    <a:pt x="5362" y="1463"/>
                  </a:lnTo>
                  <a:close/>
                  <a:moveTo>
                    <a:pt x="5312" y="1"/>
                  </a:moveTo>
                  <a:cubicBezTo>
                    <a:pt x="5302" y="1"/>
                    <a:pt x="5291" y="1"/>
                    <a:pt x="5281" y="2"/>
                  </a:cubicBezTo>
                  <a:cubicBezTo>
                    <a:pt x="5114" y="12"/>
                    <a:pt x="4959" y="92"/>
                    <a:pt x="4856" y="221"/>
                  </a:cubicBezTo>
                  <a:lnTo>
                    <a:pt x="172" y="6075"/>
                  </a:lnTo>
                  <a:cubicBezTo>
                    <a:pt x="0" y="6290"/>
                    <a:pt x="2" y="6595"/>
                    <a:pt x="174" y="6809"/>
                  </a:cubicBezTo>
                  <a:cubicBezTo>
                    <a:pt x="288" y="6950"/>
                    <a:pt x="457" y="7026"/>
                    <a:pt x="630" y="7026"/>
                  </a:cubicBezTo>
                  <a:cubicBezTo>
                    <a:pt x="719" y="7026"/>
                    <a:pt x="808" y="7006"/>
                    <a:pt x="892" y="6964"/>
                  </a:cubicBezTo>
                  <a:lnTo>
                    <a:pt x="5198" y="4811"/>
                  </a:lnTo>
                  <a:lnTo>
                    <a:pt x="7241" y="6855"/>
                  </a:lnTo>
                  <a:cubicBezTo>
                    <a:pt x="7349" y="6964"/>
                    <a:pt x="7496" y="7026"/>
                    <a:pt x="7650" y="7026"/>
                  </a:cubicBezTo>
                  <a:cubicBezTo>
                    <a:pt x="7662" y="7026"/>
                    <a:pt x="7674" y="7025"/>
                    <a:pt x="7687" y="7024"/>
                  </a:cubicBezTo>
                  <a:cubicBezTo>
                    <a:pt x="7853" y="7016"/>
                    <a:pt x="8007" y="6936"/>
                    <a:pt x="8111" y="6807"/>
                  </a:cubicBezTo>
                  <a:lnTo>
                    <a:pt x="12795" y="951"/>
                  </a:lnTo>
                  <a:cubicBezTo>
                    <a:pt x="12967" y="737"/>
                    <a:pt x="12965" y="431"/>
                    <a:pt x="12792" y="219"/>
                  </a:cubicBezTo>
                  <a:cubicBezTo>
                    <a:pt x="12679" y="78"/>
                    <a:pt x="12510" y="1"/>
                    <a:pt x="12337" y="1"/>
                  </a:cubicBezTo>
                  <a:cubicBezTo>
                    <a:pt x="12249" y="1"/>
                    <a:pt x="12159" y="21"/>
                    <a:pt x="12075" y="63"/>
                  </a:cubicBezTo>
                  <a:lnTo>
                    <a:pt x="7770" y="2216"/>
                  </a:lnTo>
                  <a:lnTo>
                    <a:pt x="5726" y="173"/>
                  </a:lnTo>
                  <a:cubicBezTo>
                    <a:pt x="5617" y="62"/>
                    <a:pt x="5467" y="1"/>
                    <a:pt x="53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1" name="Google Shape;10361;p67"/>
          <p:cNvGrpSpPr/>
          <p:nvPr/>
        </p:nvGrpSpPr>
        <p:grpSpPr>
          <a:xfrm>
            <a:off x="1612062" y="3815897"/>
            <a:ext cx="407391" cy="286470"/>
            <a:chOff x="3476576" y="2633631"/>
            <a:chExt cx="417024" cy="293244"/>
          </a:xfrm>
        </p:grpSpPr>
        <p:sp>
          <p:nvSpPr>
            <p:cNvPr id="10362" name="Google Shape;10362;p67"/>
            <p:cNvSpPr/>
            <p:nvPr/>
          </p:nvSpPr>
          <p:spPr>
            <a:xfrm>
              <a:off x="3476576" y="2633631"/>
              <a:ext cx="417024" cy="293244"/>
            </a:xfrm>
            <a:custGeom>
              <a:avLst/>
              <a:gdLst/>
              <a:ahLst/>
              <a:cxnLst/>
              <a:rect l="l" t="t" r="r" b="b"/>
              <a:pathLst>
                <a:path w="19982" h="14051" extrusionOk="0">
                  <a:moveTo>
                    <a:pt x="17056" y="1172"/>
                  </a:moveTo>
                  <a:cubicBezTo>
                    <a:pt x="18023" y="1172"/>
                    <a:pt x="18811" y="1961"/>
                    <a:pt x="18811" y="2929"/>
                  </a:cubicBezTo>
                  <a:lnTo>
                    <a:pt x="18811" y="11124"/>
                  </a:lnTo>
                  <a:cubicBezTo>
                    <a:pt x="18811" y="12092"/>
                    <a:pt x="18023" y="12881"/>
                    <a:pt x="17056" y="12881"/>
                  </a:cubicBezTo>
                  <a:lnTo>
                    <a:pt x="2927" y="12881"/>
                  </a:lnTo>
                  <a:cubicBezTo>
                    <a:pt x="1959" y="12881"/>
                    <a:pt x="1172" y="12092"/>
                    <a:pt x="1172" y="11124"/>
                  </a:cubicBezTo>
                  <a:lnTo>
                    <a:pt x="1172" y="2929"/>
                  </a:lnTo>
                  <a:cubicBezTo>
                    <a:pt x="1172" y="1961"/>
                    <a:pt x="1959" y="1172"/>
                    <a:pt x="2927" y="1172"/>
                  </a:cubicBezTo>
                  <a:close/>
                  <a:moveTo>
                    <a:pt x="2927" y="1"/>
                  </a:moveTo>
                  <a:cubicBezTo>
                    <a:pt x="1313" y="1"/>
                    <a:pt x="1" y="1315"/>
                    <a:pt x="1" y="2929"/>
                  </a:cubicBezTo>
                  <a:lnTo>
                    <a:pt x="1" y="11124"/>
                  </a:lnTo>
                  <a:cubicBezTo>
                    <a:pt x="1" y="12738"/>
                    <a:pt x="1313" y="14050"/>
                    <a:pt x="2927" y="14050"/>
                  </a:cubicBezTo>
                  <a:lnTo>
                    <a:pt x="17056" y="14050"/>
                  </a:lnTo>
                  <a:cubicBezTo>
                    <a:pt x="18669" y="14050"/>
                    <a:pt x="19982" y="12738"/>
                    <a:pt x="19982" y="11124"/>
                  </a:cubicBezTo>
                  <a:lnTo>
                    <a:pt x="19982" y="2929"/>
                  </a:lnTo>
                  <a:cubicBezTo>
                    <a:pt x="19982" y="1315"/>
                    <a:pt x="18669" y="1"/>
                    <a:pt x="17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7"/>
            <p:cNvSpPr/>
            <p:nvPr/>
          </p:nvSpPr>
          <p:spPr>
            <a:xfrm>
              <a:off x="3636206" y="2706945"/>
              <a:ext cx="122194" cy="146633"/>
            </a:xfrm>
            <a:custGeom>
              <a:avLst/>
              <a:gdLst/>
              <a:ahLst/>
              <a:cxnLst/>
              <a:rect l="l" t="t" r="r" b="b"/>
              <a:pathLst>
                <a:path w="5855" h="7026" extrusionOk="0">
                  <a:moveTo>
                    <a:pt x="1172" y="1643"/>
                  </a:moveTo>
                  <a:lnTo>
                    <a:pt x="4165" y="3514"/>
                  </a:lnTo>
                  <a:lnTo>
                    <a:pt x="1172" y="5384"/>
                  </a:lnTo>
                  <a:lnTo>
                    <a:pt x="1172" y="1643"/>
                  </a:lnTo>
                  <a:close/>
                  <a:moveTo>
                    <a:pt x="586" y="0"/>
                  </a:moveTo>
                  <a:cubicBezTo>
                    <a:pt x="489" y="0"/>
                    <a:pt x="391" y="25"/>
                    <a:pt x="302" y="74"/>
                  </a:cubicBezTo>
                  <a:cubicBezTo>
                    <a:pt x="116" y="178"/>
                    <a:pt x="1" y="373"/>
                    <a:pt x="1" y="587"/>
                  </a:cubicBezTo>
                  <a:lnTo>
                    <a:pt x="1" y="6440"/>
                  </a:lnTo>
                  <a:cubicBezTo>
                    <a:pt x="1" y="6653"/>
                    <a:pt x="116" y="6849"/>
                    <a:pt x="302" y="6953"/>
                  </a:cubicBezTo>
                  <a:cubicBezTo>
                    <a:pt x="389" y="7001"/>
                    <a:pt x="487" y="7026"/>
                    <a:pt x="585" y="7026"/>
                  </a:cubicBezTo>
                  <a:cubicBezTo>
                    <a:pt x="693" y="7026"/>
                    <a:pt x="801" y="6997"/>
                    <a:pt x="896" y="6937"/>
                  </a:cubicBezTo>
                  <a:lnTo>
                    <a:pt x="5580" y="4010"/>
                  </a:lnTo>
                  <a:cubicBezTo>
                    <a:pt x="5750" y="3903"/>
                    <a:pt x="5854" y="3714"/>
                    <a:pt x="5854" y="3513"/>
                  </a:cubicBezTo>
                  <a:cubicBezTo>
                    <a:pt x="5854" y="3311"/>
                    <a:pt x="5750" y="3123"/>
                    <a:pt x="5580" y="3017"/>
                  </a:cubicBezTo>
                  <a:lnTo>
                    <a:pt x="896" y="90"/>
                  </a:lnTo>
                  <a:cubicBezTo>
                    <a:pt x="801" y="30"/>
                    <a:pt x="694" y="0"/>
                    <a:pt x="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4" name="Google Shape;10364;p67"/>
          <p:cNvGrpSpPr/>
          <p:nvPr/>
        </p:nvGrpSpPr>
        <p:grpSpPr>
          <a:xfrm>
            <a:off x="2228394" y="3755508"/>
            <a:ext cx="407411" cy="407248"/>
            <a:chOff x="3988564" y="2571836"/>
            <a:chExt cx="417045" cy="416878"/>
          </a:xfrm>
        </p:grpSpPr>
        <p:sp>
          <p:nvSpPr>
            <p:cNvPr id="10365" name="Google Shape;10365;p67"/>
            <p:cNvSpPr/>
            <p:nvPr/>
          </p:nvSpPr>
          <p:spPr>
            <a:xfrm>
              <a:off x="4090678" y="2650431"/>
              <a:ext cx="213124" cy="259268"/>
            </a:xfrm>
            <a:custGeom>
              <a:avLst/>
              <a:gdLst/>
              <a:ahLst/>
              <a:cxnLst/>
              <a:rect l="l" t="t" r="r" b="b"/>
              <a:pathLst>
                <a:path w="10212" h="12423" extrusionOk="0">
                  <a:moveTo>
                    <a:pt x="4938" y="1172"/>
                  </a:moveTo>
                  <a:cubicBezTo>
                    <a:pt x="7267" y="1172"/>
                    <a:pt x="8610" y="2621"/>
                    <a:pt x="8610" y="3081"/>
                  </a:cubicBezTo>
                  <a:cubicBezTo>
                    <a:pt x="8610" y="3348"/>
                    <a:pt x="8308" y="3471"/>
                    <a:pt x="8102" y="3471"/>
                  </a:cubicBezTo>
                  <a:cubicBezTo>
                    <a:pt x="7867" y="3471"/>
                    <a:pt x="7733" y="3357"/>
                    <a:pt x="7407" y="3026"/>
                  </a:cubicBezTo>
                  <a:cubicBezTo>
                    <a:pt x="6933" y="2541"/>
                    <a:pt x="6282" y="1879"/>
                    <a:pt x="4821" y="1879"/>
                  </a:cubicBezTo>
                  <a:cubicBezTo>
                    <a:pt x="4177" y="1879"/>
                    <a:pt x="3602" y="2046"/>
                    <a:pt x="3162" y="2362"/>
                  </a:cubicBezTo>
                  <a:cubicBezTo>
                    <a:pt x="2687" y="2700"/>
                    <a:pt x="2417" y="3188"/>
                    <a:pt x="2417" y="3701"/>
                  </a:cubicBezTo>
                  <a:cubicBezTo>
                    <a:pt x="2417" y="4145"/>
                    <a:pt x="2603" y="4758"/>
                    <a:pt x="3491" y="5152"/>
                  </a:cubicBezTo>
                  <a:cubicBezTo>
                    <a:pt x="3997" y="5378"/>
                    <a:pt x="4646" y="5506"/>
                    <a:pt x="5334" y="5642"/>
                  </a:cubicBezTo>
                  <a:cubicBezTo>
                    <a:pt x="7566" y="6081"/>
                    <a:pt x="9029" y="6514"/>
                    <a:pt x="9029" y="8449"/>
                  </a:cubicBezTo>
                  <a:cubicBezTo>
                    <a:pt x="9029" y="8455"/>
                    <a:pt x="9029" y="8464"/>
                    <a:pt x="9029" y="8478"/>
                  </a:cubicBezTo>
                  <a:cubicBezTo>
                    <a:pt x="9035" y="8646"/>
                    <a:pt x="9028" y="9518"/>
                    <a:pt x="8347" y="10222"/>
                  </a:cubicBezTo>
                  <a:cubicBezTo>
                    <a:pt x="7688" y="10903"/>
                    <a:pt x="6597" y="11248"/>
                    <a:pt x="5102" y="11252"/>
                  </a:cubicBezTo>
                  <a:cubicBezTo>
                    <a:pt x="2240" y="11250"/>
                    <a:pt x="1171" y="9891"/>
                    <a:pt x="1171" y="9033"/>
                  </a:cubicBezTo>
                  <a:cubicBezTo>
                    <a:pt x="1171" y="8780"/>
                    <a:pt x="1518" y="8672"/>
                    <a:pt x="1656" y="8672"/>
                  </a:cubicBezTo>
                  <a:cubicBezTo>
                    <a:pt x="1844" y="8672"/>
                    <a:pt x="2005" y="8837"/>
                    <a:pt x="2327" y="9212"/>
                  </a:cubicBezTo>
                  <a:cubicBezTo>
                    <a:pt x="2843" y="9813"/>
                    <a:pt x="3551" y="10636"/>
                    <a:pt x="5095" y="10636"/>
                  </a:cubicBezTo>
                  <a:cubicBezTo>
                    <a:pt x="6363" y="10636"/>
                    <a:pt x="7727" y="9881"/>
                    <a:pt x="7727" y="8612"/>
                  </a:cubicBezTo>
                  <a:cubicBezTo>
                    <a:pt x="7727" y="7951"/>
                    <a:pt x="7363" y="7445"/>
                    <a:pt x="6647" y="7109"/>
                  </a:cubicBezTo>
                  <a:cubicBezTo>
                    <a:pt x="6130" y="6866"/>
                    <a:pt x="5472" y="6726"/>
                    <a:pt x="4773" y="6578"/>
                  </a:cubicBezTo>
                  <a:cubicBezTo>
                    <a:pt x="2620" y="6120"/>
                    <a:pt x="1209" y="5683"/>
                    <a:pt x="1209" y="3859"/>
                  </a:cubicBezTo>
                  <a:cubicBezTo>
                    <a:pt x="1209" y="2893"/>
                    <a:pt x="1667" y="2191"/>
                    <a:pt x="2606" y="1711"/>
                  </a:cubicBezTo>
                  <a:cubicBezTo>
                    <a:pt x="3388" y="1313"/>
                    <a:pt x="4350" y="1172"/>
                    <a:pt x="4938" y="1172"/>
                  </a:cubicBezTo>
                  <a:close/>
                  <a:moveTo>
                    <a:pt x="4938" y="1"/>
                  </a:moveTo>
                  <a:cubicBezTo>
                    <a:pt x="2944" y="1"/>
                    <a:pt x="39" y="991"/>
                    <a:pt x="39" y="3861"/>
                  </a:cubicBezTo>
                  <a:cubicBezTo>
                    <a:pt x="39" y="5149"/>
                    <a:pt x="579" y="6129"/>
                    <a:pt x="1644" y="6772"/>
                  </a:cubicBezTo>
                  <a:cubicBezTo>
                    <a:pt x="2505" y="7293"/>
                    <a:pt x="3581" y="7523"/>
                    <a:pt x="4529" y="7724"/>
                  </a:cubicBezTo>
                  <a:cubicBezTo>
                    <a:pt x="5159" y="7857"/>
                    <a:pt x="5755" y="7984"/>
                    <a:pt x="6149" y="8170"/>
                  </a:cubicBezTo>
                  <a:cubicBezTo>
                    <a:pt x="6556" y="8359"/>
                    <a:pt x="6556" y="8518"/>
                    <a:pt x="6556" y="8612"/>
                  </a:cubicBezTo>
                  <a:cubicBezTo>
                    <a:pt x="6556" y="9100"/>
                    <a:pt x="5785" y="9465"/>
                    <a:pt x="5095" y="9465"/>
                  </a:cubicBezTo>
                  <a:cubicBezTo>
                    <a:pt x="4089" y="9465"/>
                    <a:pt x="3664" y="8971"/>
                    <a:pt x="3215" y="8449"/>
                  </a:cubicBezTo>
                  <a:cubicBezTo>
                    <a:pt x="2833" y="8005"/>
                    <a:pt x="2401" y="7501"/>
                    <a:pt x="1656" y="7501"/>
                  </a:cubicBezTo>
                  <a:cubicBezTo>
                    <a:pt x="860" y="7501"/>
                    <a:pt x="0" y="8087"/>
                    <a:pt x="0" y="9035"/>
                  </a:cubicBezTo>
                  <a:cubicBezTo>
                    <a:pt x="0" y="10459"/>
                    <a:pt x="1462" y="12423"/>
                    <a:pt x="5104" y="12423"/>
                  </a:cubicBezTo>
                  <a:cubicBezTo>
                    <a:pt x="6926" y="12419"/>
                    <a:pt x="8301" y="11954"/>
                    <a:pt x="9187" y="11036"/>
                  </a:cubicBezTo>
                  <a:cubicBezTo>
                    <a:pt x="10167" y="10024"/>
                    <a:pt x="10211" y="8803"/>
                    <a:pt x="10200" y="8442"/>
                  </a:cubicBezTo>
                  <a:cubicBezTo>
                    <a:pt x="10199" y="7101"/>
                    <a:pt x="9638" y="6090"/>
                    <a:pt x="8536" y="5435"/>
                  </a:cubicBezTo>
                  <a:cubicBezTo>
                    <a:pt x="7642" y="4904"/>
                    <a:pt x="6537" y="4685"/>
                    <a:pt x="5560" y="4492"/>
                  </a:cubicBezTo>
                  <a:cubicBezTo>
                    <a:pt x="4939" y="4370"/>
                    <a:pt x="4354" y="4255"/>
                    <a:pt x="3966" y="4084"/>
                  </a:cubicBezTo>
                  <a:cubicBezTo>
                    <a:pt x="3588" y="3916"/>
                    <a:pt x="3588" y="3781"/>
                    <a:pt x="3588" y="3703"/>
                  </a:cubicBezTo>
                  <a:cubicBezTo>
                    <a:pt x="3588" y="3429"/>
                    <a:pt x="4016" y="3050"/>
                    <a:pt x="4821" y="3050"/>
                  </a:cubicBezTo>
                  <a:cubicBezTo>
                    <a:pt x="5790" y="3050"/>
                    <a:pt x="6153" y="3418"/>
                    <a:pt x="6570" y="3847"/>
                  </a:cubicBezTo>
                  <a:cubicBezTo>
                    <a:pt x="6921" y="4202"/>
                    <a:pt x="7354" y="4644"/>
                    <a:pt x="8102" y="4644"/>
                  </a:cubicBezTo>
                  <a:cubicBezTo>
                    <a:pt x="8966" y="4644"/>
                    <a:pt x="9781" y="4016"/>
                    <a:pt x="9781" y="3082"/>
                  </a:cubicBezTo>
                  <a:cubicBezTo>
                    <a:pt x="9781" y="1768"/>
                    <a:pt x="7722" y="1"/>
                    <a:pt x="4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7"/>
            <p:cNvSpPr/>
            <p:nvPr/>
          </p:nvSpPr>
          <p:spPr>
            <a:xfrm>
              <a:off x="3988564" y="2571836"/>
              <a:ext cx="417045" cy="416878"/>
            </a:xfrm>
            <a:custGeom>
              <a:avLst/>
              <a:gdLst/>
              <a:ahLst/>
              <a:cxnLst/>
              <a:rect l="l" t="t" r="r" b="b"/>
              <a:pathLst>
                <a:path w="19983" h="19975" extrusionOk="0">
                  <a:moveTo>
                    <a:pt x="5465" y="1172"/>
                  </a:moveTo>
                  <a:cubicBezTo>
                    <a:pt x="6229" y="1172"/>
                    <a:pt x="6714" y="1356"/>
                    <a:pt x="7184" y="1548"/>
                  </a:cubicBezTo>
                  <a:cubicBezTo>
                    <a:pt x="7842" y="1820"/>
                    <a:pt x="8120" y="1882"/>
                    <a:pt x="8506" y="1882"/>
                  </a:cubicBezTo>
                  <a:cubicBezTo>
                    <a:pt x="8831" y="1882"/>
                    <a:pt x="9232" y="1838"/>
                    <a:pt x="10000" y="1838"/>
                  </a:cubicBezTo>
                  <a:cubicBezTo>
                    <a:pt x="13275" y="1838"/>
                    <a:pt x="15226" y="3478"/>
                    <a:pt x="16286" y="4855"/>
                  </a:cubicBezTo>
                  <a:cubicBezTo>
                    <a:pt x="17660" y="6641"/>
                    <a:pt x="18149" y="8709"/>
                    <a:pt x="18149" y="9937"/>
                  </a:cubicBezTo>
                  <a:cubicBezTo>
                    <a:pt x="18149" y="11304"/>
                    <a:pt x="17841" y="11405"/>
                    <a:pt x="18414" y="12744"/>
                  </a:cubicBezTo>
                  <a:cubicBezTo>
                    <a:pt x="18610" y="13203"/>
                    <a:pt x="18812" y="13675"/>
                    <a:pt x="18812" y="14565"/>
                  </a:cubicBezTo>
                  <a:cubicBezTo>
                    <a:pt x="18812" y="15702"/>
                    <a:pt x="18373" y="16765"/>
                    <a:pt x="17575" y="17561"/>
                  </a:cubicBezTo>
                  <a:cubicBezTo>
                    <a:pt x="16776" y="18358"/>
                    <a:pt x="15671" y="18803"/>
                    <a:pt x="14546" y="18803"/>
                  </a:cubicBezTo>
                  <a:cubicBezTo>
                    <a:pt x="14544" y="18803"/>
                    <a:pt x="14542" y="18803"/>
                    <a:pt x="14540" y="18803"/>
                  </a:cubicBezTo>
                  <a:lnTo>
                    <a:pt x="14519" y="18803"/>
                  </a:lnTo>
                  <a:cubicBezTo>
                    <a:pt x="13754" y="18803"/>
                    <a:pt x="13270" y="18612"/>
                    <a:pt x="12799" y="18418"/>
                  </a:cubicBezTo>
                  <a:cubicBezTo>
                    <a:pt x="12161" y="18154"/>
                    <a:pt x="11842" y="18085"/>
                    <a:pt x="11520" y="18085"/>
                  </a:cubicBezTo>
                  <a:cubicBezTo>
                    <a:pt x="11167" y="18085"/>
                    <a:pt x="10809" y="18168"/>
                    <a:pt x="10022" y="18168"/>
                  </a:cubicBezTo>
                  <a:cubicBezTo>
                    <a:pt x="6746" y="18168"/>
                    <a:pt x="4785" y="16516"/>
                    <a:pt x="3717" y="15131"/>
                  </a:cubicBezTo>
                  <a:cubicBezTo>
                    <a:pt x="2328" y="13328"/>
                    <a:pt x="1835" y="11257"/>
                    <a:pt x="1835" y="10031"/>
                  </a:cubicBezTo>
                  <a:cubicBezTo>
                    <a:pt x="1835" y="8674"/>
                    <a:pt x="2146" y="8571"/>
                    <a:pt x="1569" y="7222"/>
                  </a:cubicBezTo>
                  <a:cubicBezTo>
                    <a:pt x="1375" y="6765"/>
                    <a:pt x="1173" y="6293"/>
                    <a:pt x="1171" y="5408"/>
                  </a:cubicBezTo>
                  <a:cubicBezTo>
                    <a:pt x="1175" y="3063"/>
                    <a:pt x="3100" y="1172"/>
                    <a:pt x="5465" y="1172"/>
                  </a:cubicBezTo>
                  <a:close/>
                  <a:moveTo>
                    <a:pt x="5465" y="0"/>
                  </a:moveTo>
                  <a:cubicBezTo>
                    <a:pt x="3993" y="0"/>
                    <a:pt x="2617" y="552"/>
                    <a:pt x="1587" y="1582"/>
                  </a:cubicBezTo>
                  <a:cubicBezTo>
                    <a:pt x="566" y="2603"/>
                    <a:pt x="4" y="3960"/>
                    <a:pt x="0" y="5403"/>
                  </a:cubicBezTo>
                  <a:lnTo>
                    <a:pt x="0" y="5414"/>
                  </a:lnTo>
                  <a:cubicBezTo>
                    <a:pt x="2" y="6535"/>
                    <a:pt x="274" y="7170"/>
                    <a:pt x="492" y="7682"/>
                  </a:cubicBezTo>
                  <a:cubicBezTo>
                    <a:pt x="938" y="8725"/>
                    <a:pt x="664" y="8547"/>
                    <a:pt x="664" y="10031"/>
                  </a:cubicBezTo>
                  <a:cubicBezTo>
                    <a:pt x="664" y="11738"/>
                    <a:pt x="1385" y="14023"/>
                    <a:pt x="2790" y="15845"/>
                  </a:cubicBezTo>
                  <a:cubicBezTo>
                    <a:pt x="4019" y="17439"/>
                    <a:pt x="6270" y="19339"/>
                    <a:pt x="10022" y="19339"/>
                  </a:cubicBezTo>
                  <a:cubicBezTo>
                    <a:pt x="10942" y="19339"/>
                    <a:pt x="11234" y="19255"/>
                    <a:pt x="11494" y="19255"/>
                  </a:cubicBezTo>
                  <a:cubicBezTo>
                    <a:pt x="11700" y="19255"/>
                    <a:pt x="11887" y="19308"/>
                    <a:pt x="12353" y="19500"/>
                  </a:cubicBezTo>
                  <a:cubicBezTo>
                    <a:pt x="12875" y="19716"/>
                    <a:pt x="13523" y="19974"/>
                    <a:pt x="14519" y="19974"/>
                  </a:cubicBezTo>
                  <a:lnTo>
                    <a:pt x="14554" y="19974"/>
                  </a:lnTo>
                  <a:cubicBezTo>
                    <a:pt x="15985" y="19974"/>
                    <a:pt x="17386" y="19403"/>
                    <a:pt x="18402" y="18391"/>
                  </a:cubicBezTo>
                  <a:cubicBezTo>
                    <a:pt x="19422" y="17374"/>
                    <a:pt x="19983" y="16015"/>
                    <a:pt x="19983" y="14565"/>
                  </a:cubicBezTo>
                  <a:cubicBezTo>
                    <a:pt x="19983" y="13436"/>
                    <a:pt x="19711" y="12797"/>
                    <a:pt x="19491" y="12284"/>
                  </a:cubicBezTo>
                  <a:cubicBezTo>
                    <a:pt x="19045" y="11243"/>
                    <a:pt x="19320" y="11421"/>
                    <a:pt x="19320" y="9937"/>
                  </a:cubicBezTo>
                  <a:cubicBezTo>
                    <a:pt x="19320" y="8218"/>
                    <a:pt x="18603" y="5946"/>
                    <a:pt x="17213" y="4140"/>
                  </a:cubicBezTo>
                  <a:cubicBezTo>
                    <a:pt x="15994" y="2557"/>
                    <a:pt x="13753" y="667"/>
                    <a:pt x="10000" y="667"/>
                  </a:cubicBezTo>
                  <a:cubicBezTo>
                    <a:pt x="9146" y="667"/>
                    <a:pt x="8785" y="712"/>
                    <a:pt x="8528" y="712"/>
                  </a:cubicBezTo>
                  <a:cubicBezTo>
                    <a:pt x="8261" y="712"/>
                    <a:pt x="8109" y="664"/>
                    <a:pt x="7630" y="466"/>
                  </a:cubicBezTo>
                  <a:cubicBezTo>
                    <a:pt x="7110" y="252"/>
                    <a:pt x="6461" y="0"/>
                    <a:pt x="54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7" name="Google Shape;10367;p67"/>
          <p:cNvGrpSpPr/>
          <p:nvPr/>
        </p:nvGrpSpPr>
        <p:grpSpPr>
          <a:xfrm>
            <a:off x="2844747" y="3755436"/>
            <a:ext cx="407391" cy="407391"/>
            <a:chOff x="4500573" y="2571753"/>
            <a:chExt cx="417024" cy="417024"/>
          </a:xfrm>
        </p:grpSpPr>
        <p:sp>
          <p:nvSpPr>
            <p:cNvPr id="10368" name="Google Shape;10368;p67"/>
            <p:cNvSpPr/>
            <p:nvPr/>
          </p:nvSpPr>
          <p:spPr>
            <a:xfrm>
              <a:off x="4550263" y="2632817"/>
              <a:ext cx="317683" cy="293244"/>
            </a:xfrm>
            <a:custGeom>
              <a:avLst/>
              <a:gdLst/>
              <a:ahLst/>
              <a:cxnLst/>
              <a:rect l="l" t="t" r="r" b="b"/>
              <a:pathLst>
                <a:path w="15222" h="14051" extrusionOk="0">
                  <a:moveTo>
                    <a:pt x="7616" y="1172"/>
                  </a:moveTo>
                  <a:cubicBezTo>
                    <a:pt x="8529" y="1202"/>
                    <a:pt x="10613" y="1570"/>
                    <a:pt x="10613" y="4280"/>
                  </a:cubicBezTo>
                  <a:cubicBezTo>
                    <a:pt x="10613" y="4791"/>
                    <a:pt x="10565" y="5662"/>
                    <a:pt x="10565" y="5683"/>
                  </a:cubicBezTo>
                  <a:cubicBezTo>
                    <a:pt x="10565" y="6490"/>
                    <a:pt x="11186" y="6530"/>
                    <a:pt x="11312" y="6530"/>
                  </a:cubicBezTo>
                  <a:cubicBezTo>
                    <a:pt x="11563" y="6530"/>
                    <a:pt x="11867" y="6461"/>
                    <a:pt x="12149" y="6399"/>
                  </a:cubicBezTo>
                  <a:lnTo>
                    <a:pt x="12149" y="6399"/>
                  </a:lnTo>
                  <a:cubicBezTo>
                    <a:pt x="11697" y="6589"/>
                    <a:pt x="10875" y="6838"/>
                    <a:pt x="10875" y="7608"/>
                  </a:cubicBezTo>
                  <a:cubicBezTo>
                    <a:pt x="10875" y="9260"/>
                    <a:pt x="12294" y="9897"/>
                    <a:pt x="13233" y="10316"/>
                  </a:cubicBezTo>
                  <a:cubicBezTo>
                    <a:pt x="13419" y="10399"/>
                    <a:pt x="13661" y="10509"/>
                    <a:pt x="13838" y="10608"/>
                  </a:cubicBezTo>
                  <a:cubicBezTo>
                    <a:pt x="13590" y="10652"/>
                    <a:pt x="13247" y="10703"/>
                    <a:pt x="12826" y="10802"/>
                  </a:cubicBezTo>
                  <a:cubicBezTo>
                    <a:pt x="12446" y="10894"/>
                    <a:pt x="12149" y="11195"/>
                    <a:pt x="12067" y="11574"/>
                  </a:cubicBezTo>
                  <a:cubicBezTo>
                    <a:pt x="12058" y="11614"/>
                    <a:pt x="12049" y="11652"/>
                    <a:pt x="12041" y="11683"/>
                  </a:cubicBezTo>
                  <a:cubicBezTo>
                    <a:pt x="11837" y="11646"/>
                    <a:pt x="11549" y="11584"/>
                    <a:pt x="11156" y="11584"/>
                  </a:cubicBezTo>
                  <a:cubicBezTo>
                    <a:pt x="10220" y="11584"/>
                    <a:pt x="9658" y="11968"/>
                    <a:pt x="9161" y="12306"/>
                  </a:cubicBezTo>
                  <a:cubicBezTo>
                    <a:pt x="8711" y="12614"/>
                    <a:pt x="8322" y="12879"/>
                    <a:pt x="7611" y="12881"/>
                  </a:cubicBezTo>
                  <a:cubicBezTo>
                    <a:pt x="6900" y="12879"/>
                    <a:pt x="6511" y="12614"/>
                    <a:pt x="6060" y="12306"/>
                  </a:cubicBezTo>
                  <a:cubicBezTo>
                    <a:pt x="5563" y="11968"/>
                    <a:pt x="5000" y="11584"/>
                    <a:pt x="4064" y="11584"/>
                  </a:cubicBezTo>
                  <a:cubicBezTo>
                    <a:pt x="3671" y="11584"/>
                    <a:pt x="3381" y="11646"/>
                    <a:pt x="3180" y="11683"/>
                  </a:cubicBezTo>
                  <a:cubicBezTo>
                    <a:pt x="3171" y="11652"/>
                    <a:pt x="3164" y="11614"/>
                    <a:pt x="3155" y="11574"/>
                  </a:cubicBezTo>
                  <a:cubicBezTo>
                    <a:pt x="3072" y="11195"/>
                    <a:pt x="2775" y="10894"/>
                    <a:pt x="2394" y="10802"/>
                  </a:cubicBezTo>
                  <a:cubicBezTo>
                    <a:pt x="1973" y="10703"/>
                    <a:pt x="1630" y="10652"/>
                    <a:pt x="1384" y="10608"/>
                  </a:cubicBezTo>
                  <a:cubicBezTo>
                    <a:pt x="1559" y="10509"/>
                    <a:pt x="1803" y="10399"/>
                    <a:pt x="1987" y="10316"/>
                  </a:cubicBezTo>
                  <a:cubicBezTo>
                    <a:pt x="2927" y="9897"/>
                    <a:pt x="4347" y="9260"/>
                    <a:pt x="4347" y="7608"/>
                  </a:cubicBezTo>
                  <a:cubicBezTo>
                    <a:pt x="4347" y="6838"/>
                    <a:pt x="3525" y="6589"/>
                    <a:pt x="3072" y="6399"/>
                  </a:cubicBezTo>
                  <a:lnTo>
                    <a:pt x="3072" y="6399"/>
                  </a:lnTo>
                  <a:cubicBezTo>
                    <a:pt x="3355" y="6461"/>
                    <a:pt x="3657" y="6530"/>
                    <a:pt x="3910" y="6530"/>
                  </a:cubicBezTo>
                  <a:cubicBezTo>
                    <a:pt x="4034" y="6530"/>
                    <a:pt x="4655" y="6490"/>
                    <a:pt x="4655" y="5683"/>
                  </a:cubicBezTo>
                  <a:cubicBezTo>
                    <a:pt x="4655" y="5662"/>
                    <a:pt x="4609" y="4793"/>
                    <a:pt x="4609" y="4280"/>
                  </a:cubicBezTo>
                  <a:cubicBezTo>
                    <a:pt x="4609" y="1558"/>
                    <a:pt x="6698" y="1199"/>
                    <a:pt x="7616" y="1172"/>
                  </a:cubicBezTo>
                  <a:close/>
                  <a:moveTo>
                    <a:pt x="7602" y="1"/>
                  </a:moveTo>
                  <a:cubicBezTo>
                    <a:pt x="7201" y="11"/>
                    <a:pt x="6164" y="98"/>
                    <a:pt x="5219" y="691"/>
                  </a:cubicBezTo>
                  <a:cubicBezTo>
                    <a:pt x="4407" y="1200"/>
                    <a:pt x="3438" y="2237"/>
                    <a:pt x="3438" y="4280"/>
                  </a:cubicBezTo>
                  <a:cubicBezTo>
                    <a:pt x="3438" y="4714"/>
                    <a:pt x="3454" y="5041"/>
                    <a:pt x="3466" y="5288"/>
                  </a:cubicBezTo>
                  <a:cubicBezTo>
                    <a:pt x="3176" y="5225"/>
                    <a:pt x="2914" y="5159"/>
                    <a:pt x="2711" y="5159"/>
                  </a:cubicBezTo>
                  <a:cubicBezTo>
                    <a:pt x="2005" y="5159"/>
                    <a:pt x="1492" y="5593"/>
                    <a:pt x="1492" y="6187"/>
                  </a:cubicBezTo>
                  <a:cubicBezTo>
                    <a:pt x="1492" y="7031"/>
                    <a:pt x="2302" y="7355"/>
                    <a:pt x="2785" y="7547"/>
                  </a:cubicBezTo>
                  <a:cubicBezTo>
                    <a:pt x="2907" y="7595"/>
                    <a:pt x="3077" y="7664"/>
                    <a:pt x="3173" y="7717"/>
                  </a:cubicBezTo>
                  <a:cubicBezTo>
                    <a:pt x="3084" y="8885"/>
                    <a:pt x="1453" y="9124"/>
                    <a:pt x="595" y="9723"/>
                  </a:cubicBezTo>
                  <a:cubicBezTo>
                    <a:pt x="201" y="9999"/>
                    <a:pt x="1" y="10337"/>
                    <a:pt x="1" y="10730"/>
                  </a:cubicBezTo>
                  <a:cubicBezTo>
                    <a:pt x="1" y="11119"/>
                    <a:pt x="194" y="11425"/>
                    <a:pt x="547" y="11590"/>
                  </a:cubicBezTo>
                  <a:cubicBezTo>
                    <a:pt x="892" y="11752"/>
                    <a:pt x="1340" y="11765"/>
                    <a:pt x="2032" y="11920"/>
                  </a:cubicBezTo>
                  <a:cubicBezTo>
                    <a:pt x="2081" y="12138"/>
                    <a:pt x="2134" y="12318"/>
                    <a:pt x="2231" y="12474"/>
                  </a:cubicBezTo>
                  <a:cubicBezTo>
                    <a:pt x="2428" y="12789"/>
                    <a:pt x="2691" y="12874"/>
                    <a:pt x="2981" y="12874"/>
                  </a:cubicBezTo>
                  <a:cubicBezTo>
                    <a:pt x="3325" y="12874"/>
                    <a:pt x="3708" y="12754"/>
                    <a:pt x="4064" y="12754"/>
                  </a:cubicBezTo>
                  <a:cubicBezTo>
                    <a:pt x="4639" y="12754"/>
                    <a:pt x="4975" y="12984"/>
                    <a:pt x="5400" y="13274"/>
                  </a:cubicBezTo>
                  <a:cubicBezTo>
                    <a:pt x="5907" y="13619"/>
                    <a:pt x="6537" y="14050"/>
                    <a:pt x="7609" y="14050"/>
                  </a:cubicBezTo>
                  <a:lnTo>
                    <a:pt x="7611" y="14050"/>
                  </a:lnTo>
                  <a:cubicBezTo>
                    <a:pt x="8683" y="14050"/>
                    <a:pt x="9315" y="13620"/>
                    <a:pt x="9821" y="13274"/>
                  </a:cubicBezTo>
                  <a:cubicBezTo>
                    <a:pt x="10247" y="12984"/>
                    <a:pt x="10581" y="12754"/>
                    <a:pt x="11156" y="12754"/>
                  </a:cubicBezTo>
                  <a:cubicBezTo>
                    <a:pt x="11621" y="12754"/>
                    <a:pt x="11881" y="12881"/>
                    <a:pt x="12228" y="12881"/>
                  </a:cubicBezTo>
                  <a:cubicBezTo>
                    <a:pt x="12647" y="12881"/>
                    <a:pt x="12874" y="12660"/>
                    <a:pt x="12991" y="12474"/>
                  </a:cubicBezTo>
                  <a:cubicBezTo>
                    <a:pt x="13088" y="12318"/>
                    <a:pt x="13139" y="12136"/>
                    <a:pt x="13189" y="11920"/>
                  </a:cubicBezTo>
                  <a:cubicBezTo>
                    <a:pt x="13880" y="11765"/>
                    <a:pt x="14328" y="11752"/>
                    <a:pt x="14673" y="11590"/>
                  </a:cubicBezTo>
                  <a:cubicBezTo>
                    <a:pt x="15027" y="11425"/>
                    <a:pt x="15221" y="11119"/>
                    <a:pt x="15221" y="10730"/>
                  </a:cubicBezTo>
                  <a:cubicBezTo>
                    <a:pt x="15221" y="10337"/>
                    <a:pt x="15020" y="9999"/>
                    <a:pt x="14625" y="9723"/>
                  </a:cubicBezTo>
                  <a:cubicBezTo>
                    <a:pt x="13769" y="9124"/>
                    <a:pt x="12136" y="8885"/>
                    <a:pt x="12048" y="7717"/>
                  </a:cubicBezTo>
                  <a:cubicBezTo>
                    <a:pt x="12143" y="7664"/>
                    <a:pt x="12313" y="7595"/>
                    <a:pt x="12435" y="7547"/>
                  </a:cubicBezTo>
                  <a:cubicBezTo>
                    <a:pt x="12918" y="7355"/>
                    <a:pt x="13728" y="7031"/>
                    <a:pt x="13728" y="6187"/>
                  </a:cubicBezTo>
                  <a:cubicBezTo>
                    <a:pt x="13728" y="5593"/>
                    <a:pt x="13215" y="5159"/>
                    <a:pt x="12509" y="5159"/>
                  </a:cubicBezTo>
                  <a:cubicBezTo>
                    <a:pt x="12306" y="5159"/>
                    <a:pt x="12044" y="5225"/>
                    <a:pt x="11754" y="5288"/>
                  </a:cubicBezTo>
                  <a:cubicBezTo>
                    <a:pt x="11768" y="5041"/>
                    <a:pt x="11782" y="4714"/>
                    <a:pt x="11782" y="4280"/>
                  </a:cubicBezTo>
                  <a:cubicBezTo>
                    <a:pt x="11782" y="2246"/>
                    <a:pt x="10822" y="1211"/>
                    <a:pt x="10017" y="700"/>
                  </a:cubicBezTo>
                  <a:cubicBezTo>
                    <a:pt x="9076" y="105"/>
                    <a:pt x="8037" y="13"/>
                    <a:pt x="76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7"/>
            <p:cNvSpPr/>
            <p:nvPr/>
          </p:nvSpPr>
          <p:spPr>
            <a:xfrm>
              <a:off x="4500573" y="2571753"/>
              <a:ext cx="417024" cy="417024"/>
            </a:xfrm>
            <a:custGeom>
              <a:avLst/>
              <a:gdLst/>
              <a:ahLst/>
              <a:cxnLst/>
              <a:rect l="l" t="t" r="r" b="b"/>
              <a:pathLst>
                <a:path w="19982" h="19982" extrusionOk="0">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0" name="Google Shape;10370;p67"/>
          <p:cNvGrpSpPr/>
          <p:nvPr/>
        </p:nvGrpSpPr>
        <p:grpSpPr>
          <a:xfrm>
            <a:off x="3461079" y="3755436"/>
            <a:ext cx="407391" cy="407391"/>
            <a:chOff x="5012603" y="2571753"/>
            <a:chExt cx="417024" cy="417024"/>
          </a:xfrm>
        </p:grpSpPr>
        <p:sp>
          <p:nvSpPr>
            <p:cNvPr id="10371" name="Google Shape;10371;p67"/>
            <p:cNvSpPr/>
            <p:nvPr/>
          </p:nvSpPr>
          <p:spPr>
            <a:xfrm>
              <a:off x="5133124" y="2631210"/>
              <a:ext cx="180818" cy="300048"/>
            </a:xfrm>
            <a:custGeom>
              <a:avLst/>
              <a:gdLst/>
              <a:ahLst/>
              <a:cxnLst/>
              <a:rect l="l" t="t" r="r" b="b"/>
              <a:pathLst>
                <a:path w="8664" h="14377" extrusionOk="0">
                  <a:moveTo>
                    <a:pt x="4683" y="1171"/>
                  </a:moveTo>
                  <a:lnTo>
                    <a:pt x="4683" y="3395"/>
                  </a:lnTo>
                  <a:cubicBezTo>
                    <a:pt x="4683" y="3719"/>
                    <a:pt x="4945" y="3980"/>
                    <a:pt x="5269" y="3980"/>
                  </a:cubicBezTo>
                  <a:lnTo>
                    <a:pt x="7493" y="3980"/>
                  </a:lnTo>
                  <a:lnTo>
                    <a:pt x="7493" y="5620"/>
                  </a:lnTo>
                  <a:lnTo>
                    <a:pt x="5269" y="5620"/>
                  </a:lnTo>
                  <a:cubicBezTo>
                    <a:pt x="4945" y="5620"/>
                    <a:pt x="4683" y="5882"/>
                    <a:pt x="4683" y="6206"/>
                  </a:cubicBezTo>
                  <a:lnTo>
                    <a:pt x="4683" y="9859"/>
                  </a:lnTo>
                  <a:cubicBezTo>
                    <a:pt x="4683" y="10227"/>
                    <a:pt x="4706" y="10648"/>
                    <a:pt x="4975" y="10986"/>
                  </a:cubicBezTo>
                  <a:cubicBezTo>
                    <a:pt x="5327" y="11423"/>
                    <a:pt x="5899" y="11474"/>
                    <a:pt x="6299" y="11474"/>
                  </a:cubicBezTo>
                  <a:lnTo>
                    <a:pt x="7494" y="11474"/>
                  </a:lnTo>
                  <a:lnTo>
                    <a:pt x="7494" y="13158"/>
                  </a:lnTo>
                  <a:cubicBezTo>
                    <a:pt x="7137" y="13183"/>
                    <a:pt x="6635" y="13207"/>
                    <a:pt x="6113" y="13207"/>
                  </a:cubicBezTo>
                  <a:cubicBezTo>
                    <a:pt x="3848" y="13207"/>
                    <a:pt x="3044" y="11806"/>
                    <a:pt x="3044" y="10607"/>
                  </a:cubicBezTo>
                  <a:lnTo>
                    <a:pt x="3044" y="6206"/>
                  </a:lnTo>
                  <a:cubicBezTo>
                    <a:pt x="3044" y="5882"/>
                    <a:pt x="2782" y="5620"/>
                    <a:pt x="2460" y="5620"/>
                  </a:cubicBezTo>
                  <a:lnTo>
                    <a:pt x="1172" y="5620"/>
                  </a:lnTo>
                  <a:lnTo>
                    <a:pt x="1172" y="4090"/>
                  </a:lnTo>
                  <a:cubicBezTo>
                    <a:pt x="2035" y="3913"/>
                    <a:pt x="2690" y="3487"/>
                    <a:pt x="3120" y="2820"/>
                  </a:cubicBezTo>
                  <a:cubicBezTo>
                    <a:pt x="3463" y="2289"/>
                    <a:pt x="3608" y="1697"/>
                    <a:pt x="3703" y="1171"/>
                  </a:cubicBezTo>
                  <a:close/>
                  <a:moveTo>
                    <a:pt x="3208" y="0"/>
                  </a:moveTo>
                  <a:cubicBezTo>
                    <a:pt x="2922" y="0"/>
                    <a:pt x="2677" y="207"/>
                    <a:pt x="2631" y="490"/>
                  </a:cubicBezTo>
                  <a:cubicBezTo>
                    <a:pt x="2409" y="1822"/>
                    <a:pt x="2209" y="2861"/>
                    <a:pt x="537" y="3000"/>
                  </a:cubicBezTo>
                  <a:cubicBezTo>
                    <a:pt x="234" y="3025"/>
                    <a:pt x="1" y="3278"/>
                    <a:pt x="1" y="3582"/>
                  </a:cubicBezTo>
                  <a:lnTo>
                    <a:pt x="1" y="6206"/>
                  </a:lnTo>
                  <a:cubicBezTo>
                    <a:pt x="1" y="6529"/>
                    <a:pt x="263" y="6791"/>
                    <a:pt x="586" y="6791"/>
                  </a:cubicBezTo>
                  <a:lnTo>
                    <a:pt x="1874" y="6791"/>
                  </a:lnTo>
                  <a:lnTo>
                    <a:pt x="1874" y="10607"/>
                  </a:lnTo>
                  <a:cubicBezTo>
                    <a:pt x="1874" y="12618"/>
                    <a:pt x="3355" y="14377"/>
                    <a:pt x="6111" y="14377"/>
                  </a:cubicBezTo>
                  <a:cubicBezTo>
                    <a:pt x="7158" y="14377"/>
                    <a:pt x="8098" y="14285"/>
                    <a:pt x="8137" y="14281"/>
                  </a:cubicBezTo>
                  <a:cubicBezTo>
                    <a:pt x="8436" y="14251"/>
                    <a:pt x="8664" y="14000"/>
                    <a:pt x="8664" y="13699"/>
                  </a:cubicBezTo>
                  <a:lnTo>
                    <a:pt x="8664" y="10888"/>
                  </a:lnTo>
                  <a:cubicBezTo>
                    <a:pt x="8664" y="10565"/>
                    <a:pt x="8402" y="10303"/>
                    <a:pt x="8078" y="10303"/>
                  </a:cubicBezTo>
                  <a:lnTo>
                    <a:pt x="6299" y="10303"/>
                  </a:lnTo>
                  <a:cubicBezTo>
                    <a:pt x="5828" y="10303"/>
                    <a:pt x="5855" y="10292"/>
                    <a:pt x="5855" y="9859"/>
                  </a:cubicBezTo>
                  <a:lnTo>
                    <a:pt x="5855" y="6791"/>
                  </a:lnTo>
                  <a:lnTo>
                    <a:pt x="8078" y="6791"/>
                  </a:lnTo>
                  <a:cubicBezTo>
                    <a:pt x="8402" y="6791"/>
                    <a:pt x="8664" y="6529"/>
                    <a:pt x="8664" y="6206"/>
                  </a:cubicBezTo>
                  <a:lnTo>
                    <a:pt x="8664" y="3397"/>
                  </a:lnTo>
                  <a:cubicBezTo>
                    <a:pt x="8664" y="3073"/>
                    <a:pt x="8402" y="2811"/>
                    <a:pt x="8078" y="2811"/>
                  </a:cubicBezTo>
                  <a:lnTo>
                    <a:pt x="5855" y="2811"/>
                  </a:lnTo>
                  <a:lnTo>
                    <a:pt x="5855" y="586"/>
                  </a:lnTo>
                  <a:cubicBezTo>
                    <a:pt x="5855" y="262"/>
                    <a:pt x="5593" y="0"/>
                    <a:pt x="5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67"/>
            <p:cNvSpPr/>
            <p:nvPr/>
          </p:nvSpPr>
          <p:spPr>
            <a:xfrm>
              <a:off x="5012603" y="2571753"/>
              <a:ext cx="417024" cy="417024"/>
            </a:xfrm>
            <a:custGeom>
              <a:avLst/>
              <a:gdLst/>
              <a:ahLst/>
              <a:cxnLst/>
              <a:rect l="l" t="t" r="r" b="b"/>
              <a:pathLst>
                <a:path w="19982" h="19982" extrusionOk="0">
                  <a:moveTo>
                    <a:pt x="17053" y="1172"/>
                  </a:moveTo>
                  <a:cubicBezTo>
                    <a:pt x="18007" y="1172"/>
                    <a:pt x="18810" y="1993"/>
                    <a:pt x="18810" y="2966"/>
                  </a:cubicBezTo>
                  <a:lnTo>
                    <a:pt x="18810" y="17017"/>
                  </a:lnTo>
                  <a:cubicBezTo>
                    <a:pt x="18810" y="17990"/>
                    <a:pt x="18007" y="18811"/>
                    <a:pt x="17053" y="18811"/>
                  </a:cubicBezTo>
                  <a:lnTo>
                    <a:pt x="2965" y="18811"/>
                  </a:lnTo>
                  <a:cubicBezTo>
                    <a:pt x="1992" y="18811"/>
                    <a:pt x="1169" y="17990"/>
                    <a:pt x="1169" y="17017"/>
                  </a:cubicBezTo>
                  <a:lnTo>
                    <a:pt x="1169" y="2966"/>
                  </a:lnTo>
                  <a:cubicBezTo>
                    <a:pt x="1169" y="1993"/>
                    <a:pt x="1992" y="1172"/>
                    <a:pt x="2965" y="1172"/>
                  </a:cubicBezTo>
                  <a:close/>
                  <a:moveTo>
                    <a:pt x="2965" y="1"/>
                  </a:moveTo>
                  <a:cubicBezTo>
                    <a:pt x="1346" y="1"/>
                    <a:pt x="0" y="1349"/>
                    <a:pt x="0" y="2966"/>
                  </a:cubicBezTo>
                  <a:lnTo>
                    <a:pt x="0" y="17015"/>
                  </a:lnTo>
                  <a:cubicBezTo>
                    <a:pt x="0" y="18636"/>
                    <a:pt x="1348" y="19982"/>
                    <a:pt x="2965" y="19982"/>
                  </a:cubicBezTo>
                  <a:lnTo>
                    <a:pt x="17053" y="19982"/>
                  </a:lnTo>
                  <a:cubicBezTo>
                    <a:pt x="18672" y="19982"/>
                    <a:pt x="19981" y="18634"/>
                    <a:pt x="19981" y="17015"/>
                  </a:cubicBezTo>
                  <a:lnTo>
                    <a:pt x="19981" y="2966"/>
                  </a:lnTo>
                  <a:cubicBezTo>
                    <a:pt x="19981" y="1349"/>
                    <a:pt x="18672" y="1"/>
                    <a:pt x="170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3" name="Google Shape;10373;p67"/>
          <p:cNvSpPr/>
          <p:nvPr/>
        </p:nvSpPr>
        <p:spPr>
          <a:xfrm>
            <a:off x="5201286" y="3238852"/>
            <a:ext cx="407383" cy="407383"/>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4" name="Google Shape;10374;p67"/>
          <p:cNvGrpSpPr/>
          <p:nvPr/>
        </p:nvGrpSpPr>
        <p:grpSpPr>
          <a:xfrm>
            <a:off x="5721826" y="3238790"/>
            <a:ext cx="407432" cy="407391"/>
            <a:chOff x="812101" y="2571761"/>
            <a:chExt cx="417066" cy="417024"/>
          </a:xfrm>
        </p:grpSpPr>
        <p:sp>
          <p:nvSpPr>
            <p:cNvPr id="10375" name="Google Shape;10375;p67"/>
            <p:cNvSpPr/>
            <p:nvPr/>
          </p:nvSpPr>
          <p:spPr>
            <a:xfrm>
              <a:off x="935084" y="2694744"/>
              <a:ext cx="171071" cy="171071"/>
            </a:xfrm>
            <a:custGeom>
              <a:avLst/>
              <a:gdLst/>
              <a:ahLst/>
              <a:cxnLst/>
              <a:rect l="l" t="t" r="r" b="b"/>
              <a:pathLst>
                <a:path w="8197" h="8197" extrusionOk="0">
                  <a:moveTo>
                    <a:pt x="4099" y="1171"/>
                  </a:moveTo>
                  <a:cubicBezTo>
                    <a:pt x="5712" y="1171"/>
                    <a:pt x="7027" y="2484"/>
                    <a:pt x="7027" y="4097"/>
                  </a:cubicBezTo>
                  <a:cubicBezTo>
                    <a:pt x="7027" y="5712"/>
                    <a:pt x="5712" y="7025"/>
                    <a:pt x="4099" y="7025"/>
                  </a:cubicBezTo>
                  <a:cubicBezTo>
                    <a:pt x="2486" y="7025"/>
                    <a:pt x="1171" y="5712"/>
                    <a:pt x="1171" y="4097"/>
                  </a:cubicBezTo>
                  <a:cubicBezTo>
                    <a:pt x="1171" y="2484"/>
                    <a:pt x="2486" y="1171"/>
                    <a:pt x="4099" y="1171"/>
                  </a:cubicBezTo>
                  <a:close/>
                  <a:moveTo>
                    <a:pt x="4099" y="0"/>
                  </a:moveTo>
                  <a:cubicBezTo>
                    <a:pt x="1840" y="0"/>
                    <a:pt x="0" y="1838"/>
                    <a:pt x="0" y="4097"/>
                  </a:cubicBezTo>
                  <a:cubicBezTo>
                    <a:pt x="0" y="6358"/>
                    <a:pt x="1840" y="8196"/>
                    <a:pt x="4099" y="8196"/>
                  </a:cubicBezTo>
                  <a:cubicBezTo>
                    <a:pt x="6358" y="8196"/>
                    <a:pt x="8196" y="6358"/>
                    <a:pt x="8196" y="4097"/>
                  </a:cubicBezTo>
                  <a:cubicBezTo>
                    <a:pt x="8196" y="1838"/>
                    <a:pt x="6358" y="0"/>
                    <a:pt x="40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7"/>
            <p:cNvSpPr/>
            <p:nvPr/>
          </p:nvSpPr>
          <p:spPr>
            <a:xfrm>
              <a:off x="860977" y="2620616"/>
              <a:ext cx="319311" cy="319290"/>
            </a:xfrm>
            <a:custGeom>
              <a:avLst/>
              <a:gdLst/>
              <a:ahLst/>
              <a:cxnLst/>
              <a:rect l="l" t="t" r="r" b="b"/>
              <a:pathLst>
                <a:path w="15300" h="15299" extrusionOk="0">
                  <a:moveTo>
                    <a:pt x="12333" y="1171"/>
                  </a:moveTo>
                  <a:cubicBezTo>
                    <a:pt x="13306" y="1171"/>
                    <a:pt x="14128" y="1994"/>
                    <a:pt x="14128" y="2967"/>
                  </a:cubicBezTo>
                  <a:lnTo>
                    <a:pt x="14128" y="12334"/>
                  </a:lnTo>
                  <a:cubicBezTo>
                    <a:pt x="14128" y="13307"/>
                    <a:pt x="13306" y="14129"/>
                    <a:pt x="12333" y="14129"/>
                  </a:cubicBezTo>
                  <a:lnTo>
                    <a:pt x="2968" y="14129"/>
                  </a:lnTo>
                  <a:cubicBezTo>
                    <a:pt x="1993" y="14129"/>
                    <a:pt x="1172" y="13307"/>
                    <a:pt x="1172" y="12334"/>
                  </a:cubicBezTo>
                  <a:lnTo>
                    <a:pt x="1172" y="2967"/>
                  </a:lnTo>
                  <a:cubicBezTo>
                    <a:pt x="1172" y="1994"/>
                    <a:pt x="1993" y="1171"/>
                    <a:pt x="2968" y="1171"/>
                  </a:cubicBezTo>
                  <a:close/>
                  <a:moveTo>
                    <a:pt x="2968" y="0"/>
                  </a:moveTo>
                  <a:cubicBezTo>
                    <a:pt x="1351" y="0"/>
                    <a:pt x="1" y="1346"/>
                    <a:pt x="1" y="2967"/>
                  </a:cubicBezTo>
                  <a:lnTo>
                    <a:pt x="1" y="12334"/>
                  </a:lnTo>
                  <a:cubicBezTo>
                    <a:pt x="1" y="13952"/>
                    <a:pt x="1349" y="15299"/>
                    <a:pt x="2968" y="15299"/>
                  </a:cubicBezTo>
                  <a:lnTo>
                    <a:pt x="12333" y="15299"/>
                  </a:lnTo>
                  <a:cubicBezTo>
                    <a:pt x="13953" y="15299"/>
                    <a:pt x="15299" y="13951"/>
                    <a:pt x="15299" y="12334"/>
                  </a:cubicBezTo>
                  <a:lnTo>
                    <a:pt x="15299" y="2967"/>
                  </a:lnTo>
                  <a:cubicBezTo>
                    <a:pt x="15299" y="1345"/>
                    <a:pt x="13948" y="0"/>
                    <a:pt x="12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7"/>
            <p:cNvSpPr/>
            <p:nvPr/>
          </p:nvSpPr>
          <p:spPr>
            <a:xfrm>
              <a:off x="812101" y="2571761"/>
              <a:ext cx="417066" cy="417024"/>
            </a:xfrm>
            <a:custGeom>
              <a:avLst/>
              <a:gdLst/>
              <a:ahLst/>
              <a:cxnLst/>
              <a:rect l="l" t="t" r="r" b="b"/>
              <a:pathLst>
                <a:path w="19984" h="19982" extrusionOk="0">
                  <a:moveTo>
                    <a:pt x="17056" y="1172"/>
                  </a:moveTo>
                  <a:cubicBezTo>
                    <a:pt x="18025" y="1172"/>
                    <a:pt x="18812" y="1959"/>
                    <a:pt x="18812" y="2927"/>
                  </a:cubicBezTo>
                  <a:lnTo>
                    <a:pt x="18812" y="17056"/>
                  </a:lnTo>
                  <a:cubicBezTo>
                    <a:pt x="18812" y="18023"/>
                    <a:pt x="18025" y="18811"/>
                    <a:pt x="17056" y="18811"/>
                  </a:cubicBezTo>
                  <a:lnTo>
                    <a:pt x="2928" y="18811"/>
                  </a:lnTo>
                  <a:cubicBezTo>
                    <a:pt x="1961" y="18811"/>
                    <a:pt x="1172" y="18023"/>
                    <a:pt x="1172" y="17056"/>
                  </a:cubicBezTo>
                  <a:lnTo>
                    <a:pt x="1172" y="2927"/>
                  </a:lnTo>
                  <a:cubicBezTo>
                    <a:pt x="1172" y="1959"/>
                    <a:pt x="1961" y="1172"/>
                    <a:pt x="2928" y="1172"/>
                  </a:cubicBezTo>
                  <a:close/>
                  <a:moveTo>
                    <a:pt x="2928" y="1"/>
                  </a:moveTo>
                  <a:cubicBezTo>
                    <a:pt x="1313" y="1"/>
                    <a:pt x="1" y="1313"/>
                    <a:pt x="1" y="2927"/>
                  </a:cubicBezTo>
                  <a:lnTo>
                    <a:pt x="1" y="17056"/>
                  </a:lnTo>
                  <a:cubicBezTo>
                    <a:pt x="1" y="18669"/>
                    <a:pt x="1313" y="19982"/>
                    <a:pt x="2928" y="19982"/>
                  </a:cubicBezTo>
                  <a:lnTo>
                    <a:pt x="17056" y="19982"/>
                  </a:lnTo>
                  <a:cubicBezTo>
                    <a:pt x="18669" y="19982"/>
                    <a:pt x="19984" y="18669"/>
                    <a:pt x="19984" y="17056"/>
                  </a:cubicBezTo>
                  <a:lnTo>
                    <a:pt x="19984" y="2927"/>
                  </a:lnTo>
                  <a:cubicBezTo>
                    <a:pt x="19984" y="1313"/>
                    <a:pt x="18669" y="1"/>
                    <a:pt x="17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7"/>
            <p:cNvSpPr/>
            <p:nvPr/>
          </p:nvSpPr>
          <p:spPr>
            <a:xfrm>
              <a:off x="1081712" y="2670306"/>
              <a:ext cx="48878" cy="48898"/>
            </a:xfrm>
            <a:custGeom>
              <a:avLst/>
              <a:gdLst/>
              <a:ahLst/>
              <a:cxnLst/>
              <a:rect l="l" t="t" r="r" b="b"/>
              <a:pathLst>
                <a:path w="2342" h="2343" extrusionOk="0">
                  <a:moveTo>
                    <a:pt x="1170" y="0"/>
                  </a:moveTo>
                  <a:cubicBezTo>
                    <a:pt x="524" y="0"/>
                    <a:pt x="1" y="526"/>
                    <a:pt x="1" y="1171"/>
                  </a:cubicBezTo>
                  <a:cubicBezTo>
                    <a:pt x="1" y="1817"/>
                    <a:pt x="524" y="2342"/>
                    <a:pt x="1170" y="2342"/>
                  </a:cubicBezTo>
                  <a:cubicBezTo>
                    <a:pt x="1816" y="2342"/>
                    <a:pt x="2341" y="1817"/>
                    <a:pt x="2341" y="1171"/>
                  </a:cubicBezTo>
                  <a:cubicBezTo>
                    <a:pt x="2341" y="526"/>
                    <a:pt x="1816" y="0"/>
                    <a:pt x="11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9" name="Google Shape;10379;p67"/>
          <p:cNvGrpSpPr/>
          <p:nvPr/>
        </p:nvGrpSpPr>
        <p:grpSpPr>
          <a:xfrm>
            <a:off x="6242420" y="3238790"/>
            <a:ext cx="407391" cy="407391"/>
            <a:chOff x="1323129" y="2571761"/>
            <a:chExt cx="417024" cy="417024"/>
          </a:xfrm>
        </p:grpSpPr>
        <p:sp>
          <p:nvSpPr>
            <p:cNvPr id="10380" name="Google Shape;10380;p67"/>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7"/>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7"/>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7"/>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84" name="Google Shape;10384;p67"/>
          <p:cNvSpPr/>
          <p:nvPr/>
        </p:nvSpPr>
        <p:spPr>
          <a:xfrm>
            <a:off x="6815924" y="3275603"/>
            <a:ext cx="409401" cy="333886"/>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85" name="Google Shape;10385;p67"/>
          <p:cNvGrpSpPr/>
          <p:nvPr/>
        </p:nvGrpSpPr>
        <p:grpSpPr>
          <a:xfrm>
            <a:off x="7378895" y="3238843"/>
            <a:ext cx="408023" cy="407411"/>
            <a:chOff x="2344476" y="2571761"/>
            <a:chExt cx="417671" cy="417045"/>
          </a:xfrm>
        </p:grpSpPr>
        <p:sp>
          <p:nvSpPr>
            <p:cNvPr id="10386" name="Google Shape;10386;p67"/>
            <p:cNvSpPr/>
            <p:nvPr/>
          </p:nvSpPr>
          <p:spPr>
            <a:xfrm>
              <a:off x="2344476" y="2571761"/>
              <a:ext cx="417671" cy="417045"/>
            </a:xfrm>
            <a:custGeom>
              <a:avLst/>
              <a:gdLst/>
              <a:ahLst/>
              <a:cxnLst/>
              <a:rect l="l" t="t" r="r" b="b"/>
              <a:pathLst>
                <a:path w="20013" h="19983" extrusionOk="0">
                  <a:moveTo>
                    <a:pt x="10022" y="1170"/>
                  </a:moveTo>
                  <a:cubicBezTo>
                    <a:pt x="14886" y="1170"/>
                    <a:pt x="18842" y="5127"/>
                    <a:pt x="18842" y="9990"/>
                  </a:cubicBezTo>
                  <a:cubicBezTo>
                    <a:pt x="18842" y="14855"/>
                    <a:pt x="14886" y="18811"/>
                    <a:pt x="10023" y="18811"/>
                  </a:cubicBezTo>
                  <a:cubicBezTo>
                    <a:pt x="8516" y="18811"/>
                    <a:pt x="7030" y="18423"/>
                    <a:pt x="5726" y="17691"/>
                  </a:cubicBezTo>
                  <a:cubicBezTo>
                    <a:pt x="5638" y="17641"/>
                    <a:pt x="5539" y="17615"/>
                    <a:pt x="5440" y="17615"/>
                  </a:cubicBezTo>
                  <a:cubicBezTo>
                    <a:pt x="5393" y="17615"/>
                    <a:pt x="5345" y="17621"/>
                    <a:pt x="5298" y="17632"/>
                  </a:cubicBezTo>
                  <a:lnTo>
                    <a:pt x="1419" y="18595"/>
                  </a:lnTo>
                  <a:lnTo>
                    <a:pt x="2381" y="14715"/>
                  </a:lnTo>
                  <a:cubicBezTo>
                    <a:pt x="2417" y="14570"/>
                    <a:pt x="2395" y="14416"/>
                    <a:pt x="2323" y="14287"/>
                  </a:cubicBezTo>
                  <a:cubicBezTo>
                    <a:pt x="1590" y="12982"/>
                    <a:pt x="1203" y="11498"/>
                    <a:pt x="1203" y="9990"/>
                  </a:cubicBezTo>
                  <a:cubicBezTo>
                    <a:pt x="1203" y="5127"/>
                    <a:pt x="5159" y="1170"/>
                    <a:pt x="10022" y="1170"/>
                  </a:cubicBezTo>
                  <a:close/>
                  <a:moveTo>
                    <a:pt x="10023" y="1"/>
                  </a:moveTo>
                  <a:cubicBezTo>
                    <a:pt x="4522" y="1"/>
                    <a:pt x="32" y="4491"/>
                    <a:pt x="32" y="9990"/>
                  </a:cubicBezTo>
                  <a:cubicBezTo>
                    <a:pt x="32" y="11620"/>
                    <a:pt x="432" y="13226"/>
                    <a:pt x="1191" y="14655"/>
                  </a:cubicBezTo>
                  <a:lnTo>
                    <a:pt x="50" y="19256"/>
                  </a:lnTo>
                  <a:cubicBezTo>
                    <a:pt x="0" y="19455"/>
                    <a:pt x="58" y="19665"/>
                    <a:pt x="204" y="19810"/>
                  </a:cubicBezTo>
                  <a:cubicBezTo>
                    <a:pt x="313" y="19921"/>
                    <a:pt x="461" y="19982"/>
                    <a:pt x="614" y="19982"/>
                  </a:cubicBezTo>
                  <a:cubicBezTo>
                    <a:pt x="662" y="19982"/>
                    <a:pt x="710" y="19976"/>
                    <a:pt x="757" y="19964"/>
                  </a:cubicBezTo>
                  <a:lnTo>
                    <a:pt x="5358" y="18823"/>
                  </a:lnTo>
                  <a:cubicBezTo>
                    <a:pt x="6788" y="19582"/>
                    <a:pt x="8394" y="19982"/>
                    <a:pt x="10022" y="19982"/>
                  </a:cubicBezTo>
                  <a:cubicBezTo>
                    <a:pt x="12680" y="19982"/>
                    <a:pt x="15187" y="18940"/>
                    <a:pt x="17078" y="17047"/>
                  </a:cubicBezTo>
                  <a:cubicBezTo>
                    <a:pt x="18971" y="15156"/>
                    <a:pt x="20013" y="12649"/>
                    <a:pt x="20013" y="9990"/>
                  </a:cubicBezTo>
                  <a:cubicBezTo>
                    <a:pt x="20013" y="7333"/>
                    <a:pt x="18971" y="4827"/>
                    <a:pt x="17080" y="2934"/>
                  </a:cubicBezTo>
                  <a:cubicBezTo>
                    <a:pt x="15187" y="1043"/>
                    <a:pt x="12680" y="1"/>
                    <a:pt x="100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7"/>
            <p:cNvSpPr/>
            <p:nvPr/>
          </p:nvSpPr>
          <p:spPr>
            <a:xfrm>
              <a:off x="2421672" y="2657388"/>
              <a:ext cx="260625" cy="243636"/>
            </a:xfrm>
            <a:custGeom>
              <a:avLst/>
              <a:gdLst/>
              <a:ahLst/>
              <a:cxnLst/>
              <a:rect l="l" t="t" r="r" b="b"/>
              <a:pathLst>
                <a:path w="12488" h="11674" extrusionOk="0">
                  <a:moveTo>
                    <a:pt x="3164" y="1171"/>
                  </a:moveTo>
                  <a:cubicBezTo>
                    <a:pt x="3352" y="1171"/>
                    <a:pt x="3536" y="1247"/>
                    <a:pt x="3710" y="1424"/>
                  </a:cubicBezTo>
                  <a:lnTo>
                    <a:pt x="3719" y="1433"/>
                  </a:lnTo>
                  <a:cubicBezTo>
                    <a:pt x="4757" y="2473"/>
                    <a:pt x="4683" y="2832"/>
                    <a:pt x="4449" y="3068"/>
                  </a:cubicBezTo>
                  <a:cubicBezTo>
                    <a:pt x="4240" y="3275"/>
                    <a:pt x="3625" y="3692"/>
                    <a:pt x="3427" y="3892"/>
                  </a:cubicBezTo>
                  <a:cubicBezTo>
                    <a:pt x="2960" y="4359"/>
                    <a:pt x="3046" y="5081"/>
                    <a:pt x="3685" y="6039"/>
                  </a:cubicBezTo>
                  <a:cubicBezTo>
                    <a:pt x="4065" y="6611"/>
                    <a:pt x="4568" y="7166"/>
                    <a:pt x="4805" y="7405"/>
                  </a:cubicBezTo>
                  <a:lnTo>
                    <a:pt x="4806" y="7405"/>
                  </a:lnTo>
                  <a:cubicBezTo>
                    <a:pt x="5045" y="7642"/>
                    <a:pt x="5599" y="8146"/>
                    <a:pt x="6172" y="8527"/>
                  </a:cubicBezTo>
                  <a:cubicBezTo>
                    <a:pt x="6727" y="8895"/>
                    <a:pt x="7202" y="9079"/>
                    <a:pt x="7594" y="9079"/>
                  </a:cubicBezTo>
                  <a:cubicBezTo>
                    <a:pt x="7880" y="9079"/>
                    <a:pt x="8123" y="8981"/>
                    <a:pt x="8320" y="8785"/>
                  </a:cubicBezTo>
                  <a:cubicBezTo>
                    <a:pt x="8518" y="8585"/>
                    <a:pt x="8935" y="7971"/>
                    <a:pt x="9144" y="7762"/>
                  </a:cubicBezTo>
                  <a:cubicBezTo>
                    <a:pt x="9238" y="7668"/>
                    <a:pt x="9331" y="7609"/>
                    <a:pt x="9460" y="7609"/>
                  </a:cubicBezTo>
                  <a:cubicBezTo>
                    <a:pt x="9549" y="7609"/>
                    <a:pt x="9655" y="7637"/>
                    <a:pt x="9790" y="7702"/>
                  </a:cubicBezTo>
                  <a:cubicBezTo>
                    <a:pt x="10172" y="7886"/>
                    <a:pt x="10582" y="8297"/>
                    <a:pt x="10779" y="8493"/>
                  </a:cubicBezTo>
                  <a:lnTo>
                    <a:pt x="10788" y="8502"/>
                  </a:lnTo>
                  <a:cubicBezTo>
                    <a:pt x="11239" y="8944"/>
                    <a:pt x="11037" y="9452"/>
                    <a:pt x="10593" y="9898"/>
                  </a:cubicBezTo>
                  <a:cubicBezTo>
                    <a:pt x="10190" y="10300"/>
                    <a:pt x="9680" y="10502"/>
                    <a:pt x="9068" y="10502"/>
                  </a:cubicBezTo>
                  <a:cubicBezTo>
                    <a:pt x="8521" y="10502"/>
                    <a:pt x="7892" y="10341"/>
                    <a:pt x="7184" y="10020"/>
                  </a:cubicBezTo>
                  <a:cubicBezTo>
                    <a:pt x="5868" y="9420"/>
                    <a:pt x="4676" y="8428"/>
                    <a:pt x="4228" y="7984"/>
                  </a:cubicBezTo>
                  <a:cubicBezTo>
                    <a:pt x="3784" y="7536"/>
                    <a:pt x="2792" y="6344"/>
                    <a:pt x="2192" y="5028"/>
                  </a:cubicBezTo>
                  <a:cubicBezTo>
                    <a:pt x="1511" y="3527"/>
                    <a:pt x="1552" y="2381"/>
                    <a:pt x="2314" y="1619"/>
                  </a:cubicBezTo>
                  <a:cubicBezTo>
                    <a:pt x="2583" y="1350"/>
                    <a:pt x="2877" y="1171"/>
                    <a:pt x="3164" y="1171"/>
                  </a:cubicBezTo>
                  <a:close/>
                  <a:moveTo>
                    <a:pt x="3169" y="1"/>
                  </a:moveTo>
                  <a:cubicBezTo>
                    <a:pt x="2619" y="1"/>
                    <a:pt x="2030" y="247"/>
                    <a:pt x="1486" y="791"/>
                  </a:cubicBezTo>
                  <a:cubicBezTo>
                    <a:pt x="701" y="1576"/>
                    <a:pt x="0" y="3034"/>
                    <a:pt x="1127" y="5512"/>
                  </a:cubicBezTo>
                  <a:cubicBezTo>
                    <a:pt x="1794" y="6979"/>
                    <a:pt x="2868" y="8274"/>
                    <a:pt x="3398" y="8810"/>
                  </a:cubicBezTo>
                  <a:lnTo>
                    <a:pt x="3402" y="8813"/>
                  </a:lnTo>
                  <a:cubicBezTo>
                    <a:pt x="3938" y="9344"/>
                    <a:pt x="5235" y="10418"/>
                    <a:pt x="6699" y="11085"/>
                  </a:cubicBezTo>
                  <a:cubicBezTo>
                    <a:pt x="7490" y="11445"/>
                    <a:pt x="8308" y="11674"/>
                    <a:pt x="9088" y="11674"/>
                  </a:cubicBezTo>
                  <a:cubicBezTo>
                    <a:pt x="9940" y="11674"/>
                    <a:pt x="10746" y="11400"/>
                    <a:pt x="11421" y="10726"/>
                  </a:cubicBezTo>
                  <a:cubicBezTo>
                    <a:pt x="12488" y="9657"/>
                    <a:pt x="12399" y="8442"/>
                    <a:pt x="11607" y="7665"/>
                  </a:cubicBezTo>
                  <a:cubicBezTo>
                    <a:pt x="11219" y="7278"/>
                    <a:pt x="10791" y="6885"/>
                    <a:pt x="10297" y="6648"/>
                  </a:cubicBezTo>
                  <a:cubicBezTo>
                    <a:pt x="10009" y="6509"/>
                    <a:pt x="9725" y="6440"/>
                    <a:pt x="9455" y="6440"/>
                  </a:cubicBezTo>
                  <a:cubicBezTo>
                    <a:pt x="9034" y="6440"/>
                    <a:pt x="8646" y="6606"/>
                    <a:pt x="8316" y="6935"/>
                  </a:cubicBezTo>
                  <a:cubicBezTo>
                    <a:pt x="8070" y="7180"/>
                    <a:pt x="7732" y="7665"/>
                    <a:pt x="7538" y="7904"/>
                  </a:cubicBezTo>
                  <a:cubicBezTo>
                    <a:pt x="7035" y="7819"/>
                    <a:pt x="6032" y="6974"/>
                    <a:pt x="5634" y="6577"/>
                  </a:cubicBezTo>
                  <a:cubicBezTo>
                    <a:pt x="5236" y="6179"/>
                    <a:pt x="4393" y="5174"/>
                    <a:pt x="4308" y="4674"/>
                  </a:cubicBezTo>
                  <a:cubicBezTo>
                    <a:pt x="4545" y="4481"/>
                    <a:pt x="5031" y="4141"/>
                    <a:pt x="5277" y="3895"/>
                  </a:cubicBezTo>
                  <a:cubicBezTo>
                    <a:pt x="5817" y="3354"/>
                    <a:pt x="5919" y="2652"/>
                    <a:pt x="5564" y="1914"/>
                  </a:cubicBezTo>
                  <a:cubicBezTo>
                    <a:pt x="5327" y="1421"/>
                    <a:pt x="4934" y="993"/>
                    <a:pt x="4546" y="605"/>
                  </a:cubicBezTo>
                  <a:cubicBezTo>
                    <a:pt x="4165" y="216"/>
                    <a:pt x="3684" y="1"/>
                    <a:pt x="31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8" name="Google Shape;10388;p67"/>
          <p:cNvGrpSpPr/>
          <p:nvPr/>
        </p:nvGrpSpPr>
        <p:grpSpPr>
          <a:xfrm>
            <a:off x="7109755" y="3759535"/>
            <a:ext cx="399178" cy="399178"/>
            <a:chOff x="2038375" y="3798025"/>
            <a:chExt cx="841792" cy="841792"/>
          </a:xfrm>
        </p:grpSpPr>
        <p:sp>
          <p:nvSpPr>
            <p:cNvPr id="10389" name="Google Shape;10389;p67"/>
            <p:cNvSpPr/>
            <p:nvPr/>
          </p:nvSpPr>
          <p:spPr>
            <a:xfrm>
              <a:off x="2186646" y="3907135"/>
              <a:ext cx="545341" cy="623694"/>
            </a:xfrm>
            <a:custGeom>
              <a:avLst/>
              <a:gdLst/>
              <a:ahLst/>
              <a:cxnLst/>
              <a:rect l="l" t="t" r="r" b="b"/>
              <a:pathLst>
                <a:path w="182541" h="208768" extrusionOk="0">
                  <a:moveTo>
                    <a:pt x="124804" y="12232"/>
                  </a:moveTo>
                  <a:cubicBezTo>
                    <a:pt x="127609" y="36012"/>
                    <a:pt x="146529" y="54932"/>
                    <a:pt x="170308" y="57737"/>
                  </a:cubicBezTo>
                  <a:lnTo>
                    <a:pt x="170308" y="78353"/>
                  </a:lnTo>
                  <a:cubicBezTo>
                    <a:pt x="157261" y="77276"/>
                    <a:pt x="144865" y="72710"/>
                    <a:pt x="134166" y="65011"/>
                  </a:cubicBezTo>
                  <a:cubicBezTo>
                    <a:pt x="133084" y="64247"/>
                    <a:pt x="131821" y="63855"/>
                    <a:pt x="130560" y="63855"/>
                  </a:cubicBezTo>
                  <a:cubicBezTo>
                    <a:pt x="129615" y="63855"/>
                    <a:pt x="128671" y="64075"/>
                    <a:pt x="127805" y="64522"/>
                  </a:cubicBezTo>
                  <a:cubicBezTo>
                    <a:pt x="125750" y="65566"/>
                    <a:pt x="124478" y="67686"/>
                    <a:pt x="124478" y="69970"/>
                  </a:cubicBezTo>
                  <a:lnTo>
                    <a:pt x="124478" y="140429"/>
                  </a:lnTo>
                  <a:cubicBezTo>
                    <a:pt x="124478" y="171352"/>
                    <a:pt x="99295" y="196535"/>
                    <a:pt x="68339" y="196535"/>
                  </a:cubicBezTo>
                  <a:cubicBezTo>
                    <a:pt x="37383" y="196535"/>
                    <a:pt x="12233" y="171352"/>
                    <a:pt x="12233" y="140429"/>
                  </a:cubicBezTo>
                  <a:cubicBezTo>
                    <a:pt x="12233" y="111527"/>
                    <a:pt x="34153" y="87682"/>
                    <a:pt x="62239" y="84616"/>
                  </a:cubicBezTo>
                  <a:lnTo>
                    <a:pt x="62239" y="105330"/>
                  </a:lnTo>
                  <a:cubicBezTo>
                    <a:pt x="45505" y="108265"/>
                    <a:pt x="32751" y="122879"/>
                    <a:pt x="32751" y="140429"/>
                  </a:cubicBezTo>
                  <a:cubicBezTo>
                    <a:pt x="32751" y="160033"/>
                    <a:pt x="48702" y="176017"/>
                    <a:pt x="68339" y="176017"/>
                  </a:cubicBezTo>
                  <a:cubicBezTo>
                    <a:pt x="87976" y="176017"/>
                    <a:pt x="103927" y="160033"/>
                    <a:pt x="103927" y="140429"/>
                  </a:cubicBezTo>
                  <a:lnTo>
                    <a:pt x="103927" y="12232"/>
                  </a:lnTo>
                  <a:close/>
                  <a:moveTo>
                    <a:pt x="97827" y="0"/>
                  </a:moveTo>
                  <a:cubicBezTo>
                    <a:pt x="94435" y="0"/>
                    <a:pt x="91695" y="2740"/>
                    <a:pt x="91695" y="6133"/>
                  </a:cubicBezTo>
                  <a:lnTo>
                    <a:pt x="91695" y="140429"/>
                  </a:lnTo>
                  <a:cubicBezTo>
                    <a:pt x="91695" y="153313"/>
                    <a:pt x="81224" y="163784"/>
                    <a:pt x="68339" y="163784"/>
                  </a:cubicBezTo>
                  <a:cubicBezTo>
                    <a:pt x="55454" y="163784"/>
                    <a:pt x="44983" y="153313"/>
                    <a:pt x="44983" y="140429"/>
                  </a:cubicBezTo>
                  <a:cubicBezTo>
                    <a:pt x="44983" y="127544"/>
                    <a:pt x="55454" y="117040"/>
                    <a:pt x="68339" y="117040"/>
                  </a:cubicBezTo>
                  <a:cubicBezTo>
                    <a:pt x="71731" y="117040"/>
                    <a:pt x="74471" y="114300"/>
                    <a:pt x="74471" y="110940"/>
                  </a:cubicBezTo>
                  <a:lnTo>
                    <a:pt x="74471" y="78190"/>
                  </a:lnTo>
                  <a:cubicBezTo>
                    <a:pt x="74471" y="74797"/>
                    <a:pt x="71731" y="72057"/>
                    <a:pt x="68339" y="72057"/>
                  </a:cubicBezTo>
                  <a:cubicBezTo>
                    <a:pt x="30663" y="72057"/>
                    <a:pt x="0" y="102720"/>
                    <a:pt x="0" y="140429"/>
                  </a:cubicBezTo>
                  <a:cubicBezTo>
                    <a:pt x="0" y="178104"/>
                    <a:pt x="30663" y="208767"/>
                    <a:pt x="68339" y="208767"/>
                  </a:cubicBezTo>
                  <a:cubicBezTo>
                    <a:pt x="106047" y="208767"/>
                    <a:pt x="136710" y="178104"/>
                    <a:pt x="136710" y="140429"/>
                  </a:cubicBezTo>
                  <a:lnTo>
                    <a:pt x="136710" y="80963"/>
                  </a:lnTo>
                  <a:cubicBezTo>
                    <a:pt x="148877" y="87454"/>
                    <a:pt x="162414" y="90846"/>
                    <a:pt x="176441" y="90846"/>
                  </a:cubicBezTo>
                  <a:cubicBezTo>
                    <a:pt x="179801" y="90846"/>
                    <a:pt x="182541" y="88106"/>
                    <a:pt x="182541" y="84746"/>
                  </a:cubicBezTo>
                  <a:lnTo>
                    <a:pt x="182541" y="51963"/>
                  </a:lnTo>
                  <a:cubicBezTo>
                    <a:pt x="182541" y="48604"/>
                    <a:pt x="179801" y="45864"/>
                    <a:pt x="176441" y="45864"/>
                  </a:cubicBezTo>
                  <a:cubicBezTo>
                    <a:pt x="154520" y="45864"/>
                    <a:pt x="136710" y="28020"/>
                    <a:pt x="136710" y="6133"/>
                  </a:cubicBezTo>
                  <a:cubicBezTo>
                    <a:pt x="136710" y="2740"/>
                    <a:pt x="133970" y="0"/>
                    <a:pt x="130578" y="0"/>
                  </a:cubicBezTo>
                  <a:close/>
                </a:path>
              </a:pathLst>
            </a:custGeom>
            <a:solidFill>
              <a:schemeClr val="dk2"/>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7"/>
            <p:cNvSpPr/>
            <p:nvPr/>
          </p:nvSpPr>
          <p:spPr>
            <a:xfrm>
              <a:off x="2038375" y="3798025"/>
              <a:ext cx="841792" cy="841792"/>
            </a:xfrm>
            <a:custGeom>
              <a:avLst/>
              <a:gdLst/>
              <a:ahLst/>
              <a:cxnLst/>
              <a:rect l="l" t="t" r="r" b="b"/>
              <a:pathLst>
                <a:path w="19982" h="19982" extrusionOk="0">
                  <a:moveTo>
                    <a:pt x="17017" y="1172"/>
                  </a:moveTo>
                  <a:cubicBezTo>
                    <a:pt x="17990" y="1172"/>
                    <a:pt x="18812" y="1975"/>
                    <a:pt x="18812" y="2927"/>
                  </a:cubicBezTo>
                  <a:lnTo>
                    <a:pt x="18812" y="17017"/>
                  </a:lnTo>
                  <a:cubicBezTo>
                    <a:pt x="18812" y="17990"/>
                    <a:pt x="17990" y="18811"/>
                    <a:pt x="17017" y="18811"/>
                  </a:cubicBezTo>
                  <a:lnTo>
                    <a:pt x="2966" y="18811"/>
                  </a:lnTo>
                  <a:cubicBezTo>
                    <a:pt x="1993" y="18811"/>
                    <a:pt x="1172" y="17990"/>
                    <a:pt x="1172" y="17017"/>
                  </a:cubicBezTo>
                  <a:lnTo>
                    <a:pt x="1172" y="2927"/>
                  </a:lnTo>
                  <a:cubicBezTo>
                    <a:pt x="1172" y="1975"/>
                    <a:pt x="1993" y="1172"/>
                    <a:pt x="2966" y="1172"/>
                  </a:cubicBezTo>
                  <a:close/>
                  <a:moveTo>
                    <a:pt x="2966" y="1"/>
                  </a:moveTo>
                  <a:cubicBezTo>
                    <a:pt x="1349" y="1"/>
                    <a:pt x="1" y="1310"/>
                    <a:pt x="1" y="2927"/>
                  </a:cubicBezTo>
                  <a:lnTo>
                    <a:pt x="1" y="17015"/>
                  </a:lnTo>
                  <a:cubicBezTo>
                    <a:pt x="1" y="18636"/>
                    <a:pt x="1349" y="19982"/>
                    <a:pt x="2966" y="19982"/>
                  </a:cubicBezTo>
                  <a:lnTo>
                    <a:pt x="17017" y="19982"/>
                  </a:lnTo>
                  <a:cubicBezTo>
                    <a:pt x="18635" y="19982"/>
                    <a:pt x="19982" y="18634"/>
                    <a:pt x="19982" y="17015"/>
                  </a:cubicBezTo>
                  <a:lnTo>
                    <a:pt x="19982" y="2927"/>
                  </a:lnTo>
                  <a:cubicBezTo>
                    <a:pt x="19982" y="1310"/>
                    <a:pt x="18635" y="1"/>
                    <a:pt x="17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394"/>
        <p:cNvGrpSpPr/>
        <p:nvPr/>
      </p:nvGrpSpPr>
      <p:grpSpPr>
        <a:xfrm>
          <a:off x="0" y="0"/>
          <a:ext cx="0" cy="0"/>
          <a:chOff x="0" y="0"/>
          <a:chExt cx="0" cy="0"/>
        </a:xfrm>
      </p:grpSpPr>
      <p:pic>
        <p:nvPicPr>
          <p:cNvPr id="10395" name="Google Shape;10395;p68">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Data Migration Project Proposal by Slidesgo">
  <a:themeElements>
    <a:clrScheme name="Simple Light">
      <a:dk1>
        <a:srgbClr val="241160"/>
      </a:dk1>
      <a:lt1>
        <a:srgbClr val="FFFFFF"/>
      </a:lt1>
      <a:dk2>
        <a:srgbClr val="E2E4FC"/>
      </a:dk2>
      <a:lt2>
        <a:srgbClr val="8861F1"/>
      </a:lt2>
      <a:accent1>
        <a:srgbClr val="545EEA"/>
      </a:accent1>
      <a:accent2>
        <a:srgbClr val="0B9CDC"/>
      </a:accent2>
      <a:accent3>
        <a:srgbClr val="01CFE6"/>
      </a:accent3>
      <a:accent4>
        <a:srgbClr val="FFFFFF"/>
      </a:accent4>
      <a:accent5>
        <a:srgbClr val="FFFFFF"/>
      </a:accent5>
      <a:accent6>
        <a:srgbClr val="FFFFFF"/>
      </a:accent6>
      <a:hlink>
        <a:srgbClr val="24116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620</TotalTime>
  <Words>2045</Words>
  <Application>Microsoft Office PowerPoint</Application>
  <PresentationFormat>Diavetítés a képernyőre (16:9 oldalarány)</PresentationFormat>
  <Paragraphs>342</Paragraphs>
  <Slides>52</Slides>
  <Notes>49</Notes>
  <HiddenSlides>0</HiddenSlides>
  <MMClips>0</MMClips>
  <ScaleCrop>false</ScaleCrop>
  <HeadingPairs>
    <vt:vector size="6" baseType="variant">
      <vt:variant>
        <vt:lpstr>Használt betűtípusok</vt:lpstr>
      </vt:variant>
      <vt:variant>
        <vt:i4>13</vt:i4>
      </vt:variant>
      <vt:variant>
        <vt:lpstr>Téma</vt:lpstr>
      </vt:variant>
      <vt:variant>
        <vt:i4>2</vt:i4>
      </vt:variant>
      <vt:variant>
        <vt:lpstr>Diacímek</vt:lpstr>
      </vt:variant>
      <vt:variant>
        <vt:i4>52</vt:i4>
      </vt:variant>
    </vt:vector>
  </HeadingPairs>
  <TitlesOfParts>
    <vt:vector size="67" baseType="lpstr">
      <vt:lpstr>Roboto Medium</vt:lpstr>
      <vt:lpstr>Cairo</vt:lpstr>
      <vt:lpstr>Open Sans</vt:lpstr>
      <vt:lpstr>Nunito Light</vt:lpstr>
      <vt:lpstr>Amatic SC</vt:lpstr>
      <vt:lpstr>PT Sans</vt:lpstr>
      <vt:lpstr>Proxima Nova</vt:lpstr>
      <vt:lpstr>Calibri</vt:lpstr>
      <vt:lpstr>Arial</vt:lpstr>
      <vt:lpstr>Raleway</vt:lpstr>
      <vt:lpstr>Anaheim</vt:lpstr>
      <vt:lpstr>Space Grotesk Medium</vt:lpstr>
      <vt:lpstr>Space Grotesk</vt:lpstr>
      <vt:lpstr>Data Migration Project Proposal by Slidesgo</vt:lpstr>
      <vt:lpstr>Slidesgo Final Pages</vt:lpstr>
      <vt:lpstr>Telekom hálózata</vt:lpstr>
      <vt:lpstr>A csapat tagjai :</vt:lpstr>
      <vt:lpstr>Horváth Márk</vt:lpstr>
      <vt:lpstr>Braun Dénes</vt:lpstr>
      <vt:lpstr>Tőzsér Barnabás</vt:lpstr>
      <vt:lpstr>Szolgáltatásaink:</vt:lpstr>
      <vt:lpstr>Megbízás:</vt:lpstr>
      <vt:lpstr>Topológia</vt:lpstr>
      <vt:lpstr>PowerPoint-bemutató</vt:lpstr>
      <vt:lpstr>PowerPoint-bemutató</vt:lpstr>
      <vt:lpstr>HSRP – What is it? </vt:lpstr>
      <vt:lpstr>HSRP – How does it work?  </vt:lpstr>
      <vt:lpstr>In our network – telekom hálózata </vt:lpstr>
      <vt:lpstr>PowerPoint-bemutató</vt:lpstr>
      <vt:lpstr>PowerPoint-bemutató</vt:lpstr>
      <vt:lpstr>PowerPoint-bemutató</vt:lpstr>
      <vt:lpstr>PowerPoint-bemutató</vt:lpstr>
      <vt:lpstr>PowerPoint-bemutató</vt:lpstr>
      <vt:lpstr>Resources</vt:lpstr>
      <vt:lpstr>Cégünkről:</vt:lpstr>
      <vt:lpstr>Budget</vt:lpstr>
      <vt:lpstr>200 units</vt:lpstr>
      <vt:lpstr>10 million</vt:lpstr>
      <vt:lpstr>Project data</vt:lpstr>
      <vt:lpstr>Project activities</vt:lpstr>
      <vt:lpstr>What to show in a mockup</vt:lpstr>
      <vt:lpstr>Project timeline</vt:lpstr>
      <vt:lpstr>Project roadmap</vt:lpstr>
      <vt:lpstr>Photo showcase</vt:lpstr>
      <vt:lpstr>Project expenses</vt:lpstr>
      <vt:lpstr>KPI dashboard</vt:lpstr>
      <vt:lpstr>Thanks!</vt:lpstr>
      <vt:lpstr>Alternative resources</vt:lpstr>
      <vt:lpstr>Resources</vt:lpstr>
      <vt:lpstr>Instructions for use</vt:lpstr>
      <vt:lpstr>Instructions for use (premium users)</vt:lpstr>
      <vt:lpstr>Fonts &amp; colors used</vt:lpstr>
      <vt:lpstr>Storyset</vt:lpstr>
      <vt:lpstr>Use our editable graphic resources...</vt:lpstr>
      <vt:lpstr>PowerPoint-bemutató</vt:lpstr>
      <vt:lpstr>PowerPoint-bemutató</vt:lpstr>
      <vt:lpstr>PowerPoint-bemutató</vt:lpstr>
      <vt:lpstr>PowerPoint-bemutató</vt:lpstr>
      <vt:lpstr>PowerPoint-bemutató</vt:lpstr>
      <vt:lpstr>...and our sets of editable icons</vt:lpstr>
      <vt:lpstr>Educational Icons</vt:lpstr>
      <vt:lpstr>Business Icons</vt:lpstr>
      <vt:lpstr>Help &amp; Support Icons</vt:lpstr>
      <vt:lpstr>Creative Process Icons</vt:lpstr>
      <vt:lpstr>Nature Icons</vt:lpstr>
      <vt:lpstr>SEO &amp; Marketing Icons</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Barnabás</dc:creator>
  <cp:lastModifiedBy>Marco Horvath</cp:lastModifiedBy>
  <cp:revision>28</cp:revision>
  <dcterms:modified xsi:type="dcterms:W3CDTF">2026-03-27T08:09:24Z</dcterms:modified>
</cp:coreProperties>
</file>