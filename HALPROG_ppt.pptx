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9"/>
  </p:notesMasterIdLst>
  <p:handoutMasterIdLst>
    <p:handoutMasterId r:id="rId10"/>
  </p:handoutMasterIdLst>
  <p:sldIdLst>
    <p:sldId id="256" r:id="rId2"/>
    <p:sldId id="260" r:id="rId3"/>
    <p:sldId id="262" r:id="rId4"/>
    <p:sldId id="297" r:id="rId5"/>
    <p:sldId id="299" r:id="rId6"/>
    <p:sldId id="298" r:id="rId7"/>
    <p:sldId id="258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799B01-314C-49CC-DB20-C95367B9D319}" name="Cristina Gutiérrez Jiménez" initials="CGJ" userId="S::cgutierrez@freepikco.onmicrosoft.com::9b066b6f-0938-49e6-9aab-2bba891a0f35" providerId="AD"/>
  <p188:author id="{1D697F11-E857-4E9B-674F-30490533E613}" name="Rubén Martín Sánchez" initials="RMS" userId="S::rmartin@freepikco.onmicrosoft.com::99c76c5c-dbd8-45dc-86f7-d64d860af3f1" providerId="AD"/>
  <p188:author id="{5EBDB1DB-79A8-947B-9063-5F17B44521F2}" name="Ruben Martin Sanchez" initials="RMS" userId="e84aa1c1e377097e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bén Martín Sánchez" initials="RMS" lastIdx="1" clrIdx="0">
    <p:extLst>
      <p:ext uri="{19B8F6BF-5375-455C-9EA6-DF929625EA0E}">
        <p15:presenceInfo xmlns:p15="http://schemas.microsoft.com/office/powerpoint/2012/main" userId="S::rmartin@freepikco.onmicrosoft.com::99c76c5c-dbd8-45dc-86f7-d64d860af3f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5"/>
    <a:srgbClr val="1FD81A"/>
    <a:srgbClr val="6E6EE3"/>
    <a:srgbClr val="ABB2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03" autoAdjust="0"/>
    <p:restoredTop sz="94923" autoAdjust="0"/>
  </p:normalViewPr>
  <p:slideViewPr>
    <p:cSldViewPr snapToGrid="0" showGuides="1">
      <p:cViewPr varScale="1">
        <p:scale>
          <a:sx n="68" d="100"/>
          <a:sy n="68" d="100"/>
        </p:scale>
        <p:origin x="125" y="864"/>
      </p:cViewPr>
      <p:guideLst/>
    </p:cSldViewPr>
  </p:slideViewPr>
  <p:outlineViewPr>
    <p:cViewPr>
      <p:scale>
        <a:sx n="33" d="100"/>
        <a:sy n="33" d="100"/>
      </p:scale>
      <p:origin x="0" y="-4212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44CE5F-8C67-4FAF-8028-D7E4D9E68E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5FEFD1-CE04-4DD5-B7A6-850528A659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5D52F-4D70-4ABC-9288-F02DCCAE4BCC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DBEB01-979F-48E4-9ACE-54ADD5DEEA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EB7EF0-09B9-4C7B-AB0B-0658505687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024A2-BD8A-4BA8-81EA-257AEFDC38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32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882FA-E089-4F52-A849-EBE0D5110C96}" type="datetimeFigureOut">
              <a:rPr lang="es-ES" smtClean="0"/>
              <a:t>25/02/2026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A0A34-6EB3-43B1-A1D1-0839AFA3F5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30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19443"/>
            <a:ext cx="6858000" cy="1120762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09261"/>
            <a:ext cx="6858000" cy="351388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2300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C3CF40CD-F3C0-4BE5-8708-0140F7FBD5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4" b="1778"/>
          <a:stretch/>
        </p:blipFill>
        <p:spPr>
          <a:xfrm rot="16200000" flipH="1">
            <a:off x="3845891" y="246049"/>
            <a:ext cx="5544158" cy="50520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2838951"/>
            <a:ext cx="7696200" cy="648552"/>
          </a:xfrm>
        </p:spPr>
        <p:txBody>
          <a:bodyPr anchor="b">
            <a:noAutofit/>
          </a:bodyPr>
          <a:lstStyle>
            <a:lvl1pPr algn="ctr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3578296"/>
            <a:ext cx="7696200" cy="273224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FEA4E8-678D-4279-BA7C-4E624B9ABEB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839183" y="1575249"/>
            <a:ext cx="1465634" cy="729300"/>
          </a:xfrm>
        </p:spPr>
        <p:txBody>
          <a:bodyPr>
            <a:noAutofit/>
          </a:bodyPr>
          <a:lstStyle>
            <a:lvl1pPr marL="0" indent="0" algn="ctr">
              <a:buNone/>
              <a:defRPr sz="5000">
                <a:solidFill>
                  <a:schemeClr val="tx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539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od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Space Mono" panose="020005090400000200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Raleway" pitchFamily="2" charset="0"/>
              </a:defRPr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59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B0063E62-E94E-4148-BB62-02A0598CD6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6" b="13804"/>
          <a:stretch/>
        </p:blipFill>
        <p:spPr>
          <a:xfrm flipH="1">
            <a:off x="5267893" y="2123887"/>
            <a:ext cx="3876107" cy="30196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2756" y="3404144"/>
            <a:ext cx="2847262" cy="942679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3980" y="3404144"/>
            <a:ext cx="2847266" cy="942679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47D2E8C-1B66-4B58-9E61-419F96DF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7D406E-515A-4F43-9A01-A05A4C6D192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39088" y="2900433"/>
            <a:ext cx="3434598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5C9BD97-A085-490E-8875-69685121698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870314" y="2900433"/>
            <a:ext cx="3434600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29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Space Mono" panose="020005090400000200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81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F7DF3-02F3-41BF-A060-159BA21B5D0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3900" y="2167246"/>
            <a:ext cx="4224183" cy="2423285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58967345-DB07-428F-8914-C3F421A8A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49"/>
            <a:ext cx="4224183" cy="1335727"/>
          </a:xfrm>
        </p:spPr>
        <p:txBody>
          <a:bodyPr>
            <a:noAutofit/>
          </a:bodyPr>
          <a:lstStyle>
            <a:lvl1pPr algn="l">
              <a:defRPr sz="35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746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oi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809043F-2CB1-4697-ADC0-1A4B5CEE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43260"/>
            <a:ext cx="7886700" cy="26569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478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descri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55245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175260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80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973393"/>
            <a:ext cx="3354030" cy="1550425"/>
          </a:xfrm>
        </p:spPr>
        <p:txBody>
          <a:bodyPr anchor="b"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744140"/>
            <a:ext cx="384810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713238"/>
            <a:ext cx="3354030" cy="112134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437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38118C-7525-42C5-83E9-64911118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148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631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four colum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3207F-3A99-479A-8D98-54FCC6B2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EFF7-90E2-431F-8E31-BA0CE4C55B2F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ABC894-7C47-47FE-979B-D1600C3F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3D13E-9C06-4F32-B4E5-20DCCDD9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CEFFA-EA14-4325-A0F4-7973582784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E1A90284-BB8E-44FF-BAF3-4210A062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pace Mono" panose="020005090400000200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4EB6436-7B2F-4CF4-A7B3-637707BBD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0" y="2268166"/>
            <a:ext cx="2382370" cy="392482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B9F2CB4-854C-4A2D-8E5A-AE2CAEDF36C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23900" y="1878288"/>
            <a:ext cx="2382370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2445460-6BB8-4584-BBAD-2A746E4E886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530956" y="1322702"/>
            <a:ext cx="768258" cy="392482"/>
          </a:xfrm>
        </p:spPr>
        <p:txBody>
          <a:bodyPr>
            <a:noAutofit/>
          </a:bodyPr>
          <a:lstStyle>
            <a:lvl1pPr marL="0" indent="0" algn="ctr">
              <a:buNone/>
              <a:defRPr sz="2500">
                <a:solidFill>
                  <a:schemeClr val="tx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D50625D-D1D2-4BED-A57E-AF2558964A5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380814" y="2268166"/>
            <a:ext cx="2382371" cy="392482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B24D4A-24D4-4C19-B8E4-B7B34D055A2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380814" y="1878288"/>
            <a:ext cx="2382371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F97CD13-C2D8-4DF9-B701-0C88073DB5E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212582" y="1322702"/>
            <a:ext cx="718836" cy="392482"/>
          </a:xfrm>
        </p:spPr>
        <p:txBody>
          <a:bodyPr>
            <a:noAutofit/>
          </a:bodyPr>
          <a:lstStyle>
            <a:lvl1pPr marL="0" indent="0" algn="ctr">
              <a:buNone/>
              <a:defRPr sz="2500">
                <a:solidFill>
                  <a:schemeClr val="tx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529610B-4413-481B-B9E0-8FEBA647F1CE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380812" y="4038514"/>
            <a:ext cx="2382371" cy="392482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9E34447-83CD-4552-9429-F4C44AEEADE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380812" y="3648636"/>
            <a:ext cx="2382371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D68B7FF-8382-40DA-B2CD-B737321134AF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212580" y="3102892"/>
            <a:ext cx="718836" cy="392482"/>
          </a:xfrm>
        </p:spPr>
        <p:txBody>
          <a:bodyPr>
            <a:noAutofit/>
          </a:bodyPr>
          <a:lstStyle>
            <a:lvl1pPr marL="0" indent="0" algn="ctr">
              <a:buNone/>
              <a:defRPr sz="2500">
                <a:solidFill>
                  <a:schemeClr val="tx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1443ACC-3C2E-43B1-9C41-F1B650BA568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23900" y="4038514"/>
            <a:ext cx="2382370" cy="392482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307829D-4950-496A-B2D0-D6A3A027FF4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723900" y="3648636"/>
            <a:ext cx="2382370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A44834D-2338-486D-8D4E-217E192CEA8D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1530956" y="3102892"/>
            <a:ext cx="768258" cy="392482"/>
          </a:xfrm>
        </p:spPr>
        <p:txBody>
          <a:bodyPr>
            <a:noAutofit/>
          </a:bodyPr>
          <a:lstStyle>
            <a:lvl1pPr marL="0" indent="0" algn="ctr">
              <a:buNone/>
              <a:defRPr sz="2500">
                <a:solidFill>
                  <a:schemeClr val="tx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5A5E3BD-D36D-462B-9931-D9195B69015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037729" y="2268166"/>
            <a:ext cx="2382371" cy="392482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1EAF7C4-F68C-4E82-B6FB-632C5315F16C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037729" y="1878288"/>
            <a:ext cx="2382371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CD37443-42DE-4EB8-B028-2A4A05A5441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844785" y="1337629"/>
            <a:ext cx="768260" cy="392482"/>
          </a:xfrm>
        </p:spPr>
        <p:txBody>
          <a:bodyPr>
            <a:noAutofit/>
          </a:bodyPr>
          <a:lstStyle>
            <a:lvl1pPr marL="0" indent="0" algn="ctr">
              <a:buNone/>
              <a:defRPr sz="2500">
                <a:solidFill>
                  <a:schemeClr val="tx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3ED8247-8A60-4F97-9516-3B9C037C6EE7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037727" y="4038514"/>
            <a:ext cx="2382371" cy="392482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DEF99B9-D30D-41AE-B8A8-8B2890B30583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6037727" y="3648636"/>
            <a:ext cx="2382371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F6ABCAC-9A16-43FC-8462-46F5D05EA130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6844783" y="3098134"/>
            <a:ext cx="768260" cy="392482"/>
          </a:xfrm>
        </p:spPr>
        <p:txBody>
          <a:bodyPr>
            <a:noAutofit/>
          </a:bodyPr>
          <a:lstStyle>
            <a:lvl1pPr marL="0" indent="0" algn="ctr">
              <a:buNone/>
              <a:defRPr sz="2500">
                <a:solidFill>
                  <a:schemeClr val="tx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1371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hree colum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16C9-25F2-4E9A-9F78-0530A54C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5ED5E6-9651-4767-9A5B-CB3879448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925" y="3375245"/>
            <a:ext cx="2444540" cy="591377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AEA3490-67CC-4B49-867B-59A5F0527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60177" y="3375245"/>
            <a:ext cx="2444540" cy="591377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44A65C1-537A-49EC-B360-2884C343A26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07029" y="2915611"/>
            <a:ext cx="2266333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A576A6E-6F7A-44AB-90FE-92E4056E8F3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449281" y="2913933"/>
            <a:ext cx="2266333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ABFA7B1-3F38-4BB3-990D-E15E1AAD471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902429" y="3375245"/>
            <a:ext cx="2444540" cy="591377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0E1E2C2-B2A4-4196-9BED-46BB448A9BB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991533" y="2909783"/>
            <a:ext cx="2266333" cy="392482"/>
          </a:xfrm>
        </p:spPr>
        <p:txBody>
          <a:bodyPr>
            <a:no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  <a:latin typeface="Space Mono" panose="02000509040000020004" pitchFamily="49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713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tle only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F3F980-8238-4F11-A848-62E76B22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EFF7-90E2-431F-8E31-BA0CE4C55B2F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F08DDD-1203-48E6-A5A3-4A526A74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6166B5-206E-42C4-9A86-357F83C3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CEFFA-EA14-4325-A0F4-7973582784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3BAD85-7EEE-48DB-AA7B-3D5AF2BC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pace Mono" panose="020005090400000200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3150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tle only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F3F980-8238-4F11-A848-62E76B22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EFF7-90E2-431F-8E31-BA0CE4C55B2F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F08DDD-1203-48E6-A5A3-4A526A74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6166B5-206E-42C4-9A86-357F83C3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CEFFA-EA14-4325-A0F4-7973582784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3BAD85-7EEE-48DB-AA7B-3D5AF2BC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pace Mono" panose="020005090400000200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6690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022307C-D1BA-4FEF-809E-8A95C9EBD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EFF7-90E2-431F-8E31-BA0CE4C55B2F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B13404-378A-4961-A564-2DBFEA60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1596C8-8C93-4309-981A-9C71361D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CEFFA-EA14-4325-A0F4-7973582784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665872-762E-4CFE-832B-CFA1A2014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pace Mono" panose="020005090400000200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132BA63-80E7-4035-9BA9-1B7B57FE9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268017"/>
            <a:ext cx="7696200" cy="332303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Raleway" pitchFamily="2" charset="0"/>
              </a:defRPr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017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3EFF7-90E2-431F-8E31-BA0CE4C55B2F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CEFFA-EA14-4325-A0F4-7973582784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4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5" r:id="rId3"/>
    <p:sldLayoutId id="2147483667" r:id="rId4"/>
    <p:sldLayoutId id="2147483669" r:id="rId5"/>
    <p:sldLayoutId id="2147483676" r:id="rId6"/>
    <p:sldLayoutId id="2147483658" r:id="rId7"/>
    <p:sldLayoutId id="2147483671" r:id="rId8"/>
    <p:sldLayoutId id="2147483672" r:id="rId9"/>
    <p:sldLayoutId id="2147483659" r:id="rId10"/>
    <p:sldLayoutId id="2147483670" r:id="rId11"/>
    <p:sldLayoutId id="2147483675" r:id="rId12"/>
    <p:sldLayoutId id="2147483677" r:id="rId13"/>
    <p:sldLayoutId id="2147483679" r:id="rId14"/>
    <p:sldLayoutId id="2147483680" r:id="rId15"/>
    <p:sldLayoutId id="2147483681" r:id="rId16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bg1"/>
          </a:solidFill>
          <a:latin typeface="Space Mono" panose="02000509040000020004" pitchFamily="49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Raleway" pitchFamily="2" charset="0"/>
          <a:ea typeface="Roboto" panose="02000000000000000000" pitchFamily="2" charset="0"/>
          <a:cs typeface="Raleway" pitchFamily="2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Raleway" pitchFamily="2" charset="0"/>
          <a:ea typeface="Roboto" panose="02000000000000000000" pitchFamily="2" charset="0"/>
          <a:cs typeface="Raleway" pitchFamily="2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Raleway" pitchFamily="2" charset="0"/>
          <a:ea typeface="Roboto" panose="02000000000000000000" pitchFamily="2" charset="0"/>
          <a:cs typeface="Raleway" pitchFamily="2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Raleway" pitchFamily="2" charset="0"/>
          <a:ea typeface="Roboto" panose="02000000000000000000" pitchFamily="2" charset="0"/>
          <a:cs typeface="Raleway" pitchFamily="2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Raleway" pitchFamily="2" charset="0"/>
          <a:ea typeface="Roboto" panose="02000000000000000000" pitchFamily="2" charset="0"/>
          <a:cs typeface="Raleway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BE0-30E7-49E4-A816-DCA7EB661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4399" y="1115008"/>
            <a:ext cx="5295202" cy="1521406"/>
          </a:xfrm>
        </p:spPr>
        <p:txBody>
          <a:bodyPr/>
          <a:lstStyle/>
          <a:p>
            <a:r>
              <a:rPr lang="hu-HU" sz="4800" dirty="0"/>
              <a:t>Hálózat programozás projekt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0CBEA-0FC4-4517-9DF7-3E1CB1F77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4399" y="2704641"/>
            <a:ext cx="4908062" cy="351388"/>
          </a:xfrm>
        </p:spPr>
        <p:txBody>
          <a:bodyPr/>
          <a:lstStyle/>
          <a:p>
            <a:r>
              <a:rPr lang="hu-HU" dirty="0" err="1">
                <a:latin typeface="Raleway" pitchFamily="2" charset="0"/>
              </a:rPr>
              <a:t>Netconf</a:t>
            </a:r>
            <a:r>
              <a:rPr lang="hu-HU" dirty="0">
                <a:latin typeface="Raleway" pitchFamily="2" charset="0"/>
              </a:rPr>
              <a:t> lekérdezés</a:t>
            </a:r>
            <a:endParaRPr lang="en-US" dirty="0">
              <a:latin typeface="Raleway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D840BE-8B09-4413-9549-168E70C5A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90" y="484122"/>
            <a:ext cx="845820" cy="68328"/>
          </a:xfrm>
          <a:prstGeom prst="rect">
            <a:avLst/>
          </a:prstGeom>
        </p:spPr>
      </p:pic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E069FE39-9AFF-4E56-B3BB-5BAB5B045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178072" y="746473"/>
            <a:ext cx="3322320" cy="880771"/>
          </a:xfrm>
          <a:prstGeom prst="rect">
            <a:avLst/>
          </a:prstGeom>
        </p:spPr>
      </p:pic>
      <p:pic>
        <p:nvPicPr>
          <p:cNvPr id="7" name="Imagen 6" descr="Una estrella de color negro&#10;&#10;Descripción generada automáticamente con confianza baja">
            <a:extLst>
              <a:ext uri="{FF2B5EF4-FFF2-40B4-BE49-F238E27FC236}">
                <a16:creationId xmlns:a16="http://schemas.microsoft.com/office/drawing/2014/main" id="{97CE9324-0A66-40D5-9B2B-2B328B7F3D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759837">
            <a:off x="7713280" y="2789084"/>
            <a:ext cx="1413641" cy="2201746"/>
          </a:xfrm>
          <a:prstGeom prst="rect">
            <a:avLst/>
          </a:prstGeom>
        </p:spPr>
      </p:pic>
      <p:pic>
        <p:nvPicPr>
          <p:cNvPr id="8" name="Imagen 7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138275C3-D8AB-4EA7-B0E9-C22A9EADE7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32696" y="2772303"/>
            <a:ext cx="2911304" cy="238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27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5792E-BEB6-420E-8DA4-EB674E429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8204" y="1523975"/>
            <a:ext cx="4396740" cy="2617470"/>
          </a:xfrm>
        </p:spPr>
        <p:txBody>
          <a:bodyPr anchor="ctr">
            <a:noAutofit/>
          </a:bodyPr>
          <a:lstStyle/>
          <a:p>
            <a:r>
              <a:rPr lang="hu-HU" sz="1600" dirty="0" err="1"/>
              <a:t>Routing</a:t>
            </a:r>
            <a:r>
              <a:rPr lang="hu-HU" sz="1600" dirty="0"/>
              <a:t> információk lekérdezése NETCONF segítségével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1600" dirty="0"/>
              <a:t>Cisco </a:t>
            </a:r>
            <a:r>
              <a:rPr lang="hu-HU" sz="1600" dirty="0" err="1"/>
              <a:t>Catalyst</a:t>
            </a:r>
            <a:r>
              <a:rPr lang="hu-HU" sz="1600" dirty="0"/>
              <a:t> 8000 eszköz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1600" dirty="0"/>
              <a:t>NETCONF protokoll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1600" dirty="0"/>
              <a:t>Python automatizálás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1600" dirty="0"/>
              <a:t>XML adatmentés</a:t>
            </a:r>
            <a:endParaRPr lang="en-US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53A5D8-3B98-4BE7-8334-478BB8EE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4293870" cy="1322070"/>
          </a:xfrm>
        </p:spPr>
        <p:txBody>
          <a:bodyPr>
            <a:normAutofit/>
          </a:bodyPr>
          <a:lstStyle/>
          <a:p>
            <a:r>
              <a:rPr lang="hu-HU" dirty="0"/>
              <a:t>Hálózatprogramozás</a:t>
            </a: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F9A46EA-C36C-44E3-8D64-B85A0EE79C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83" r="24986"/>
          <a:stretch/>
        </p:blipFill>
        <p:spPr>
          <a:xfrm>
            <a:off x="5264945" y="0"/>
            <a:ext cx="3879056" cy="5143500"/>
          </a:xfrm>
          <a:prstGeom prst="rect">
            <a:avLst/>
          </a:prstGeom>
        </p:spPr>
      </p:pic>
      <p:pic>
        <p:nvPicPr>
          <p:cNvPr id="13" name="Imagen 12" descr="Forma&#10;&#10;Descripción generada automáticamente">
            <a:extLst>
              <a:ext uri="{FF2B5EF4-FFF2-40B4-BE49-F238E27FC236}">
                <a16:creationId xmlns:a16="http://schemas.microsoft.com/office/drawing/2014/main" id="{67EB3FFE-939D-44B7-8F1A-9FA917F268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376192" y="3988592"/>
            <a:ext cx="3322320" cy="880771"/>
          </a:xfrm>
          <a:prstGeom prst="rect">
            <a:avLst/>
          </a:prstGeom>
        </p:spPr>
      </p:pic>
      <p:pic>
        <p:nvPicPr>
          <p:cNvPr id="15" name="Imagen 14" descr="Una estrella de color negro&#10;&#10;Descripción generada automáticamente con confianza baja">
            <a:extLst>
              <a:ext uri="{FF2B5EF4-FFF2-40B4-BE49-F238E27FC236}">
                <a16:creationId xmlns:a16="http://schemas.microsoft.com/office/drawing/2014/main" id="{62717050-0D14-4D02-AACE-8D44DABEF9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759837">
            <a:off x="5368663" y="872705"/>
            <a:ext cx="1413641" cy="2201746"/>
          </a:xfrm>
          <a:prstGeom prst="rect">
            <a:avLst/>
          </a:prstGeom>
        </p:spPr>
      </p:pic>
      <p:pic>
        <p:nvPicPr>
          <p:cNvPr id="11" name="Imagen 10" descr="Forma, Círculo&#10;&#10;Descripción generada automáticamente">
            <a:extLst>
              <a:ext uri="{FF2B5EF4-FFF2-40B4-BE49-F238E27FC236}">
                <a16:creationId xmlns:a16="http://schemas.microsoft.com/office/drawing/2014/main" id="{1DA8C562-3E80-40E2-A1C7-475F44FAD18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06" b="46362"/>
          <a:stretch/>
        </p:blipFill>
        <p:spPr>
          <a:xfrm>
            <a:off x="6716556" y="2384638"/>
            <a:ext cx="2427444" cy="275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86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880D46-5EAE-45C7-BE76-5AF3DE03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91681" y="95160"/>
            <a:ext cx="7696200" cy="715566"/>
          </a:xfrm>
        </p:spPr>
        <p:txBody>
          <a:bodyPr/>
          <a:lstStyle/>
          <a:p>
            <a:r>
              <a:rPr lang="hu-HU" dirty="0"/>
              <a:t>A projekt célja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BE4FF4A-BAA5-4B25-ACE6-07A823BC9BE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27645" y="3218919"/>
            <a:ext cx="4012527" cy="392482"/>
          </a:xfrm>
        </p:spPr>
        <p:txBody>
          <a:bodyPr/>
          <a:lstStyle/>
          <a:p>
            <a:r>
              <a:rPr lang="hu-HU" dirty="0"/>
              <a:t>Python script alkalmazása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4F1E6C2-1D39-471C-ABC2-A396A3C50843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01820" y="4244895"/>
            <a:ext cx="5764690" cy="392482"/>
          </a:xfrm>
        </p:spPr>
        <p:txBody>
          <a:bodyPr/>
          <a:lstStyle/>
          <a:p>
            <a:r>
              <a:rPr lang="hu-HU" dirty="0"/>
              <a:t>Adatok mentése XML fájlba lokálisan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AD6E839-67DE-4B27-B1FF-6422C5169203}"/>
              </a:ext>
            </a:extLst>
          </p:cNvPr>
          <p:cNvSpPr/>
          <p:nvPr/>
        </p:nvSpPr>
        <p:spPr>
          <a:xfrm>
            <a:off x="138966" y="2993553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2D3DEA8-E3DE-42D5-94DC-28B174FC9A1E}"/>
              </a:ext>
            </a:extLst>
          </p:cNvPr>
          <p:cNvSpPr/>
          <p:nvPr/>
        </p:nvSpPr>
        <p:spPr>
          <a:xfrm>
            <a:off x="138966" y="4028774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8" name="Imagen 47" descr="Forma&#10;&#10;Descripción generada automáticamente">
            <a:extLst>
              <a:ext uri="{FF2B5EF4-FFF2-40B4-BE49-F238E27FC236}">
                <a16:creationId xmlns:a16="http://schemas.microsoft.com/office/drawing/2014/main" id="{D0FB59F8-C59F-4D5C-98B2-B2B621383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781772" y="280775"/>
            <a:ext cx="3322320" cy="880771"/>
          </a:xfrm>
          <a:prstGeom prst="rect">
            <a:avLst/>
          </a:prstGeom>
        </p:spPr>
      </p:pic>
      <p:sp>
        <p:nvSpPr>
          <p:cNvPr id="54" name="Text Placeholder 11">
            <a:extLst>
              <a:ext uri="{FF2B5EF4-FFF2-40B4-BE49-F238E27FC236}">
                <a16:creationId xmlns:a16="http://schemas.microsoft.com/office/drawing/2014/main" id="{AFB4F795-D96E-D28F-F240-E26533A795B4}"/>
              </a:ext>
            </a:extLst>
          </p:cNvPr>
          <p:cNvSpPr txBox="1">
            <a:spLocks/>
          </p:cNvSpPr>
          <p:nvPr/>
        </p:nvSpPr>
        <p:spPr>
          <a:xfrm>
            <a:off x="1127381" y="1179110"/>
            <a:ext cx="6087943" cy="39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300" kern="1200">
                <a:solidFill>
                  <a:schemeClr val="bg1"/>
                </a:solidFill>
                <a:latin typeface="Space Mono" panose="02000509040000020004" pitchFamily="49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 err="1"/>
              <a:t>Routing</a:t>
            </a:r>
            <a:r>
              <a:rPr lang="hu-HU" dirty="0"/>
              <a:t> információk automatikus lekérdezése</a:t>
            </a:r>
            <a:endParaRPr lang="en-US" dirty="0"/>
          </a:p>
        </p:txBody>
      </p:sp>
      <p:sp>
        <p:nvSpPr>
          <p:cNvPr id="56" name="Text Placeholder 13">
            <a:extLst>
              <a:ext uri="{FF2B5EF4-FFF2-40B4-BE49-F238E27FC236}">
                <a16:creationId xmlns:a16="http://schemas.microsoft.com/office/drawing/2014/main" id="{CDD79B1A-4D1A-A318-A95F-068A03683116}"/>
              </a:ext>
            </a:extLst>
          </p:cNvPr>
          <p:cNvSpPr txBox="1">
            <a:spLocks/>
          </p:cNvSpPr>
          <p:nvPr/>
        </p:nvSpPr>
        <p:spPr>
          <a:xfrm>
            <a:off x="601820" y="2144607"/>
            <a:ext cx="5201672" cy="39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300" kern="1200">
                <a:solidFill>
                  <a:schemeClr val="bg1"/>
                </a:solidFill>
                <a:latin typeface="Space Mono" panose="02000509040000020004" pitchFamily="49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NETCONF protokoll használata</a:t>
            </a:r>
            <a:endParaRPr lang="en-US" dirty="0"/>
          </a:p>
        </p:txBody>
      </p:sp>
      <p:sp>
        <p:nvSpPr>
          <p:cNvPr id="57" name="Rectángulo 15">
            <a:extLst>
              <a:ext uri="{FF2B5EF4-FFF2-40B4-BE49-F238E27FC236}">
                <a16:creationId xmlns:a16="http://schemas.microsoft.com/office/drawing/2014/main" id="{AF51C78F-62A4-7A30-C88B-AE7E47885B93}"/>
              </a:ext>
            </a:extLst>
          </p:cNvPr>
          <p:cNvSpPr/>
          <p:nvPr/>
        </p:nvSpPr>
        <p:spPr>
          <a:xfrm>
            <a:off x="138966" y="969725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Rectángulo 16">
            <a:extLst>
              <a:ext uri="{FF2B5EF4-FFF2-40B4-BE49-F238E27FC236}">
                <a16:creationId xmlns:a16="http://schemas.microsoft.com/office/drawing/2014/main" id="{C00AEB09-3C30-FABE-8EF9-81034BFB4887}"/>
              </a:ext>
            </a:extLst>
          </p:cNvPr>
          <p:cNvSpPr/>
          <p:nvPr/>
        </p:nvSpPr>
        <p:spPr>
          <a:xfrm>
            <a:off x="138966" y="1981639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Forma libre: forma 17">
            <a:extLst>
              <a:ext uri="{FF2B5EF4-FFF2-40B4-BE49-F238E27FC236}">
                <a16:creationId xmlns:a16="http://schemas.microsoft.com/office/drawing/2014/main" id="{CE397365-ED9F-D2B1-A659-E7ECBF36C4C2}"/>
              </a:ext>
            </a:extLst>
          </p:cNvPr>
          <p:cNvSpPr/>
          <p:nvPr/>
        </p:nvSpPr>
        <p:spPr>
          <a:xfrm>
            <a:off x="413279" y="2223991"/>
            <a:ext cx="377082" cy="377109"/>
          </a:xfrm>
          <a:custGeom>
            <a:avLst/>
            <a:gdLst>
              <a:gd name="connsiteX0" fmla="*/ 349120 w 377082"/>
              <a:gd name="connsiteY0" fmla="*/ 300707 h 377109"/>
              <a:gd name="connsiteX1" fmla="*/ 349120 w 377082"/>
              <a:gd name="connsiteY1" fmla="*/ 247027 h 377109"/>
              <a:gd name="connsiteX2" fmla="*/ 199584 w 377082"/>
              <a:gd name="connsiteY2" fmla="*/ 247027 h 377109"/>
              <a:gd name="connsiteX3" fmla="*/ 199584 w 377082"/>
              <a:gd name="connsiteY3" fmla="*/ 217050 h 377109"/>
              <a:gd name="connsiteX4" fmla="*/ 299630 w 377082"/>
              <a:gd name="connsiteY4" fmla="*/ 217050 h 377109"/>
              <a:gd name="connsiteX5" fmla="*/ 361125 w 377082"/>
              <a:gd name="connsiteY5" fmla="*/ 155681 h 377109"/>
              <a:gd name="connsiteX6" fmla="*/ 309962 w 377082"/>
              <a:gd name="connsiteY6" fmla="*/ 95050 h 377109"/>
              <a:gd name="connsiteX7" fmla="*/ 228389 w 377082"/>
              <a:gd name="connsiteY7" fmla="*/ 38882 h 377109"/>
              <a:gd name="connsiteX8" fmla="*/ 218274 w 377082"/>
              <a:gd name="connsiteY8" fmla="*/ 41538 h 377109"/>
              <a:gd name="connsiteX9" fmla="*/ 97320 w 377082"/>
              <a:gd name="connsiteY9" fmla="*/ 13213 h 377109"/>
              <a:gd name="connsiteX10" fmla="*/ 56370 w 377082"/>
              <a:gd name="connsiteY10" fmla="*/ 97874 h 377109"/>
              <a:gd name="connsiteX11" fmla="*/ 19763 w 377082"/>
              <a:gd name="connsiteY11" fmla="*/ 176686 h 377109"/>
              <a:gd name="connsiteX12" fmla="*/ 77445 w 377082"/>
              <a:gd name="connsiteY12" fmla="*/ 217029 h 377109"/>
              <a:gd name="connsiteX13" fmla="*/ 177491 w 377082"/>
              <a:gd name="connsiteY13" fmla="*/ 217029 h 377109"/>
              <a:gd name="connsiteX14" fmla="*/ 177491 w 377082"/>
              <a:gd name="connsiteY14" fmla="*/ 247006 h 377109"/>
              <a:gd name="connsiteX15" fmla="*/ 27962 w 377082"/>
              <a:gd name="connsiteY15" fmla="*/ 247006 h 377109"/>
              <a:gd name="connsiteX16" fmla="*/ 27962 w 377082"/>
              <a:gd name="connsiteY16" fmla="*/ 300686 h 377109"/>
              <a:gd name="connsiteX17" fmla="*/ 1610 w 377082"/>
              <a:gd name="connsiteY17" fmla="*/ 349130 h 377109"/>
              <a:gd name="connsiteX18" fmla="*/ 50054 w 377082"/>
              <a:gd name="connsiteY18" fmla="*/ 375489 h 377109"/>
              <a:gd name="connsiteX19" fmla="*/ 76406 w 377082"/>
              <a:gd name="connsiteY19" fmla="*/ 327038 h 377109"/>
              <a:gd name="connsiteX20" fmla="*/ 50054 w 377082"/>
              <a:gd name="connsiteY20" fmla="*/ 300686 h 377109"/>
              <a:gd name="connsiteX21" fmla="*/ 50054 w 377082"/>
              <a:gd name="connsiteY21" fmla="*/ 269099 h 377109"/>
              <a:gd name="connsiteX22" fmla="*/ 177491 w 377082"/>
              <a:gd name="connsiteY22" fmla="*/ 269099 h 377109"/>
              <a:gd name="connsiteX23" fmla="*/ 177491 w 377082"/>
              <a:gd name="connsiteY23" fmla="*/ 300686 h 377109"/>
              <a:gd name="connsiteX24" fmla="*/ 151133 w 377082"/>
              <a:gd name="connsiteY24" fmla="*/ 349137 h 377109"/>
              <a:gd name="connsiteX25" fmla="*/ 199584 w 377082"/>
              <a:gd name="connsiteY25" fmla="*/ 375503 h 377109"/>
              <a:gd name="connsiteX26" fmla="*/ 225943 w 377082"/>
              <a:gd name="connsiteY26" fmla="*/ 327045 h 377109"/>
              <a:gd name="connsiteX27" fmla="*/ 199584 w 377082"/>
              <a:gd name="connsiteY27" fmla="*/ 300686 h 377109"/>
              <a:gd name="connsiteX28" fmla="*/ 199584 w 377082"/>
              <a:gd name="connsiteY28" fmla="*/ 269099 h 377109"/>
              <a:gd name="connsiteX29" fmla="*/ 327028 w 377082"/>
              <a:gd name="connsiteY29" fmla="*/ 269099 h 377109"/>
              <a:gd name="connsiteX30" fmla="*/ 327028 w 377082"/>
              <a:gd name="connsiteY30" fmla="*/ 300686 h 377109"/>
              <a:gd name="connsiteX31" fmla="*/ 300676 w 377082"/>
              <a:gd name="connsiteY31" fmla="*/ 349130 h 377109"/>
              <a:gd name="connsiteX32" fmla="*/ 349120 w 377082"/>
              <a:gd name="connsiteY32" fmla="*/ 375489 h 377109"/>
              <a:gd name="connsiteX33" fmla="*/ 375472 w 377082"/>
              <a:gd name="connsiteY33" fmla="*/ 327038 h 377109"/>
              <a:gd name="connsiteX34" fmla="*/ 349120 w 377082"/>
              <a:gd name="connsiteY34" fmla="*/ 300686 h 377109"/>
              <a:gd name="connsiteX35" fmla="*/ 38112 w 377082"/>
              <a:gd name="connsiteY35" fmla="*/ 155611 h 377109"/>
              <a:gd name="connsiteX36" fmla="*/ 70836 w 377082"/>
              <a:gd name="connsiteY36" fmla="*/ 116836 h 377109"/>
              <a:gd name="connsiteX37" fmla="*/ 82506 w 377082"/>
              <a:gd name="connsiteY37" fmla="*/ 114863 h 377109"/>
              <a:gd name="connsiteX38" fmla="*/ 79718 w 377082"/>
              <a:gd name="connsiteY38" fmla="*/ 103354 h 377109"/>
              <a:gd name="connsiteX39" fmla="*/ 128148 w 377082"/>
              <a:gd name="connsiteY39" fmla="*/ 23956 h 377109"/>
              <a:gd name="connsiteX40" fmla="*/ 203341 w 377082"/>
              <a:gd name="connsiteY40" fmla="*/ 60319 h 377109"/>
              <a:gd name="connsiteX41" fmla="*/ 208221 w 377082"/>
              <a:gd name="connsiteY41" fmla="*/ 70936 h 377109"/>
              <a:gd name="connsiteX42" fmla="*/ 218539 w 377082"/>
              <a:gd name="connsiteY42" fmla="*/ 65436 h 377109"/>
              <a:gd name="connsiteX43" fmla="*/ 241043 w 377082"/>
              <a:gd name="connsiteY43" fmla="*/ 59824 h 377109"/>
              <a:gd name="connsiteX44" fmla="*/ 288964 w 377082"/>
              <a:gd name="connsiteY44" fmla="*/ 105675 h 377109"/>
              <a:gd name="connsiteX45" fmla="*/ 289403 w 377082"/>
              <a:gd name="connsiteY45" fmla="*/ 116181 h 377109"/>
              <a:gd name="connsiteX46" fmla="*/ 299923 w 377082"/>
              <a:gd name="connsiteY46" fmla="*/ 116258 h 377109"/>
              <a:gd name="connsiteX47" fmla="*/ 338607 w 377082"/>
              <a:gd name="connsiteY47" fmla="*/ 156238 h 377109"/>
              <a:gd name="connsiteX48" fmla="*/ 299630 w 377082"/>
              <a:gd name="connsiteY48" fmla="*/ 194930 h 377109"/>
              <a:gd name="connsiteX49" fmla="*/ 77445 w 377082"/>
              <a:gd name="connsiteY49" fmla="*/ 194930 h 377109"/>
              <a:gd name="connsiteX50" fmla="*/ 38112 w 377082"/>
              <a:gd name="connsiteY50" fmla="*/ 155590 h 377109"/>
              <a:gd name="connsiteX51" fmla="*/ 55910 w 377082"/>
              <a:gd name="connsiteY51" fmla="*/ 338102 h 377109"/>
              <a:gd name="connsiteX52" fmla="*/ 39005 w 377082"/>
              <a:gd name="connsiteY52" fmla="*/ 355007 h 377109"/>
              <a:gd name="connsiteX53" fmla="*/ 22099 w 377082"/>
              <a:gd name="connsiteY53" fmla="*/ 338102 h 377109"/>
              <a:gd name="connsiteX54" fmla="*/ 39005 w 377082"/>
              <a:gd name="connsiteY54" fmla="*/ 321196 h 377109"/>
              <a:gd name="connsiteX55" fmla="*/ 39011 w 377082"/>
              <a:gd name="connsiteY55" fmla="*/ 321196 h 377109"/>
              <a:gd name="connsiteX56" fmla="*/ 55910 w 377082"/>
              <a:gd name="connsiteY56" fmla="*/ 338102 h 377109"/>
              <a:gd name="connsiteX57" fmla="*/ 205447 w 377082"/>
              <a:gd name="connsiteY57" fmla="*/ 338102 h 377109"/>
              <a:gd name="connsiteX58" fmla="*/ 188541 w 377082"/>
              <a:gd name="connsiteY58" fmla="*/ 355007 h 377109"/>
              <a:gd name="connsiteX59" fmla="*/ 171636 w 377082"/>
              <a:gd name="connsiteY59" fmla="*/ 338102 h 377109"/>
              <a:gd name="connsiteX60" fmla="*/ 188541 w 377082"/>
              <a:gd name="connsiteY60" fmla="*/ 321196 h 377109"/>
              <a:gd name="connsiteX61" fmla="*/ 205447 w 377082"/>
              <a:gd name="connsiteY61" fmla="*/ 338102 h 377109"/>
              <a:gd name="connsiteX62" fmla="*/ 338071 w 377082"/>
              <a:gd name="connsiteY62" fmla="*/ 355000 h 377109"/>
              <a:gd name="connsiteX63" fmla="*/ 321165 w 377082"/>
              <a:gd name="connsiteY63" fmla="*/ 338095 h 377109"/>
              <a:gd name="connsiteX64" fmla="*/ 338071 w 377082"/>
              <a:gd name="connsiteY64" fmla="*/ 321189 h 377109"/>
              <a:gd name="connsiteX65" fmla="*/ 354976 w 377082"/>
              <a:gd name="connsiteY65" fmla="*/ 338095 h 377109"/>
              <a:gd name="connsiteX66" fmla="*/ 354976 w 377082"/>
              <a:gd name="connsiteY66" fmla="*/ 338102 h 377109"/>
              <a:gd name="connsiteX67" fmla="*/ 338071 w 377082"/>
              <a:gd name="connsiteY67" fmla="*/ 355000 h 3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77082" h="377109">
                <a:moveTo>
                  <a:pt x="349120" y="300707"/>
                </a:moveTo>
                <a:lnTo>
                  <a:pt x="349120" y="247027"/>
                </a:lnTo>
                <a:lnTo>
                  <a:pt x="199584" y="247027"/>
                </a:lnTo>
                <a:lnTo>
                  <a:pt x="199584" y="217050"/>
                </a:lnTo>
                <a:lnTo>
                  <a:pt x="299630" y="217050"/>
                </a:lnTo>
                <a:cubicBezTo>
                  <a:pt x="333560" y="217085"/>
                  <a:pt x="361090" y="189611"/>
                  <a:pt x="361125" y="155681"/>
                </a:cubicBezTo>
                <a:cubicBezTo>
                  <a:pt x="361153" y="125690"/>
                  <a:pt x="339528" y="100063"/>
                  <a:pt x="309962" y="95050"/>
                </a:cubicBezTo>
                <a:cubicBezTo>
                  <a:pt x="302949" y="57015"/>
                  <a:pt x="266426" y="31862"/>
                  <a:pt x="228389" y="38882"/>
                </a:cubicBezTo>
                <a:cubicBezTo>
                  <a:pt x="224953" y="39509"/>
                  <a:pt x="221572" y="40402"/>
                  <a:pt x="218274" y="41538"/>
                </a:cubicBezTo>
                <a:cubicBezTo>
                  <a:pt x="192696" y="316"/>
                  <a:pt x="138542" y="-12365"/>
                  <a:pt x="97320" y="13213"/>
                </a:cubicBezTo>
                <a:cubicBezTo>
                  <a:pt x="68445" y="31137"/>
                  <a:pt x="52494" y="64111"/>
                  <a:pt x="56370" y="97874"/>
                </a:cubicBezTo>
                <a:cubicBezTo>
                  <a:pt x="24497" y="109530"/>
                  <a:pt x="8107" y="144813"/>
                  <a:pt x="19763" y="176686"/>
                </a:cubicBezTo>
                <a:cubicBezTo>
                  <a:pt x="28617" y="200904"/>
                  <a:pt x="51658" y="217015"/>
                  <a:pt x="77445" y="217029"/>
                </a:cubicBezTo>
                <a:lnTo>
                  <a:pt x="177491" y="217029"/>
                </a:lnTo>
                <a:lnTo>
                  <a:pt x="177491" y="247006"/>
                </a:lnTo>
                <a:lnTo>
                  <a:pt x="27962" y="247006"/>
                </a:lnTo>
                <a:lnTo>
                  <a:pt x="27962" y="300686"/>
                </a:lnTo>
                <a:cubicBezTo>
                  <a:pt x="7306" y="306786"/>
                  <a:pt x="-4497" y="328474"/>
                  <a:pt x="1610" y="349130"/>
                </a:cubicBezTo>
                <a:cubicBezTo>
                  <a:pt x="7710" y="369787"/>
                  <a:pt x="29398" y="381589"/>
                  <a:pt x="50054" y="375489"/>
                </a:cubicBezTo>
                <a:cubicBezTo>
                  <a:pt x="70711" y="369389"/>
                  <a:pt x="82506" y="347694"/>
                  <a:pt x="76406" y="327038"/>
                </a:cubicBezTo>
                <a:cubicBezTo>
                  <a:pt x="72662" y="314357"/>
                  <a:pt x="62742" y="304430"/>
                  <a:pt x="50054" y="300686"/>
                </a:cubicBezTo>
                <a:lnTo>
                  <a:pt x="50054" y="269099"/>
                </a:lnTo>
                <a:lnTo>
                  <a:pt x="177491" y="269099"/>
                </a:lnTo>
                <a:lnTo>
                  <a:pt x="177491" y="300686"/>
                </a:lnTo>
                <a:cubicBezTo>
                  <a:pt x="156828" y="306786"/>
                  <a:pt x="145025" y="328481"/>
                  <a:pt x="151133" y="349137"/>
                </a:cubicBezTo>
                <a:cubicBezTo>
                  <a:pt x="157233" y="369801"/>
                  <a:pt x="178920" y="381603"/>
                  <a:pt x="199584" y="375503"/>
                </a:cubicBezTo>
                <a:cubicBezTo>
                  <a:pt x="220247" y="369403"/>
                  <a:pt x="232049" y="347708"/>
                  <a:pt x="225943" y="327045"/>
                </a:cubicBezTo>
                <a:cubicBezTo>
                  <a:pt x="222199" y="314357"/>
                  <a:pt x="212272" y="304430"/>
                  <a:pt x="199584" y="300686"/>
                </a:cubicBezTo>
                <a:lnTo>
                  <a:pt x="199584" y="269099"/>
                </a:lnTo>
                <a:lnTo>
                  <a:pt x="327028" y="269099"/>
                </a:lnTo>
                <a:lnTo>
                  <a:pt x="327028" y="300686"/>
                </a:lnTo>
                <a:cubicBezTo>
                  <a:pt x="306372" y="306786"/>
                  <a:pt x="294569" y="328474"/>
                  <a:pt x="300676" y="349130"/>
                </a:cubicBezTo>
                <a:cubicBezTo>
                  <a:pt x="306776" y="369787"/>
                  <a:pt x="328464" y="381589"/>
                  <a:pt x="349120" y="375489"/>
                </a:cubicBezTo>
                <a:cubicBezTo>
                  <a:pt x="369777" y="369389"/>
                  <a:pt x="381579" y="347694"/>
                  <a:pt x="375472" y="327038"/>
                </a:cubicBezTo>
                <a:cubicBezTo>
                  <a:pt x="371729" y="314357"/>
                  <a:pt x="361808" y="304430"/>
                  <a:pt x="349120" y="300686"/>
                </a:cubicBezTo>
                <a:close/>
                <a:moveTo>
                  <a:pt x="38112" y="155611"/>
                </a:moveTo>
                <a:cubicBezTo>
                  <a:pt x="38056" y="136419"/>
                  <a:pt x="51902" y="120001"/>
                  <a:pt x="70836" y="116836"/>
                </a:cubicBezTo>
                <a:lnTo>
                  <a:pt x="82506" y="114863"/>
                </a:lnTo>
                <a:lnTo>
                  <a:pt x="79718" y="103354"/>
                </a:lnTo>
                <a:cubicBezTo>
                  <a:pt x="71164" y="68057"/>
                  <a:pt x="92852" y="32510"/>
                  <a:pt x="128148" y="23956"/>
                </a:cubicBezTo>
                <a:cubicBezTo>
                  <a:pt x="158683" y="16560"/>
                  <a:pt x="190179" y="31792"/>
                  <a:pt x="203341" y="60319"/>
                </a:cubicBezTo>
                <a:lnTo>
                  <a:pt x="208221" y="70936"/>
                </a:lnTo>
                <a:lnTo>
                  <a:pt x="218539" y="65436"/>
                </a:lnTo>
                <a:cubicBezTo>
                  <a:pt x="225455" y="61727"/>
                  <a:pt x="233193" y="59796"/>
                  <a:pt x="241043" y="59824"/>
                </a:cubicBezTo>
                <a:cubicBezTo>
                  <a:pt x="266746" y="59734"/>
                  <a:pt x="287918" y="79993"/>
                  <a:pt x="288964" y="105675"/>
                </a:cubicBezTo>
                <a:lnTo>
                  <a:pt x="289403" y="116181"/>
                </a:lnTo>
                <a:lnTo>
                  <a:pt x="299923" y="116258"/>
                </a:lnTo>
                <a:cubicBezTo>
                  <a:pt x="321646" y="116613"/>
                  <a:pt x="338970" y="134516"/>
                  <a:pt x="338607" y="156238"/>
                </a:cubicBezTo>
                <a:cubicBezTo>
                  <a:pt x="338259" y="177571"/>
                  <a:pt x="320963" y="194735"/>
                  <a:pt x="299630" y="194930"/>
                </a:cubicBezTo>
                <a:lnTo>
                  <a:pt x="77445" y="194930"/>
                </a:lnTo>
                <a:cubicBezTo>
                  <a:pt x="55729" y="194902"/>
                  <a:pt x="38133" y="177306"/>
                  <a:pt x="38112" y="155590"/>
                </a:cubicBezTo>
                <a:close/>
                <a:moveTo>
                  <a:pt x="55910" y="338102"/>
                </a:moveTo>
                <a:cubicBezTo>
                  <a:pt x="55910" y="347436"/>
                  <a:pt x="48339" y="355007"/>
                  <a:pt x="39005" y="355007"/>
                </a:cubicBezTo>
                <a:cubicBezTo>
                  <a:pt x="29670" y="355007"/>
                  <a:pt x="22099" y="347436"/>
                  <a:pt x="22099" y="338102"/>
                </a:cubicBezTo>
                <a:cubicBezTo>
                  <a:pt x="22099" y="328767"/>
                  <a:pt x="29670" y="321196"/>
                  <a:pt x="39005" y="321196"/>
                </a:cubicBezTo>
                <a:cubicBezTo>
                  <a:pt x="39005" y="321196"/>
                  <a:pt x="39011" y="321196"/>
                  <a:pt x="39011" y="321196"/>
                </a:cubicBezTo>
                <a:cubicBezTo>
                  <a:pt x="48346" y="321203"/>
                  <a:pt x="55903" y="328767"/>
                  <a:pt x="55910" y="338102"/>
                </a:cubicBezTo>
                <a:close/>
                <a:moveTo>
                  <a:pt x="205447" y="338102"/>
                </a:moveTo>
                <a:cubicBezTo>
                  <a:pt x="205447" y="347436"/>
                  <a:pt x="197876" y="355007"/>
                  <a:pt x="188541" y="355007"/>
                </a:cubicBezTo>
                <a:cubicBezTo>
                  <a:pt x="179206" y="355007"/>
                  <a:pt x="171636" y="347436"/>
                  <a:pt x="171636" y="338102"/>
                </a:cubicBezTo>
                <a:cubicBezTo>
                  <a:pt x="171636" y="328767"/>
                  <a:pt x="179206" y="321196"/>
                  <a:pt x="188541" y="321196"/>
                </a:cubicBezTo>
                <a:cubicBezTo>
                  <a:pt x="197876" y="321203"/>
                  <a:pt x="205440" y="328767"/>
                  <a:pt x="205447" y="338102"/>
                </a:cubicBezTo>
                <a:close/>
                <a:moveTo>
                  <a:pt x="338071" y="355000"/>
                </a:moveTo>
                <a:cubicBezTo>
                  <a:pt x="328736" y="355000"/>
                  <a:pt x="321165" y="347429"/>
                  <a:pt x="321165" y="338095"/>
                </a:cubicBezTo>
                <a:cubicBezTo>
                  <a:pt x="321165" y="328760"/>
                  <a:pt x="328736" y="321189"/>
                  <a:pt x="338071" y="321189"/>
                </a:cubicBezTo>
                <a:cubicBezTo>
                  <a:pt x="347405" y="321189"/>
                  <a:pt x="354976" y="328760"/>
                  <a:pt x="354976" y="338095"/>
                </a:cubicBezTo>
                <a:cubicBezTo>
                  <a:pt x="354976" y="338095"/>
                  <a:pt x="354976" y="338102"/>
                  <a:pt x="354976" y="338102"/>
                </a:cubicBezTo>
                <a:cubicBezTo>
                  <a:pt x="354969" y="347436"/>
                  <a:pt x="347405" y="354993"/>
                  <a:pt x="338071" y="355000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60" name="Forma libre: forma 18">
            <a:extLst>
              <a:ext uri="{FF2B5EF4-FFF2-40B4-BE49-F238E27FC236}">
                <a16:creationId xmlns:a16="http://schemas.microsoft.com/office/drawing/2014/main" id="{649BD914-BC1C-B827-6E70-56C353BA88DD}"/>
              </a:ext>
            </a:extLst>
          </p:cNvPr>
          <p:cNvSpPr/>
          <p:nvPr/>
        </p:nvSpPr>
        <p:spPr>
          <a:xfrm>
            <a:off x="402845" y="1234221"/>
            <a:ext cx="377055" cy="377048"/>
          </a:xfrm>
          <a:custGeom>
            <a:avLst/>
            <a:gdLst>
              <a:gd name="connsiteX0" fmla="*/ 188528 w 377055"/>
              <a:gd name="connsiteY0" fmla="*/ 0 h 377048"/>
              <a:gd name="connsiteX1" fmla="*/ 0 w 377055"/>
              <a:gd name="connsiteY1" fmla="*/ 188528 h 377048"/>
              <a:gd name="connsiteX2" fmla="*/ 188528 w 377055"/>
              <a:gd name="connsiteY2" fmla="*/ 377048 h 377048"/>
              <a:gd name="connsiteX3" fmla="*/ 377055 w 377055"/>
              <a:gd name="connsiteY3" fmla="*/ 188528 h 377048"/>
              <a:gd name="connsiteX4" fmla="*/ 188528 w 377055"/>
              <a:gd name="connsiteY4" fmla="*/ 0 h 377048"/>
              <a:gd name="connsiteX5" fmla="*/ 177485 w 377055"/>
              <a:gd name="connsiteY5" fmla="*/ 92531 h 377048"/>
              <a:gd name="connsiteX6" fmla="*/ 128155 w 377055"/>
              <a:gd name="connsiteY6" fmla="*/ 85609 h 377048"/>
              <a:gd name="connsiteX7" fmla="*/ 136417 w 377055"/>
              <a:gd name="connsiteY7" fmla="*/ 68354 h 377048"/>
              <a:gd name="connsiteX8" fmla="*/ 177485 w 377055"/>
              <a:gd name="connsiteY8" fmla="*/ 24435 h 377048"/>
              <a:gd name="connsiteX9" fmla="*/ 177485 w 377055"/>
              <a:gd name="connsiteY9" fmla="*/ 114645 h 377048"/>
              <a:gd name="connsiteX10" fmla="*/ 177485 w 377055"/>
              <a:gd name="connsiteY10" fmla="*/ 177478 h 377048"/>
              <a:gd name="connsiteX11" fmla="*/ 108468 w 377055"/>
              <a:gd name="connsiteY11" fmla="*/ 177478 h 377048"/>
              <a:gd name="connsiteX12" fmla="*/ 120529 w 377055"/>
              <a:gd name="connsiteY12" fmla="*/ 106460 h 377048"/>
              <a:gd name="connsiteX13" fmla="*/ 177464 w 377055"/>
              <a:gd name="connsiteY13" fmla="*/ 114645 h 377048"/>
              <a:gd name="connsiteX14" fmla="*/ 177485 w 377055"/>
              <a:gd name="connsiteY14" fmla="*/ 199570 h 377048"/>
              <a:gd name="connsiteX15" fmla="*/ 177485 w 377055"/>
              <a:gd name="connsiteY15" fmla="*/ 262403 h 377048"/>
              <a:gd name="connsiteX16" fmla="*/ 120550 w 377055"/>
              <a:gd name="connsiteY16" fmla="*/ 270588 h 377048"/>
              <a:gd name="connsiteX17" fmla="*/ 108489 w 377055"/>
              <a:gd name="connsiteY17" fmla="*/ 199570 h 377048"/>
              <a:gd name="connsiteX18" fmla="*/ 177485 w 377055"/>
              <a:gd name="connsiteY18" fmla="*/ 284517 h 377048"/>
              <a:gd name="connsiteX19" fmla="*/ 177485 w 377055"/>
              <a:gd name="connsiteY19" fmla="*/ 352593 h 377048"/>
              <a:gd name="connsiteX20" fmla="*/ 136417 w 377055"/>
              <a:gd name="connsiteY20" fmla="*/ 308673 h 377048"/>
              <a:gd name="connsiteX21" fmla="*/ 128155 w 377055"/>
              <a:gd name="connsiteY21" fmla="*/ 291419 h 377048"/>
              <a:gd name="connsiteX22" fmla="*/ 177485 w 377055"/>
              <a:gd name="connsiteY22" fmla="*/ 284496 h 377048"/>
              <a:gd name="connsiteX23" fmla="*/ 199577 w 377055"/>
              <a:gd name="connsiteY23" fmla="*/ 284517 h 377048"/>
              <a:gd name="connsiteX24" fmla="*/ 248900 w 377055"/>
              <a:gd name="connsiteY24" fmla="*/ 291439 h 377048"/>
              <a:gd name="connsiteX25" fmla="*/ 240646 w 377055"/>
              <a:gd name="connsiteY25" fmla="*/ 308694 h 377048"/>
              <a:gd name="connsiteX26" fmla="*/ 199577 w 377055"/>
              <a:gd name="connsiteY26" fmla="*/ 352613 h 377048"/>
              <a:gd name="connsiteX27" fmla="*/ 199577 w 377055"/>
              <a:gd name="connsiteY27" fmla="*/ 262403 h 377048"/>
              <a:gd name="connsiteX28" fmla="*/ 199577 w 377055"/>
              <a:gd name="connsiteY28" fmla="*/ 199570 h 377048"/>
              <a:gd name="connsiteX29" fmla="*/ 268594 w 377055"/>
              <a:gd name="connsiteY29" fmla="*/ 199570 h 377048"/>
              <a:gd name="connsiteX30" fmla="*/ 256527 w 377055"/>
              <a:gd name="connsiteY30" fmla="*/ 270588 h 377048"/>
              <a:gd name="connsiteX31" fmla="*/ 199598 w 377055"/>
              <a:gd name="connsiteY31" fmla="*/ 262403 h 377048"/>
              <a:gd name="connsiteX32" fmla="*/ 199577 w 377055"/>
              <a:gd name="connsiteY32" fmla="*/ 177478 h 377048"/>
              <a:gd name="connsiteX33" fmla="*/ 199577 w 377055"/>
              <a:gd name="connsiteY33" fmla="*/ 114645 h 377048"/>
              <a:gd name="connsiteX34" fmla="*/ 256506 w 377055"/>
              <a:gd name="connsiteY34" fmla="*/ 106460 h 377048"/>
              <a:gd name="connsiteX35" fmla="*/ 268573 w 377055"/>
              <a:gd name="connsiteY35" fmla="*/ 177478 h 377048"/>
              <a:gd name="connsiteX36" fmla="*/ 199577 w 377055"/>
              <a:gd name="connsiteY36" fmla="*/ 92531 h 377048"/>
              <a:gd name="connsiteX37" fmla="*/ 199577 w 377055"/>
              <a:gd name="connsiteY37" fmla="*/ 24456 h 377048"/>
              <a:gd name="connsiteX38" fmla="*/ 240646 w 377055"/>
              <a:gd name="connsiteY38" fmla="*/ 68376 h 377048"/>
              <a:gd name="connsiteX39" fmla="*/ 248900 w 377055"/>
              <a:gd name="connsiteY39" fmla="*/ 85630 h 377048"/>
              <a:gd name="connsiteX40" fmla="*/ 199577 w 377055"/>
              <a:gd name="connsiteY40" fmla="*/ 92553 h 377048"/>
              <a:gd name="connsiteX41" fmla="*/ 260061 w 377055"/>
              <a:gd name="connsiteY41" fmla="*/ 57814 h 377048"/>
              <a:gd name="connsiteX42" fmla="*/ 242187 w 377055"/>
              <a:gd name="connsiteY42" fmla="*/ 30967 h 377048"/>
              <a:gd name="connsiteX43" fmla="*/ 301109 w 377055"/>
              <a:gd name="connsiteY43" fmla="*/ 66054 h 377048"/>
              <a:gd name="connsiteX44" fmla="*/ 270288 w 377055"/>
              <a:gd name="connsiteY44" fmla="*/ 79390 h 377048"/>
              <a:gd name="connsiteX45" fmla="*/ 260061 w 377055"/>
              <a:gd name="connsiteY45" fmla="*/ 57814 h 377048"/>
              <a:gd name="connsiteX46" fmla="*/ 116994 w 377055"/>
              <a:gd name="connsiteY46" fmla="*/ 57814 h 377048"/>
              <a:gd name="connsiteX47" fmla="*/ 106767 w 377055"/>
              <a:gd name="connsiteY47" fmla="*/ 79390 h 377048"/>
              <a:gd name="connsiteX48" fmla="*/ 75954 w 377055"/>
              <a:gd name="connsiteY48" fmla="*/ 66054 h 377048"/>
              <a:gd name="connsiteX49" fmla="*/ 134876 w 377055"/>
              <a:gd name="connsiteY49" fmla="*/ 30967 h 377048"/>
              <a:gd name="connsiteX50" fmla="*/ 116994 w 377055"/>
              <a:gd name="connsiteY50" fmla="*/ 57814 h 377048"/>
              <a:gd name="connsiteX51" fmla="*/ 99294 w 377055"/>
              <a:gd name="connsiteY51" fmla="*/ 100158 h 377048"/>
              <a:gd name="connsiteX52" fmla="*/ 86369 w 377055"/>
              <a:gd name="connsiteY52" fmla="*/ 177478 h 377048"/>
              <a:gd name="connsiteX53" fmla="*/ 22469 w 377055"/>
              <a:gd name="connsiteY53" fmla="*/ 177478 h 377048"/>
              <a:gd name="connsiteX54" fmla="*/ 60247 w 377055"/>
              <a:gd name="connsiteY54" fmla="*/ 82625 h 377048"/>
              <a:gd name="connsiteX55" fmla="*/ 99287 w 377055"/>
              <a:gd name="connsiteY55" fmla="*/ 100179 h 377048"/>
              <a:gd name="connsiteX56" fmla="*/ 86369 w 377055"/>
              <a:gd name="connsiteY56" fmla="*/ 199570 h 377048"/>
              <a:gd name="connsiteX57" fmla="*/ 99294 w 377055"/>
              <a:gd name="connsiteY57" fmla="*/ 276890 h 377048"/>
              <a:gd name="connsiteX58" fmla="*/ 60254 w 377055"/>
              <a:gd name="connsiteY58" fmla="*/ 294444 h 377048"/>
              <a:gd name="connsiteX59" fmla="*/ 22476 w 377055"/>
              <a:gd name="connsiteY59" fmla="*/ 199570 h 377048"/>
              <a:gd name="connsiteX60" fmla="*/ 106767 w 377055"/>
              <a:gd name="connsiteY60" fmla="*/ 297658 h 377048"/>
              <a:gd name="connsiteX61" fmla="*/ 116994 w 377055"/>
              <a:gd name="connsiteY61" fmla="*/ 319234 h 377048"/>
              <a:gd name="connsiteX62" fmla="*/ 134876 w 377055"/>
              <a:gd name="connsiteY62" fmla="*/ 346081 h 377048"/>
              <a:gd name="connsiteX63" fmla="*/ 75954 w 377055"/>
              <a:gd name="connsiteY63" fmla="*/ 310994 h 377048"/>
              <a:gd name="connsiteX64" fmla="*/ 106767 w 377055"/>
              <a:gd name="connsiteY64" fmla="*/ 297658 h 377048"/>
              <a:gd name="connsiteX65" fmla="*/ 260061 w 377055"/>
              <a:gd name="connsiteY65" fmla="*/ 319234 h 377048"/>
              <a:gd name="connsiteX66" fmla="*/ 270288 w 377055"/>
              <a:gd name="connsiteY66" fmla="*/ 297658 h 377048"/>
              <a:gd name="connsiteX67" fmla="*/ 301109 w 377055"/>
              <a:gd name="connsiteY67" fmla="*/ 310994 h 377048"/>
              <a:gd name="connsiteX68" fmla="*/ 242187 w 377055"/>
              <a:gd name="connsiteY68" fmla="*/ 346081 h 377048"/>
              <a:gd name="connsiteX69" fmla="*/ 260061 w 377055"/>
              <a:gd name="connsiteY69" fmla="*/ 319234 h 377048"/>
              <a:gd name="connsiteX70" fmla="*/ 277762 w 377055"/>
              <a:gd name="connsiteY70" fmla="*/ 276890 h 377048"/>
              <a:gd name="connsiteX71" fmla="*/ 290687 w 377055"/>
              <a:gd name="connsiteY71" fmla="*/ 199570 h 377048"/>
              <a:gd name="connsiteX72" fmla="*/ 354559 w 377055"/>
              <a:gd name="connsiteY72" fmla="*/ 199570 h 377048"/>
              <a:gd name="connsiteX73" fmla="*/ 316788 w 377055"/>
              <a:gd name="connsiteY73" fmla="*/ 294444 h 377048"/>
              <a:gd name="connsiteX74" fmla="*/ 277748 w 377055"/>
              <a:gd name="connsiteY74" fmla="*/ 276890 h 377048"/>
              <a:gd name="connsiteX75" fmla="*/ 290687 w 377055"/>
              <a:gd name="connsiteY75" fmla="*/ 177478 h 377048"/>
              <a:gd name="connsiteX76" fmla="*/ 277762 w 377055"/>
              <a:gd name="connsiteY76" fmla="*/ 100158 h 377048"/>
              <a:gd name="connsiteX77" fmla="*/ 316802 w 377055"/>
              <a:gd name="connsiteY77" fmla="*/ 82604 h 377048"/>
              <a:gd name="connsiteX78" fmla="*/ 354559 w 377055"/>
              <a:gd name="connsiteY78" fmla="*/ 177478 h 37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7055" h="377048">
                <a:moveTo>
                  <a:pt x="188528" y="0"/>
                </a:moveTo>
                <a:cubicBezTo>
                  <a:pt x="84577" y="0"/>
                  <a:pt x="0" y="84570"/>
                  <a:pt x="0" y="188528"/>
                </a:cubicBezTo>
                <a:cubicBezTo>
                  <a:pt x="0" y="292485"/>
                  <a:pt x="84577" y="377048"/>
                  <a:pt x="188528" y="377048"/>
                </a:cubicBezTo>
                <a:cubicBezTo>
                  <a:pt x="292478" y="377048"/>
                  <a:pt x="377055" y="292478"/>
                  <a:pt x="377055" y="188528"/>
                </a:cubicBezTo>
                <a:cubicBezTo>
                  <a:pt x="377055" y="84577"/>
                  <a:pt x="292513" y="0"/>
                  <a:pt x="188528" y="0"/>
                </a:cubicBezTo>
                <a:close/>
                <a:moveTo>
                  <a:pt x="177485" y="92531"/>
                </a:moveTo>
                <a:cubicBezTo>
                  <a:pt x="160858" y="91827"/>
                  <a:pt x="144336" y="89506"/>
                  <a:pt x="128155" y="85609"/>
                </a:cubicBezTo>
                <a:cubicBezTo>
                  <a:pt x="130693" y="79600"/>
                  <a:pt x="133447" y="73827"/>
                  <a:pt x="136417" y="68354"/>
                </a:cubicBezTo>
                <a:cubicBezTo>
                  <a:pt x="148596" y="45907"/>
                  <a:pt x="163549" y="30158"/>
                  <a:pt x="177485" y="24435"/>
                </a:cubicBezTo>
                <a:close/>
                <a:moveTo>
                  <a:pt x="177485" y="114645"/>
                </a:moveTo>
                <a:lnTo>
                  <a:pt x="177485" y="177478"/>
                </a:lnTo>
                <a:lnTo>
                  <a:pt x="108468" y="177478"/>
                </a:lnTo>
                <a:cubicBezTo>
                  <a:pt x="109388" y="153385"/>
                  <a:pt x="113439" y="129508"/>
                  <a:pt x="120529" y="106460"/>
                </a:cubicBezTo>
                <a:cubicBezTo>
                  <a:pt x="139177" y="111138"/>
                  <a:pt x="158258" y="113878"/>
                  <a:pt x="177464" y="114645"/>
                </a:cubicBezTo>
                <a:close/>
                <a:moveTo>
                  <a:pt x="177485" y="199570"/>
                </a:moveTo>
                <a:lnTo>
                  <a:pt x="177485" y="262403"/>
                </a:lnTo>
                <a:cubicBezTo>
                  <a:pt x="158279" y="263170"/>
                  <a:pt x="139198" y="265910"/>
                  <a:pt x="120550" y="270588"/>
                </a:cubicBezTo>
                <a:cubicBezTo>
                  <a:pt x="113467" y="247541"/>
                  <a:pt x="109409" y="223664"/>
                  <a:pt x="108489" y="199570"/>
                </a:cubicBezTo>
                <a:close/>
                <a:moveTo>
                  <a:pt x="177485" y="284517"/>
                </a:moveTo>
                <a:lnTo>
                  <a:pt x="177485" y="352593"/>
                </a:lnTo>
                <a:cubicBezTo>
                  <a:pt x="163542" y="346890"/>
                  <a:pt x="148596" y="331142"/>
                  <a:pt x="136417" y="308673"/>
                </a:cubicBezTo>
                <a:cubicBezTo>
                  <a:pt x="133447" y="303200"/>
                  <a:pt x="130693" y="297428"/>
                  <a:pt x="128155" y="291419"/>
                </a:cubicBezTo>
                <a:cubicBezTo>
                  <a:pt x="144336" y="287522"/>
                  <a:pt x="160858" y="285200"/>
                  <a:pt x="177485" y="284496"/>
                </a:cubicBezTo>
                <a:close/>
                <a:moveTo>
                  <a:pt x="199577" y="284517"/>
                </a:moveTo>
                <a:cubicBezTo>
                  <a:pt x="216204" y="285221"/>
                  <a:pt x="232719" y="287542"/>
                  <a:pt x="248900" y="291439"/>
                </a:cubicBezTo>
                <a:cubicBezTo>
                  <a:pt x="246362" y="297449"/>
                  <a:pt x="243616" y="303221"/>
                  <a:pt x="240646" y="308694"/>
                </a:cubicBezTo>
                <a:cubicBezTo>
                  <a:pt x="228467" y="331142"/>
                  <a:pt x="213513" y="346890"/>
                  <a:pt x="199577" y="352613"/>
                </a:cubicBezTo>
                <a:close/>
                <a:moveTo>
                  <a:pt x="199577" y="262403"/>
                </a:moveTo>
                <a:lnTo>
                  <a:pt x="199577" y="199570"/>
                </a:lnTo>
                <a:lnTo>
                  <a:pt x="268594" y="199570"/>
                </a:lnTo>
                <a:cubicBezTo>
                  <a:pt x="267674" y="223664"/>
                  <a:pt x="263617" y="247541"/>
                  <a:pt x="256527" y="270588"/>
                </a:cubicBezTo>
                <a:cubicBezTo>
                  <a:pt x="237885" y="265910"/>
                  <a:pt x="218804" y="263170"/>
                  <a:pt x="199598" y="262403"/>
                </a:cubicBezTo>
                <a:close/>
                <a:moveTo>
                  <a:pt x="199577" y="177478"/>
                </a:moveTo>
                <a:lnTo>
                  <a:pt x="199577" y="114645"/>
                </a:lnTo>
                <a:cubicBezTo>
                  <a:pt x="218784" y="113878"/>
                  <a:pt x="237864" y="111138"/>
                  <a:pt x="256506" y="106460"/>
                </a:cubicBezTo>
                <a:cubicBezTo>
                  <a:pt x="263596" y="129508"/>
                  <a:pt x="267653" y="153385"/>
                  <a:pt x="268573" y="177478"/>
                </a:cubicBezTo>
                <a:close/>
                <a:moveTo>
                  <a:pt x="199577" y="92531"/>
                </a:moveTo>
                <a:lnTo>
                  <a:pt x="199577" y="24456"/>
                </a:lnTo>
                <a:cubicBezTo>
                  <a:pt x="213520" y="30158"/>
                  <a:pt x="228467" y="45907"/>
                  <a:pt x="240646" y="68376"/>
                </a:cubicBezTo>
                <a:cubicBezTo>
                  <a:pt x="243616" y="73848"/>
                  <a:pt x="246362" y="79620"/>
                  <a:pt x="248900" y="85630"/>
                </a:cubicBezTo>
                <a:cubicBezTo>
                  <a:pt x="232719" y="89527"/>
                  <a:pt x="216204" y="91848"/>
                  <a:pt x="199577" y="92553"/>
                </a:cubicBezTo>
                <a:close/>
                <a:moveTo>
                  <a:pt x="260061" y="57814"/>
                </a:moveTo>
                <a:cubicBezTo>
                  <a:pt x="254979" y="48312"/>
                  <a:pt x="248998" y="39319"/>
                  <a:pt x="242187" y="30967"/>
                </a:cubicBezTo>
                <a:cubicBezTo>
                  <a:pt x="264049" y="38454"/>
                  <a:pt x="284113" y="50403"/>
                  <a:pt x="301109" y="66054"/>
                </a:cubicBezTo>
                <a:cubicBezTo>
                  <a:pt x="291209" y="71317"/>
                  <a:pt x="280906" y="75779"/>
                  <a:pt x="270288" y="79390"/>
                </a:cubicBezTo>
                <a:cubicBezTo>
                  <a:pt x="267263" y="72022"/>
                  <a:pt x="263854" y="64820"/>
                  <a:pt x="260061" y="57814"/>
                </a:cubicBezTo>
                <a:close/>
                <a:moveTo>
                  <a:pt x="116994" y="57814"/>
                </a:moveTo>
                <a:cubicBezTo>
                  <a:pt x="113209" y="64820"/>
                  <a:pt x="109793" y="72022"/>
                  <a:pt x="106767" y="79390"/>
                </a:cubicBezTo>
                <a:cubicBezTo>
                  <a:pt x="96157" y="75779"/>
                  <a:pt x="85853" y="71317"/>
                  <a:pt x="75954" y="66054"/>
                </a:cubicBezTo>
                <a:cubicBezTo>
                  <a:pt x="92950" y="50396"/>
                  <a:pt x="113013" y="38447"/>
                  <a:pt x="134876" y="30967"/>
                </a:cubicBezTo>
                <a:cubicBezTo>
                  <a:pt x="128065" y="39319"/>
                  <a:pt x="122076" y="48312"/>
                  <a:pt x="116994" y="57814"/>
                </a:cubicBezTo>
                <a:close/>
                <a:moveTo>
                  <a:pt x="99294" y="100158"/>
                </a:moveTo>
                <a:cubicBezTo>
                  <a:pt x="91576" y="125241"/>
                  <a:pt x="87233" y="151245"/>
                  <a:pt x="86369" y="177478"/>
                </a:cubicBezTo>
                <a:lnTo>
                  <a:pt x="22469" y="177478"/>
                </a:lnTo>
                <a:cubicBezTo>
                  <a:pt x="24762" y="142670"/>
                  <a:pt x="37980" y="109479"/>
                  <a:pt x="60247" y="82625"/>
                </a:cubicBezTo>
                <a:cubicBezTo>
                  <a:pt x="72677" y="89687"/>
                  <a:pt x="85748" y="95571"/>
                  <a:pt x="99287" y="100179"/>
                </a:cubicBezTo>
                <a:close/>
                <a:moveTo>
                  <a:pt x="86369" y="199570"/>
                </a:moveTo>
                <a:cubicBezTo>
                  <a:pt x="87226" y="225804"/>
                  <a:pt x="91576" y="251807"/>
                  <a:pt x="99294" y="276890"/>
                </a:cubicBezTo>
                <a:cubicBezTo>
                  <a:pt x="85755" y="281498"/>
                  <a:pt x="72684" y="287382"/>
                  <a:pt x="60254" y="294444"/>
                </a:cubicBezTo>
                <a:cubicBezTo>
                  <a:pt x="37987" y="267583"/>
                  <a:pt x="24762" y="234385"/>
                  <a:pt x="22476" y="199570"/>
                </a:cubicBezTo>
                <a:close/>
                <a:moveTo>
                  <a:pt x="106767" y="297658"/>
                </a:moveTo>
                <a:cubicBezTo>
                  <a:pt x="109793" y="305027"/>
                  <a:pt x="113209" y="312228"/>
                  <a:pt x="116994" y="319234"/>
                </a:cubicBezTo>
                <a:cubicBezTo>
                  <a:pt x="122083" y="328736"/>
                  <a:pt x="128065" y="337730"/>
                  <a:pt x="134876" y="346081"/>
                </a:cubicBezTo>
                <a:cubicBezTo>
                  <a:pt x="113013" y="338601"/>
                  <a:pt x="92950" y="326652"/>
                  <a:pt x="75954" y="310994"/>
                </a:cubicBezTo>
                <a:cubicBezTo>
                  <a:pt x="85853" y="305731"/>
                  <a:pt x="96157" y="301269"/>
                  <a:pt x="106767" y="297658"/>
                </a:cubicBezTo>
                <a:close/>
                <a:moveTo>
                  <a:pt x="260061" y="319234"/>
                </a:moveTo>
                <a:cubicBezTo>
                  <a:pt x="263854" y="312228"/>
                  <a:pt x="267263" y="305027"/>
                  <a:pt x="270288" y="297658"/>
                </a:cubicBezTo>
                <a:cubicBezTo>
                  <a:pt x="280906" y="301269"/>
                  <a:pt x="291209" y="305731"/>
                  <a:pt x="301109" y="310994"/>
                </a:cubicBezTo>
                <a:cubicBezTo>
                  <a:pt x="284113" y="326645"/>
                  <a:pt x="264049" y="338594"/>
                  <a:pt x="242187" y="346081"/>
                </a:cubicBezTo>
                <a:cubicBezTo>
                  <a:pt x="248991" y="337730"/>
                  <a:pt x="254979" y="328736"/>
                  <a:pt x="260061" y="319234"/>
                </a:cubicBezTo>
                <a:close/>
                <a:moveTo>
                  <a:pt x="277762" y="276890"/>
                </a:moveTo>
                <a:cubicBezTo>
                  <a:pt x="285486" y="251807"/>
                  <a:pt x="289829" y="225804"/>
                  <a:pt x="290687" y="199570"/>
                </a:cubicBezTo>
                <a:lnTo>
                  <a:pt x="354559" y="199570"/>
                </a:lnTo>
                <a:cubicBezTo>
                  <a:pt x="352272" y="234385"/>
                  <a:pt x="339054" y="267583"/>
                  <a:pt x="316788" y="294444"/>
                </a:cubicBezTo>
                <a:cubicBezTo>
                  <a:pt x="304358" y="287382"/>
                  <a:pt x="291286" y="281498"/>
                  <a:pt x="277748" y="276890"/>
                </a:cubicBezTo>
                <a:close/>
                <a:moveTo>
                  <a:pt x="290687" y="177478"/>
                </a:moveTo>
                <a:cubicBezTo>
                  <a:pt x="289829" y="151245"/>
                  <a:pt x="285486" y="125241"/>
                  <a:pt x="277762" y="100158"/>
                </a:cubicBezTo>
                <a:cubicBezTo>
                  <a:pt x="291300" y="95543"/>
                  <a:pt x="304371" y="89666"/>
                  <a:pt x="316802" y="82604"/>
                </a:cubicBezTo>
                <a:cubicBezTo>
                  <a:pt x="339061" y="109465"/>
                  <a:pt x="352279" y="142663"/>
                  <a:pt x="354559" y="177478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66" name="Forma libre: forma 237">
            <a:extLst>
              <a:ext uri="{FF2B5EF4-FFF2-40B4-BE49-F238E27FC236}">
                <a16:creationId xmlns:a16="http://schemas.microsoft.com/office/drawing/2014/main" id="{6886C214-E4CC-868F-210B-BC7054EC9FC7}"/>
              </a:ext>
            </a:extLst>
          </p:cNvPr>
          <p:cNvSpPr/>
          <p:nvPr/>
        </p:nvSpPr>
        <p:spPr>
          <a:xfrm>
            <a:off x="392387" y="4268591"/>
            <a:ext cx="377077" cy="377055"/>
          </a:xfrm>
          <a:custGeom>
            <a:avLst/>
            <a:gdLst>
              <a:gd name="connsiteX0" fmla="*/ 377077 w 377077"/>
              <a:gd name="connsiteY0" fmla="*/ 169893 h 377055"/>
              <a:gd name="connsiteX1" fmla="*/ 321027 w 377077"/>
              <a:gd name="connsiteY1" fmla="*/ 104292 h 377055"/>
              <a:gd name="connsiteX2" fmla="*/ 233327 w 377077"/>
              <a:gd name="connsiteY2" fmla="*/ 42540 h 377055"/>
              <a:gd name="connsiteX3" fmla="*/ 220778 w 377077"/>
              <a:gd name="connsiteY3" fmla="*/ 45858 h 377055"/>
              <a:gd name="connsiteX4" fmla="*/ 139213 w 377077"/>
              <a:gd name="connsiteY4" fmla="*/ 0 h 377055"/>
              <a:gd name="connsiteX5" fmla="*/ 43775 w 377077"/>
              <a:gd name="connsiteY5" fmla="*/ 95452 h 377055"/>
              <a:gd name="connsiteX6" fmla="*/ 44472 w 377077"/>
              <a:gd name="connsiteY6" fmla="*/ 107185 h 377055"/>
              <a:gd name="connsiteX7" fmla="*/ 3759 w 377077"/>
              <a:gd name="connsiteY7" fmla="*/ 191888 h 377055"/>
              <a:gd name="connsiteX8" fmla="*/ 66432 w 377077"/>
              <a:gd name="connsiteY8" fmla="*/ 236324 h 377055"/>
              <a:gd name="connsiteX9" fmla="*/ 67686 w 377077"/>
              <a:gd name="connsiteY9" fmla="*/ 236324 h 377055"/>
              <a:gd name="connsiteX10" fmla="*/ 66292 w 377077"/>
              <a:gd name="connsiteY10" fmla="*/ 254812 h 377055"/>
              <a:gd name="connsiteX11" fmla="*/ 188501 w 377077"/>
              <a:gd name="connsiteY11" fmla="*/ 377055 h 377055"/>
              <a:gd name="connsiteX12" fmla="*/ 310779 w 377077"/>
              <a:gd name="connsiteY12" fmla="*/ 254812 h 377055"/>
              <a:gd name="connsiteX13" fmla="*/ 309385 w 377077"/>
              <a:gd name="connsiteY13" fmla="*/ 236324 h 377055"/>
              <a:gd name="connsiteX14" fmla="*/ 310640 w 377077"/>
              <a:gd name="connsiteY14" fmla="*/ 236324 h 377055"/>
              <a:gd name="connsiteX15" fmla="*/ 377077 w 377077"/>
              <a:gd name="connsiteY15" fmla="*/ 169893 h 377055"/>
              <a:gd name="connsiteX16" fmla="*/ 140677 w 377077"/>
              <a:gd name="connsiteY16" fmla="*/ 265854 h 377055"/>
              <a:gd name="connsiteX17" fmla="*/ 144372 w 377077"/>
              <a:gd name="connsiteY17" fmla="*/ 302378 h 377055"/>
              <a:gd name="connsiteX18" fmla="*/ 109236 w 377077"/>
              <a:gd name="connsiteY18" fmla="*/ 315874 h 377055"/>
              <a:gd name="connsiteX19" fmla="*/ 89019 w 377077"/>
              <a:gd name="connsiteY19" fmla="*/ 265854 h 377055"/>
              <a:gd name="connsiteX20" fmla="*/ 188570 w 377077"/>
              <a:gd name="connsiteY20" fmla="*/ 154751 h 377055"/>
              <a:gd name="connsiteX21" fmla="*/ 204186 w 377077"/>
              <a:gd name="connsiteY21" fmla="*/ 182832 h 377055"/>
              <a:gd name="connsiteX22" fmla="*/ 206278 w 377077"/>
              <a:gd name="connsiteY22" fmla="*/ 189692 h 377055"/>
              <a:gd name="connsiteX23" fmla="*/ 170793 w 377077"/>
              <a:gd name="connsiteY23" fmla="*/ 189692 h 377055"/>
              <a:gd name="connsiteX24" fmla="*/ 172884 w 377077"/>
              <a:gd name="connsiteY24" fmla="*/ 182832 h 377055"/>
              <a:gd name="connsiteX25" fmla="*/ 188570 w 377077"/>
              <a:gd name="connsiteY25" fmla="*/ 154751 h 377055"/>
              <a:gd name="connsiteX26" fmla="*/ 188570 w 377077"/>
              <a:gd name="connsiteY26" fmla="*/ 212788 h 377055"/>
              <a:gd name="connsiteX27" fmla="*/ 211088 w 377077"/>
              <a:gd name="connsiteY27" fmla="*/ 211352 h 377055"/>
              <a:gd name="connsiteX28" fmla="*/ 214364 w 377077"/>
              <a:gd name="connsiteY28" fmla="*/ 243762 h 377055"/>
              <a:gd name="connsiteX29" fmla="*/ 162776 w 377077"/>
              <a:gd name="connsiteY29" fmla="*/ 243762 h 377055"/>
              <a:gd name="connsiteX30" fmla="*/ 166053 w 377077"/>
              <a:gd name="connsiteY30" fmla="*/ 211352 h 377055"/>
              <a:gd name="connsiteX31" fmla="*/ 188570 w 377077"/>
              <a:gd name="connsiteY31" fmla="*/ 212788 h 377055"/>
              <a:gd name="connsiteX32" fmla="*/ 214364 w 377077"/>
              <a:gd name="connsiteY32" fmla="*/ 265854 h 377055"/>
              <a:gd name="connsiteX33" fmla="*/ 211088 w 377077"/>
              <a:gd name="connsiteY33" fmla="*/ 298265 h 377055"/>
              <a:gd name="connsiteX34" fmla="*/ 166053 w 377077"/>
              <a:gd name="connsiteY34" fmla="*/ 298265 h 377055"/>
              <a:gd name="connsiteX35" fmla="*/ 162776 w 377077"/>
              <a:gd name="connsiteY35" fmla="*/ 265854 h 377055"/>
              <a:gd name="connsiteX36" fmla="*/ 148973 w 377077"/>
              <a:gd name="connsiteY36" fmla="*/ 323968 h 377055"/>
              <a:gd name="connsiteX37" fmla="*/ 158454 w 377077"/>
              <a:gd name="connsiteY37" fmla="*/ 350348 h 377055"/>
              <a:gd name="connsiteX38" fmla="*/ 125340 w 377077"/>
              <a:gd name="connsiteY38" fmla="*/ 332459 h 377055"/>
              <a:gd name="connsiteX39" fmla="*/ 148973 w 377077"/>
              <a:gd name="connsiteY39" fmla="*/ 323968 h 377055"/>
              <a:gd name="connsiteX40" fmla="*/ 172884 w 377077"/>
              <a:gd name="connsiteY40" fmla="*/ 326757 h 377055"/>
              <a:gd name="connsiteX41" fmla="*/ 170793 w 377077"/>
              <a:gd name="connsiteY41" fmla="*/ 319897 h 377055"/>
              <a:gd name="connsiteX42" fmla="*/ 206278 w 377077"/>
              <a:gd name="connsiteY42" fmla="*/ 319897 h 377055"/>
              <a:gd name="connsiteX43" fmla="*/ 204186 w 377077"/>
              <a:gd name="connsiteY43" fmla="*/ 326757 h 377055"/>
              <a:gd name="connsiteX44" fmla="*/ 188501 w 377077"/>
              <a:gd name="connsiteY44" fmla="*/ 354837 h 377055"/>
              <a:gd name="connsiteX45" fmla="*/ 172815 w 377077"/>
              <a:gd name="connsiteY45" fmla="*/ 326757 h 377055"/>
              <a:gd name="connsiteX46" fmla="*/ 228098 w 377077"/>
              <a:gd name="connsiteY46" fmla="*/ 323968 h 377055"/>
              <a:gd name="connsiteX47" fmla="*/ 251731 w 377077"/>
              <a:gd name="connsiteY47" fmla="*/ 332459 h 377055"/>
              <a:gd name="connsiteX48" fmla="*/ 218617 w 377077"/>
              <a:gd name="connsiteY48" fmla="*/ 350348 h 377055"/>
              <a:gd name="connsiteX49" fmla="*/ 228098 w 377077"/>
              <a:gd name="connsiteY49" fmla="*/ 323968 h 377055"/>
              <a:gd name="connsiteX50" fmla="*/ 232769 w 377077"/>
              <a:gd name="connsiteY50" fmla="*/ 302357 h 377055"/>
              <a:gd name="connsiteX51" fmla="*/ 236464 w 377077"/>
              <a:gd name="connsiteY51" fmla="*/ 265834 h 377055"/>
              <a:gd name="connsiteX52" fmla="*/ 288122 w 377077"/>
              <a:gd name="connsiteY52" fmla="*/ 265834 h 377055"/>
              <a:gd name="connsiteX53" fmla="*/ 267905 w 377077"/>
              <a:gd name="connsiteY53" fmla="*/ 315853 h 377055"/>
              <a:gd name="connsiteX54" fmla="*/ 232769 w 377077"/>
              <a:gd name="connsiteY54" fmla="*/ 302357 h 377055"/>
              <a:gd name="connsiteX55" fmla="*/ 236464 w 377077"/>
              <a:gd name="connsiteY55" fmla="*/ 243741 h 377055"/>
              <a:gd name="connsiteX56" fmla="*/ 232769 w 377077"/>
              <a:gd name="connsiteY56" fmla="*/ 207225 h 377055"/>
              <a:gd name="connsiteX57" fmla="*/ 267905 w 377077"/>
              <a:gd name="connsiteY57" fmla="*/ 193721 h 377055"/>
              <a:gd name="connsiteX58" fmla="*/ 288122 w 377077"/>
              <a:gd name="connsiteY58" fmla="*/ 243741 h 377055"/>
              <a:gd name="connsiteX59" fmla="*/ 228098 w 377077"/>
              <a:gd name="connsiteY59" fmla="*/ 185628 h 377055"/>
              <a:gd name="connsiteX60" fmla="*/ 218617 w 377077"/>
              <a:gd name="connsiteY60" fmla="*/ 159248 h 377055"/>
              <a:gd name="connsiteX61" fmla="*/ 251731 w 377077"/>
              <a:gd name="connsiteY61" fmla="*/ 177136 h 377055"/>
              <a:gd name="connsiteX62" fmla="*/ 228098 w 377077"/>
              <a:gd name="connsiteY62" fmla="*/ 185628 h 377055"/>
              <a:gd name="connsiteX63" fmla="*/ 148973 w 377077"/>
              <a:gd name="connsiteY63" fmla="*/ 185628 h 377055"/>
              <a:gd name="connsiteX64" fmla="*/ 125340 w 377077"/>
              <a:gd name="connsiteY64" fmla="*/ 177136 h 377055"/>
              <a:gd name="connsiteX65" fmla="*/ 158454 w 377077"/>
              <a:gd name="connsiteY65" fmla="*/ 159248 h 377055"/>
              <a:gd name="connsiteX66" fmla="*/ 148973 w 377077"/>
              <a:gd name="connsiteY66" fmla="*/ 185628 h 377055"/>
              <a:gd name="connsiteX67" fmla="*/ 109236 w 377077"/>
              <a:gd name="connsiteY67" fmla="*/ 193721 h 377055"/>
              <a:gd name="connsiteX68" fmla="*/ 144372 w 377077"/>
              <a:gd name="connsiteY68" fmla="*/ 207225 h 377055"/>
              <a:gd name="connsiteX69" fmla="*/ 140607 w 377077"/>
              <a:gd name="connsiteY69" fmla="*/ 243741 h 377055"/>
              <a:gd name="connsiteX70" fmla="*/ 89019 w 377077"/>
              <a:gd name="connsiteY70" fmla="*/ 243741 h 377055"/>
              <a:gd name="connsiteX71" fmla="*/ 109236 w 377077"/>
              <a:gd name="connsiteY71" fmla="*/ 193721 h 377055"/>
              <a:gd name="connsiteX72" fmla="*/ 188570 w 377077"/>
              <a:gd name="connsiteY72" fmla="*/ 132540 h 377055"/>
              <a:gd name="connsiteX73" fmla="*/ 73264 w 377077"/>
              <a:gd name="connsiteY73" fmla="*/ 214210 h 377055"/>
              <a:gd name="connsiteX74" fmla="*/ 66432 w 377077"/>
              <a:gd name="connsiteY74" fmla="*/ 214210 h 377055"/>
              <a:gd name="connsiteX75" fmla="*/ 22093 w 377077"/>
              <a:gd name="connsiteY75" fmla="*/ 169900 h 377055"/>
              <a:gd name="connsiteX76" fmla="*/ 58972 w 377077"/>
              <a:gd name="connsiteY76" fmla="*/ 126175 h 377055"/>
              <a:gd name="connsiteX77" fmla="*/ 70684 w 377077"/>
              <a:gd name="connsiteY77" fmla="*/ 124203 h 377055"/>
              <a:gd name="connsiteX78" fmla="*/ 67895 w 377077"/>
              <a:gd name="connsiteY78" fmla="*/ 112700 h 377055"/>
              <a:gd name="connsiteX79" fmla="*/ 121924 w 377077"/>
              <a:gd name="connsiteY79" fmla="*/ 24128 h 377055"/>
              <a:gd name="connsiteX80" fmla="*/ 205790 w 377077"/>
              <a:gd name="connsiteY80" fmla="*/ 64681 h 377055"/>
              <a:gd name="connsiteX81" fmla="*/ 210670 w 377077"/>
              <a:gd name="connsiteY81" fmla="*/ 75291 h 377055"/>
              <a:gd name="connsiteX82" fmla="*/ 220987 w 377077"/>
              <a:gd name="connsiteY82" fmla="*/ 69791 h 377055"/>
              <a:gd name="connsiteX83" fmla="*/ 293699 w 377077"/>
              <a:gd name="connsiteY83" fmla="*/ 92023 h 377055"/>
              <a:gd name="connsiteX84" fmla="*/ 299974 w 377077"/>
              <a:gd name="connsiteY84" fmla="*/ 114965 h 377055"/>
              <a:gd name="connsiteX85" fmla="*/ 300392 w 377077"/>
              <a:gd name="connsiteY85" fmla="*/ 125471 h 377055"/>
              <a:gd name="connsiteX86" fmla="*/ 310918 w 377077"/>
              <a:gd name="connsiteY86" fmla="*/ 125548 h 377055"/>
              <a:gd name="connsiteX87" fmla="*/ 355117 w 377077"/>
              <a:gd name="connsiteY87" fmla="*/ 170039 h 377055"/>
              <a:gd name="connsiteX88" fmla="*/ 310570 w 377077"/>
              <a:gd name="connsiteY88" fmla="*/ 214210 h 377055"/>
              <a:gd name="connsiteX89" fmla="*/ 303808 w 377077"/>
              <a:gd name="connsiteY89" fmla="*/ 214210 h 377055"/>
              <a:gd name="connsiteX90" fmla="*/ 188501 w 377077"/>
              <a:gd name="connsiteY90" fmla="*/ 132540 h 377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77077" h="377055">
                <a:moveTo>
                  <a:pt x="377077" y="169893"/>
                </a:moveTo>
                <a:cubicBezTo>
                  <a:pt x="377077" y="136904"/>
                  <a:pt x="352747" y="109319"/>
                  <a:pt x="321027" y="104292"/>
                </a:cubicBezTo>
                <a:cubicBezTo>
                  <a:pt x="313846" y="63021"/>
                  <a:pt x="274598" y="35373"/>
                  <a:pt x="233327" y="42540"/>
                </a:cubicBezTo>
                <a:cubicBezTo>
                  <a:pt x="229074" y="43285"/>
                  <a:pt x="224821" y="44394"/>
                  <a:pt x="220778" y="45858"/>
                </a:cubicBezTo>
                <a:cubicBezTo>
                  <a:pt x="203420" y="17435"/>
                  <a:pt x="172536" y="77"/>
                  <a:pt x="139213" y="0"/>
                </a:cubicBezTo>
                <a:cubicBezTo>
                  <a:pt x="86579" y="0"/>
                  <a:pt x="43775" y="42825"/>
                  <a:pt x="43775" y="95452"/>
                </a:cubicBezTo>
                <a:cubicBezTo>
                  <a:pt x="43775" y="99377"/>
                  <a:pt x="43984" y="103295"/>
                  <a:pt x="44472" y="107185"/>
                </a:cubicBezTo>
                <a:cubicBezTo>
                  <a:pt x="9824" y="119336"/>
                  <a:pt x="-8372" y="157261"/>
                  <a:pt x="3759" y="191888"/>
                </a:cubicBezTo>
                <a:cubicBezTo>
                  <a:pt x="13100" y="218498"/>
                  <a:pt x="38198" y="236310"/>
                  <a:pt x="66432" y="236324"/>
                </a:cubicBezTo>
                <a:lnTo>
                  <a:pt x="67686" y="236324"/>
                </a:lnTo>
                <a:cubicBezTo>
                  <a:pt x="66710" y="242444"/>
                  <a:pt x="66292" y="248621"/>
                  <a:pt x="66292" y="254812"/>
                </a:cubicBezTo>
                <a:cubicBezTo>
                  <a:pt x="66292" y="322218"/>
                  <a:pt x="121087" y="377055"/>
                  <a:pt x="188501" y="377055"/>
                </a:cubicBezTo>
                <a:cubicBezTo>
                  <a:pt x="255914" y="377055"/>
                  <a:pt x="310779" y="322218"/>
                  <a:pt x="310779" y="254812"/>
                </a:cubicBezTo>
                <a:cubicBezTo>
                  <a:pt x="310779" y="248621"/>
                  <a:pt x="310291" y="242444"/>
                  <a:pt x="309385" y="236324"/>
                </a:cubicBezTo>
                <a:lnTo>
                  <a:pt x="310640" y="236324"/>
                </a:lnTo>
                <a:cubicBezTo>
                  <a:pt x="347309" y="236282"/>
                  <a:pt x="377008" y="206563"/>
                  <a:pt x="377077" y="169893"/>
                </a:cubicBezTo>
                <a:close/>
                <a:moveTo>
                  <a:pt x="140677" y="265854"/>
                </a:moveTo>
                <a:cubicBezTo>
                  <a:pt x="141095" y="278096"/>
                  <a:pt x="142350" y="290296"/>
                  <a:pt x="144372" y="302378"/>
                </a:cubicBezTo>
                <a:cubicBezTo>
                  <a:pt x="132172" y="305438"/>
                  <a:pt x="120321" y="309977"/>
                  <a:pt x="109236" y="315874"/>
                </a:cubicBezTo>
                <a:cubicBezTo>
                  <a:pt x="98012" y="301374"/>
                  <a:pt x="91041" y="284071"/>
                  <a:pt x="89019" y="265854"/>
                </a:cubicBezTo>
                <a:close/>
                <a:moveTo>
                  <a:pt x="188570" y="154751"/>
                </a:moveTo>
                <a:cubicBezTo>
                  <a:pt x="190662" y="155790"/>
                  <a:pt x="197564" y="162371"/>
                  <a:pt x="204186" y="182832"/>
                </a:cubicBezTo>
                <a:cubicBezTo>
                  <a:pt x="204953" y="185056"/>
                  <a:pt x="205581" y="187350"/>
                  <a:pt x="206278" y="189692"/>
                </a:cubicBezTo>
                <a:cubicBezTo>
                  <a:pt x="194496" y="191030"/>
                  <a:pt x="182644" y="191030"/>
                  <a:pt x="170793" y="189692"/>
                </a:cubicBezTo>
                <a:cubicBezTo>
                  <a:pt x="171490" y="187350"/>
                  <a:pt x="172187" y="185056"/>
                  <a:pt x="172884" y="182832"/>
                </a:cubicBezTo>
                <a:cubicBezTo>
                  <a:pt x="179577" y="162371"/>
                  <a:pt x="186549" y="155790"/>
                  <a:pt x="188570" y="154751"/>
                </a:cubicBezTo>
                <a:close/>
                <a:moveTo>
                  <a:pt x="188570" y="212788"/>
                </a:moveTo>
                <a:cubicBezTo>
                  <a:pt x="196100" y="212788"/>
                  <a:pt x="203629" y="212307"/>
                  <a:pt x="211088" y="211352"/>
                </a:cubicBezTo>
                <a:cubicBezTo>
                  <a:pt x="212831" y="222074"/>
                  <a:pt x="213946" y="232901"/>
                  <a:pt x="214364" y="243762"/>
                </a:cubicBezTo>
                <a:lnTo>
                  <a:pt x="162776" y="243762"/>
                </a:lnTo>
                <a:cubicBezTo>
                  <a:pt x="163195" y="232901"/>
                  <a:pt x="164240" y="222074"/>
                  <a:pt x="166053" y="211352"/>
                </a:cubicBezTo>
                <a:cubicBezTo>
                  <a:pt x="173512" y="212307"/>
                  <a:pt x="181041" y="212788"/>
                  <a:pt x="188570" y="212788"/>
                </a:cubicBezTo>
                <a:close/>
                <a:moveTo>
                  <a:pt x="214364" y="265854"/>
                </a:moveTo>
                <a:cubicBezTo>
                  <a:pt x="213946" y="276716"/>
                  <a:pt x="212831" y="287542"/>
                  <a:pt x="211088" y="298265"/>
                </a:cubicBezTo>
                <a:cubicBezTo>
                  <a:pt x="196100" y="296347"/>
                  <a:pt x="180972" y="296347"/>
                  <a:pt x="166053" y="298265"/>
                </a:cubicBezTo>
                <a:cubicBezTo>
                  <a:pt x="164240" y="287542"/>
                  <a:pt x="163195" y="276716"/>
                  <a:pt x="162776" y="265854"/>
                </a:cubicBezTo>
                <a:close/>
                <a:moveTo>
                  <a:pt x="148973" y="323968"/>
                </a:moveTo>
                <a:cubicBezTo>
                  <a:pt x="151343" y="333038"/>
                  <a:pt x="154480" y="341864"/>
                  <a:pt x="158454" y="350348"/>
                </a:cubicBezTo>
                <a:cubicBezTo>
                  <a:pt x="146393" y="346534"/>
                  <a:pt x="135169" y="340462"/>
                  <a:pt x="125340" y="332459"/>
                </a:cubicBezTo>
                <a:cubicBezTo>
                  <a:pt x="132938" y="328911"/>
                  <a:pt x="140886" y="326066"/>
                  <a:pt x="148973" y="323968"/>
                </a:cubicBezTo>
                <a:close/>
                <a:moveTo>
                  <a:pt x="172884" y="326757"/>
                </a:moveTo>
                <a:cubicBezTo>
                  <a:pt x="172187" y="324533"/>
                  <a:pt x="171490" y="322239"/>
                  <a:pt x="170793" y="319897"/>
                </a:cubicBezTo>
                <a:cubicBezTo>
                  <a:pt x="182575" y="318558"/>
                  <a:pt x="194496" y="318558"/>
                  <a:pt x="206278" y="319897"/>
                </a:cubicBezTo>
                <a:cubicBezTo>
                  <a:pt x="205581" y="322239"/>
                  <a:pt x="204953" y="324533"/>
                  <a:pt x="204186" y="326757"/>
                </a:cubicBezTo>
                <a:cubicBezTo>
                  <a:pt x="197494" y="347218"/>
                  <a:pt x="190592" y="353799"/>
                  <a:pt x="188501" y="354837"/>
                </a:cubicBezTo>
                <a:cubicBezTo>
                  <a:pt x="186409" y="353799"/>
                  <a:pt x="179507" y="347218"/>
                  <a:pt x="172815" y="326757"/>
                </a:cubicBezTo>
                <a:close/>
                <a:moveTo>
                  <a:pt x="228098" y="323968"/>
                </a:moveTo>
                <a:cubicBezTo>
                  <a:pt x="236185" y="326066"/>
                  <a:pt x="244132" y="328911"/>
                  <a:pt x="251731" y="332459"/>
                </a:cubicBezTo>
                <a:cubicBezTo>
                  <a:pt x="241901" y="340462"/>
                  <a:pt x="230678" y="346534"/>
                  <a:pt x="218617" y="350348"/>
                </a:cubicBezTo>
                <a:cubicBezTo>
                  <a:pt x="222591" y="341864"/>
                  <a:pt x="225728" y="333038"/>
                  <a:pt x="228098" y="323968"/>
                </a:cubicBezTo>
                <a:close/>
                <a:moveTo>
                  <a:pt x="232769" y="302357"/>
                </a:moveTo>
                <a:cubicBezTo>
                  <a:pt x="234721" y="290275"/>
                  <a:pt x="235976" y="278075"/>
                  <a:pt x="236464" y="265834"/>
                </a:cubicBezTo>
                <a:lnTo>
                  <a:pt x="288122" y="265834"/>
                </a:lnTo>
                <a:cubicBezTo>
                  <a:pt x="286100" y="284050"/>
                  <a:pt x="279059" y="301353"/>
                  <a:pt x="267905" y="315853"/>
                </a:cubicBezTo>
                <a:cubicBezTo>
                  <a:pt x="256751" y="309956"/>
                  <a:pt x="244969" y="305424"/>
                  <a:pt x="232769" y="302357"/>
                </a:cubicBezTo>
                <a:close/>
                <a:moveTo>
                  <a:pt x="236464" y="243741"/>
                </a:moveTo>
                <a:cubicBezTo>
                  <a:pt x="235976" y="231499"/>
                  <a:pt x="234721" y="219306"/>
                  <a:pt x="232769" y="207225"/>
                </a:cubicBezTo>
                <a:cubicBezTo>
                  <a:pt x="244969" y="204165"/>
                  <a:pt x="256751" y="199626"/>
                  <a:pt x="267905" y="193721"/>
                </a:cubicBezTo>
                <a:cubicBezTo>
                  <a:pt x="279059" y="208215"/>
                  <a:pt x="286100" y="225525"/>
                  <a:pt x="288122" y="243741"/>
                </a:cubicBezTo>
                <a:close/>
                <a:moveTo>
                  <a:pt x="228098" y="185628"/>
                </a:moveTo>
                <a:cubicBezTo>
                  <a:pt x="225728" y="176558"/>
                  <a:pt x="222591" y="167732"/>
                  <a:pt x="218617" y="159248"/>
                </a:cubicBezTo>
                <a:cubicBezTo>
                  <a:pt x="230678" y="163061"/>
                  <a:pt x="241901" y="169133"/>
                  <a:pt x="251731" y="177136"/>
                </a:cubicBezTo>
                <a:cubicBezTo>
                  <a:pt x="244132" y="180685"/>
                  <a:pt x="236185" y="183529"/>
                  <a:pt x="228098" y="185628"/>
                </a:cubicBezTo>
                <a:close/>
                <a:moveTo>
                  <a:pt x="148973" y="185628"/>
                </a:moveTo>
                <a:cubicBezTo>
                  <a:pt x="140886" y="183529"/>
                  <a:pt x="132938" y="180685"/>
                  <a:pt x="125340" y="177136"/>
                </a:cubicBezTo>
                <a:cubicBezTo>
                  <a:pt x="135169" y="169133"/>
                  <a:pt x="146393" y="163061"/>
                  <a:pt x="158454" y="159248"/>
                </a:cubicBezTo>
                <a:cubicBezTo>
                  <a:pt x="154480" y="167732"/>
                  <a:pt x="151343" y="176558"/>
                  <a:pt x="148973" y="185628"/>
                </a:cubicBezTo>
                <a:close/>
                <a:moveTo>
                  <a:pt x="109236" y="193721"/>
                </a:moveTo>
                <a:cubicBezTo>
                  <a:pt x="120321" y="199626"/>
                  <a:pt x="132172" y="204165"/>
                  <a:pt x="144372" y="207225"/>
                </a:cubicBezTo>
                <a:cubicBezTo>
                  <a:pt x="142350" y="219306"/>
                  <a:pt x="141095" y="231499"/>
                  <a:pt x="140607" y="243741"/>
                </a:cubicBezTo>
                <a:lnTo>
                  <a:pt x="89019" y="243741"/>
                </a:lnTo>
                <a:cubicBezTo>
                  <a:pt x="91041" y="225525"/>
                  <a:pt x="98012" y="208222"/>
                  <a:pt x="109236" y="193721"/>
                </a:cubicBezTo>
                <a:close/>
                <a:moveTo>
                  <a:pt x="188570" y="132540"/>
                </a:moveTo>
                <a:cubicBezTo>
                  <a:pt x="135378" y="132540"/>
                  <a:pt x="89995" y="166700"/>
                  <a:pt x="73264" y="214210"/>
                </a:cubicBezTo>
                <a:lnTo>
                  <a:pt x="66432" y="214210"/>
                </a:lnTo>
                <a:cubicBezTo>
                  <a:pt x="41962" y="214224"/>
                  <a:pt x="22093" y="194384"/>
                  <a:pt x="22093" y="169900"/>
                </a:cubicBezTo>
                <a:cubicBezTo>
                  <a:pt x="22093" y="148275"/>
                  <a:pt x="37639" y="129801"/>
                  <a:pt x="58972" y="126175"/>
                </a:cubicBezTo>
                <a:lnTo>
                  <a:pt x="70684" y="124203"/>
                </a:lnTo>
                <a:lnTo>
                  <a:pt x="67895" y="112700"/>
                </a:lnTo>
                <a:cubicBezTo>
                  <a:pt x="58344" y="73311"/>
                  <a:pt x="82535" y="33658"/>
                  <a:pt x="121924" y="24128"/>
                </a:cubicBezTo>
                <a:cubicBezTo>
                  <a:pt x="156014" y="15888"/>
                  <a:pt x="191080" y="32877"/>
                  <a:pt x="205790" y="64681"/>
                </a:cubicBezTo>
                <a:lnTo>
                  <a:pt x="210670" y="75291"/>
                </a:lnTo>
                <a:lnTo>
                  <a:pt x="220987" y="69791"/>
                </a:lnTo>
                <a:cubicBezTo>
                  <a:pt x="247200" y="55848"/>
                  <a:pt x="279757" y="65803"/>
                  <a:pt x="293699" y="92023"/>
                </a:cubicBezTo>
                <a:cubicBezTo>
                  <a:pt x="297464" y="99105"/>
                  <a:pt x="299625" y="106948"/>
                  <a:pt x="299974" y="114965"/>
                </a:cubicBezTo>
                <a:lnTo>
                  <a:pt x="300392" y="125471"/>
                </a:lnTo>
                <a:lnTo>
                  <a:pt x="310918" y="125548"/>
                </a:lnTo>
                <a:cubicBezTo>
                  <a:pt x="335388" y="125639"/>
                  <a:pt x="355187" y="145563"/>
                  <a:pt x="355117" y="170039"/>
                </a:cubicBezTo>
                <a:cubicBezTo>
                  <a:pt x="354978" y="194523"/>
                  <a:pt x="335109" y="214301"/>
                  <a:pt x="310570" y="214210"/>
                </a:cubicBezTo>
                <a:lnTo>
                  <a:pt x="303808" y="214210"/>
                </a:lnTo>
                <a:cubicBezTo>
                  <a:pt x="287006" y="166686"/>
                  <a:pt x="241692" y="132540"/>
                  <a:pt x="188501" y="132540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grpSp>
        <p:nvGrpSpPr>
          <p:cNvPr id="67" name="Grupo 305">
            <a:extLst>
              <a:ext uri="{FF2B5EF4-FFF2-40B4-BE49-F238E27FC236}">
                <a16:creationId xmlns:a16="http://schemas.microsoft.com/office/drawing/2014/main" id="{6D46E5CF-570B-66B2-B723-AEF7D47091F6}"/>
              </a:ext>
            </a:extLst>
          </p:cNvPr>
          <p:cNvGrpSpPr/>
          <p:nvPr/>
        </p:nvGrpSpPr>
        <p:grpSpPr>
          <a:xfrm>
            <a:off x="392387" y="3249559"/>
            <a:ext cx="377055" cy="274666"/>
            <a:chOff x="3166951" y="3342017"/>
            <a:chExt cx="377055" cy="274666"/>
          </a:xfrm>
        </p:grpSpPr>
        <p:sp>
          <p:nvSpPr>
            <p:cNvPr id="68" name="Forma libre: forma 149">
              <a:extLst>
                <a:ext uri="{FF2B5EF4-FFF2-40B4-BE49-F238E27FC236}">
                  <a16:creationId xmlns:a16="http://schemas.microsoft.com/office/drawing/2014/main" id="{14121F99-C94F-1C6D-5C8C-AC70A9DD15C7}"/>
                </a:ext>
              </a:extLst>
            </p:cNvPr>
            <p:cNvSpPr/>
            <p:nvPr/>
          </p:nvSpPr>
          <p:spPr>
            <a:xfrm>
              <a:off x="3166951" y="3342017"/>
              <a:ext cx="377055" cy="274666"/>
            </a:xfrm>
            <a:custGeom>
              <a:avLst/>
              <a:gdLst>
                <a:gd name="connsiteX0" fmla="*/ 377006 w 377055"/>
                <a:gd name="connsiteY0" fmla="*/ 119908 h 274666"/>
                <a:gd name="connsiteX1" fmla="*/ 354893 w 377055"/>
                <a:gd name="connsiteY1" fmla="*/ 119908 h 274666"/>
                <a:gd name="connsiteX2" fmla="*/ 354893 w 377055"/>
                <a:gd name="connsiteY2" fmla="*/ 0 h 274666"/>
                <a:gd name="connsiteX3" fmla="*/ 332822 w 377055"/>
                <a:gd name="connsiteY3" fmla="*/ 0 h 274666"/>
                <a:gd name="connsiteX4" fmla="*/ 332822 w 377055"/>
                <a:gd name="connsiteY4" fmla="*/ 119908 h 274666"/>
                <a:gd name="connsiteX5" fmla="*/ 44206 w 377055"/>
                <a:gd name="connsiteY5" fmla="*/ 119908 h 274666"/>
                <a:gd name="connsiteX6" fmla="*/ 44206 w 377055"/>
                <a:gd name="connsiteY6" fmla="*/ 0 h 274666"/>
                <a:gd name="connsiteX7" fmla="*/ 22106 w 377055"/>
                <a:gd name="connsiteY7" fmla="*/ 0 h 274666"/>
                <a:gd name="connsiteX8" fmla="*/ 22106 w 377055"/>
                <a:gd name="connsiteY8" fmla="*/ 119908 h 274666"/>
                <a:gd name="connsiteX9" fmla="*/ 0 w 377055"/>
                <a:gd name="connsiteY9" fmla="*/ 119908 h 274666"/>
                <a:gd name="connsiteX10" fmla="*/ 0 w 377055"/>
                <a:gd name="connsiteY10" fmla="*/ 230447 h 274666"/>
                <a:gd name="connsiteX11" fmla="*/ 22106 w 377055"/>
                <a:gd name="connsiteY11" fmla="*/ 230447 h 274666"/>
                <a:gd name="connsiteX12" fmla="*/ 22106 w 377055"/>
                <a:gd name="connsiteY12" fmla="*/ 274666 h 274666"/>
                <a:gd name="connsiteX13" fmla="*/ 354942 w 377055"/>
                <a:gd name="connsiteY13" fmla="*/ 274666 h 274666"/>
                <a:gd name="connsiteX14" fmla="*/ 354942 w 377055"/>
                <a:gd name="connsiteY14" fmla="*/ 230447 h 274666"/>
                <a:gd name="connsiteX15" fmla="*/ 377055 w 377055"/>
                <a:gd name="connsiteY15" fmla="*/ 230447 h 274666"/>
                <a:gd name="connsiteX16" fmla="*/ 332822 w 377055"/>
                <a:gd name="connsiteY16" fmla="*/ 252574 h 274666"/>
                <a:gd name="connsiteX17" fmla="*/ 44206 w 377055"/>
                <a:gd name="connsiteY17" fmla="*/ 252574 h 274666"/>
                <a:gd name="connsiteX18" fmla="*/ 44206 w 377055"/>
                <a:gd name="connsiteY18" fmla="*/ 230447 h 274666"/>
                <a:gd name="connsiteX19" fmla="*/ 332822 w 377055"/>
                <a:gd name="connsiteY19" fmla="*/ 230447 h 274666"/>
                <a:gd name="connsiteX20" fmla="*/ 354935 w 377055"/>
                <a:gd name="connsiteY20" fmla="*/ 208354 h 274666"/>
                <a:gd name="connsiteX21" fmla="*/ 22044 w 377055"/>
                <a:gd name="connsiteY21" fmla="*/ 208354 h 274666"/>
                <a:gd name="connsiteX22" fmla="*/ 22044 w 377055"/>
                <a:gd name="connsiteY22" fmla="*/ 142008 h 274666"/>
                <a:gd name="connsiteX23" fmla="*/ 354914 w 377055"/>
                <a:gd name="connsiteY23" fmla="*/ 142008 h 27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77055" h="274666">
                  <a:moveTo>
                    <a:pt x="377006" y="119908"/>
                  </a:moveTo>
                  <a:lnTo>
                    <a:pt x="354893" y="119908"/>
                  </a:lnTo>
                  <a:lnTo>
                    <a:pt x="354893" y="0"/>
                  </a:lnTo>
                  <a:lnTo>
                    <a:pt x="332822" y="0"/>
                  </a:lnTo>
                  <a:lnTo>
                    <a:pt x="332822" y="119908"/>
                  </a:lnTo>
                  <a:lnTo>
                    <a:pt x="44206" y="119908"/>
                  </a:lnTo>
                  <a:lnTo>
                    <a:pt x="44206" y="0"/>
                  </a:lnTo>
                  <a:lnTo>
                    <a:pt x="22106" y="0"/>
                  </a:lnTo>
                  <a:lnTo>
                    <a:pt x="22106" y="119908"/>
                  </a:lnTo>
                  <a:lnTo>
                    <a:pt x="0" y="119908"/>
                  </a:lnTo>
                  <a:lnTo>
                    <a:pt x="0" y="230447"/>
                  </a:lnTo>
                  <a:lnTo>
                    <a:pt x="22106" y="230447"/>
                  </a:lnTo>
                  <a:lnTo>
                    <a:pt x="22106" y="274666"/>
                  </a:lnTo>
                  <a:lnTo>
                    <a:pt x="354942" y="274666"/>
                  </a:lnTo>
                  <a:lnTo>
                    <a:pt x="354942" y="230447"/>
                  </a:lnTo>
                  <a:lnTo>
                    <a:pt x="377055" y="230447"/>
                  </a:lnTo>
                  <a:close/>
                  <a:moveTo>
                    <a:pt x="332822" y="252574"/>
                  </a:moveTo>
                  <a:lnTo>
                    <a:pt x="44206" y="252574"/>
                  </a:lnTo>
                  <a:lnTo>
                    <a:pt x="44206" y="230447"/>
                  </a:lnTo>
                  <a:lnTo>
                    <a:pt x="332822" y="230447"/>
                  </a:lnTo>
                  <a:close/>
                  <a:moveTo>
                    <a:pt x="354935" y="208354"/>
                  </a:moveTo>
                  <a:lnTo>
                    <a:pt x="22044" y="208354"/>
                  </a:lnTo>
                  <a:lnTo>
                    <a:pt x="22044" y="142008"/>
                  </a:lnTo>
                  <a:lnTo>
                    <a:pt x="354914" y="142008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: forma 150">
              <a:extLst>
                <a:ext uri="{FF2B5EF4-FFF2-40B4-BE49-F238E27FC236}">
                  <a16:creationId xmlns:a16="http://schemas.microsoft.com/office/drawing/2014/main" id="{E6D466EB-BCB6-82EC-A11C-97DB1E038C51}"/>
                </a:ext>
              </a:extLst>
            </p:cNvPr>
            <p:cNvSpPr/>
            <p:nvPr/>
          </p:nvSpPr>
          <p:spPr>
            <a:xfrm>
              <a:off x="3211115" y="3506152"/>
              <a:ext cx="22113" cy="22092"/>
            </a:xfrm>
            <a:custGeom>
              <a:avLst/>
              <a:gdLst>
                <a:gd name="connsiteX0" fmla="*/ 0 w 22113"/>
                <a:gd name="connsiteY0" fmla="*/ 0 h 22092"/>
                <a:gd name="connsiteX1" fmla="*/ 22113 w 22113"/>
                <a:gd name="connsiteY1" fmla="*/ 0 h 22092"/>
                <a:gd name="connsiteX2" fmla="*/ 22113 w 22113"/>
                <a:gd name="connsiteY2" fmla="*/ 22092 h 22092"/>
                <a:gd name="connsiteX3" fmla="*/ 0 w 22113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13" h="22092">
                  <a:moveTo>
                    <a:pt x="0" y="0"/>
                  </a:moveTo>
                  <a:lnTo>
                    <a:pt x="22113" y="0"/>
                  </a:lnTo>
                  <a:lnTo>
                    <a:pt x="22113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: forma 151">
              <a:extLst>
                <a:ext uri="{FF2B5EF4-FFF2-40B4-BE49-F238E27FC236}">
                  <a16:creationId xmlns:a16="http://schemas.microsoft.com/office/drawing/2014/main" id="{B69F4AB9-5E08-633D-F0A9-E8B42270FFCF}"/>
                </a:ext>
              </a:extLst>
            </p:cNvPr>
            <p:cNvSpPr/>
            <p:nvPr/>
          </p:nvSpPr>
          <p:spPr>
            <a:xfrm>
              <a:off x="3255334" y="3506152"/>
              <a:ext cx="22113" cy="22092"/>
            </a:xfrm>
            <a:custGeom>
              <a:avLst/>
              <a:gdLst>
                <a:gd name="connsiteX0" fmla="*/ 0 w 22113"/>
                <a:gd name="connsiteY0" fmla="*/ 0 h 22092"/>
                <a:gd name="connsiteX1" fmla="*/ 22114 w 22113"/>
                <a:gd name="connsiteY1" fmla="*/ 0 h 22092"/>
                <a:gd name="connsiteX2" fmla="*/ 22114 w 22113"/>
                <a:gd name="connsiteY2" fmla="*/ 22092 h 22092"/>
                <a:gd name="connsiteX3" fmla="*/ 0 w 22113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13" h="22092">
                  <a:moveTo>
                    <a:pt x="0" y="0"/>
                  </a:moveTo>
                  <a:lnTo>
                    <a:pt x="22114" y="0"/>
                  </a:lnTo>
                  <a:lnTo>
                    <a:pt x="22114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: forma 152">
              <a:extLst>
                <a:ext uri="{FF2B5EF4-FFF2-40B4-BE49-F238E27FC236}">
                  <a16:creationId xmlns:a16="http://schemas.microsoft.com/office/drawing/2014/main" id="{3E0F7239-A099-8A37-94A6-FD6CDD674AD9}"/>
                </a:ext>
              </a:extLst>
            </p:cNvPr>
            <p:cNvSpPr/>
            <p:nvPr/>
          </p:nvSpPr>
          <p:spPr>
            <a:xfrm>
              <a:off x="3433412" y="3506152"/>
              <a:ext cx="66332" cy="22092"/>
            </a:xfrm>
            <a:custGeom>
              <a:avLst/>
              <a:gdLst>
                <a:gd name="connsiteX0" fmla="*/ 0 w 66332"/>
                <a:gd name="connsiteY0" fmla="*/ 0 h 22092"/>
                <a:gd name="connsiteX1" fmla="*/ 66333 w 66332"/>
                <a:gd name="connsiteY1" fmla="*/ 0 h 22092"/>
                <a:gd name="connsiteX2" fmla="*/ 66333 w 66332"/>
                <a:gd name="connsiteY2" fmla="*/ 22092 h 22092"/>
                <a:gd name="connsiteX3" fmla="*/ 0 w 66332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32" h="22092">
                  <a:moveTo>
                    <a:pt x="0" y="0"/>
                  </a:moveTo>
                  <a:lnTo>
                    <a:pt x="66333" y="0"/>
                  </a:lnTo>
                  <a:lnTo>
                    <a:pt x="66333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9066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build="p"/>
      <p:bldP spid="14" grpId="0" build="p"/>
      <p:bldP spid="16" grpId="0" animBg="1"/>
      <p:bldP spid="17" grpId="0" animBg="1"/>
      <p:bldP spid="54" grpId="0" build="p"/>
      <p:bldP spid="56" grpId="0" build="p"/>
      <p:bldP spid="57" grpId="0" animBg="1"/>
      <p:bldP spid="58" grpId="0" animBg="1"/>
      <p:bldP spid="59" grpId="0" animBg="1"/>
      <p:bldP spid="60" grpId="0" animBg="1"/>
      <p:bldP spid="6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88B2-2ECF-A82E-06B2-0CEB6B22B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9B557C-B403-CF24-241D-E4B4A7C0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91681" y="95160"/>
            <a:ext cx="7696200" cy="715566"/>
          </a:xfrm>
        </p:spPr>
        <p:txBody>
          <a:bodyPr/>
          <a:lstStyle/>
          <a:p>
            <a:r>
              <a:rPr lang="hu-HU" dirty="0"/>
              <a:t>NETCONF: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056CC2A-5AC9-41A5-6FBF-377111CDF232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022863" y="3203454"/>
            <a:ext cx="4476874" cy="392482"/>
          </a:xfrm>
        </p:spPr>
        <p:txBody>
          <a:bodyPr/>
          <a:lstStyle/>
          <a:p>
            <a:r>
              <a:rPr lang="hu-HU" dirty="0"/>
              <a:t>XML-alapú kommunikáció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2F2876-4EF6-53F1-27EE-2058717BECD3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797038" y="4215368"/>
            <a:ext cx="4702699" cy="392482"/>
          </a:xfrm>
        </p:spPr>
        <p:txBody>
          <a:bodyPr/>
          <a:lstStyle/>
          <a:p>
            <a:r>
              <a:rPr lang="hu-HU" dirty="0"/>
              <a:t>SSH-n keresztül működik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80E716B-5270-4633-E0E0-79568913F20B}"/>
              </a:ext>
            </a:extLst>
          </p:cNvPr>
          <p:cNvSpPr/>
          <p:nvPr/>
        </p:nvSpPr>
        <p:spPr>
          <a:xfrm>
            <a:off x="138966" y="2993553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AD4A4AC-4F9D-87C7-ADCC-47A99EEF4E5C}"/>
              </a:ext>
            </a:extLst>
          </p:cNvPr>
          <p:cNvSpPr/>
          <p:nvPr/>
        </p:nvSpPr>
        <p:spPr>
          <a:xfrm>
            <a:off x="138966" y="4028774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8" name="Imagen 47" descr="Forma&#10;&#10;Descripción generada automáticamente">
            <a:extLst>
              <a:ext uri="{FF2B5EF4-FFF2-40B4-BE49-F238E27FC236}">
                <a16:creationId xmlns:a16="http://schemas.microsoft.com/office/drawing/2014/main" id="{7A8C4CAB-D2CE-B9CF-D760-FBCF0856A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781772" y="280775"/>
            <a:ext cx="3322320" cy="880771"/>
          </a:xfrm>
          <a:prstGeom prst="rect">
            <a:avLst/>
          </a:prstGeom>
        </p:spPr>
      </p:pic>
      <p:sp>
        <p:nvSpPr>
          <p:cNvPr id="54" name="Text Placeholder 11">
            <a:extLst>
              <a:ext uri="{FF2B5EF4-FFF2-40B4-BE49-F238E27FC236}">
                <a16:creationId xmlns:a16="http://schemas.microsoft.com/office/drawing/2014/main" id="{5BB31264-8D97-F123-4A3E-56EF6D83A83E}"/>
              </a:ext>
            </a:extLst>
          </p:cNvPr>
          <p:cNvSpPr txBox="1">
            <a:spLocks/>
          </p:cNvSpPr>
          <p:nvPr/>
        </p:nvSpPr>
        <p:spPr>
          <a:xfrm>
            <a:off x="1127381" y="1179110"/>
            <a:ext cx="6087943" cy="39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300" kern="1200">
                <a:solidFill>
                  <a:schemeClr val="bg1"/>
                </a:solidFill>
                <a:latin typeface="Space Mono" panose="02000509040000020004" pitchFamily="49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Szabványos hálózatmenedzsment protokoll</a:t>
            </a:r>
            <a:endParaRPr lang="en-US" dirty="0"/>
          </a:p>
        </p:txBody>
      </p:sp>
      <p:sp>
        <p:nvSpPr>
          <p:cNvPr id="56" name="Text Placeholder 13">
            <a:extLst>
              <a:ext uri="{FF2B5EF4-FFF2-40B4-BE49-F238E27FC236}">
                <a16:creationId xmlns:a16="http://schemas.microsoft.com/office/drawing/2014/main" id="{AE1F7FBD-11F3-1D77-D291-F202CBC67694}"/>
              </a:ext>
            </a:extLst>
          </p:cNvPr>
          <p:cNvSpPr txBox="1">
            <a:spLocks/>
          </p:cNvSpPr>
          <p:nvPr/>
        </p:nvSpPr>
        <p:spPr>
          <a:xfrm>
            <a:off x="601819" y="2144607"/>
            <a:ext cx="8128901" cy="39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300" kern="1200">
                <a:solidFill>
                  <a:schemeClr val="bg1"/>
                </a:solidFill>
                <a:latin typeface="Space Mono" panose="02000509040000020004" pitchFamily="49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Konfiguráció és állapot lekérdezésére/módosítására</a:t>
            </a:r>
            <a:endParaRPr lang="en-US" dirty="0"/>
          </a:p>
        </p:txBody>
      </p:sp>
      <p:sp>
        <p:nvSpPr>
          <p:cNvPr id="57" name="Rectángulo 15">
            <a:extLst>
              <a:ext uri="{FF2B5EF4-FFF2-40B4-BE49-F238E27FC236}">
                <a16:creationId xmlns:a16="http://schemas.microsoft.com/office/drawing/2014/main" id="{7F24A078-7352-F7E0-C50A-634B6928813E}"/>
              </a:ext>
            </a:extLst>
          </p:cNvPr>
          <p:cNvSpPr/>
          <p:nvPr/>
        </p:nvSpPr>
        <p:spPr>
          <a:xfrm>
            <a:off x="138966" y="969725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Rectángulo 16">
            <a:extLst>
              <a:ext uri="{FF2B5EF4-FFF2-40B4-BE49-F238E27FC236}">
                <a16:creationId xmlns:a16="http://schemas.microsoft.com/office/drawing/2014/main" id="{D47D3D1B-27B3-F6B4-EAA6-A6E99E3B876F}"/>
              </a:ext>
            </a:extLst>
          </p:cNvPr>
          <p:cNvSpPr/>
          <p:nvPr/>
        </p:nvSpPr>
        <p:spPr>
          <a:xfrm>
            <a:off x="138966" y="1981639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Forma libre: forma 17">
            <a:extLst>
              <a:ext uri="{FF2B5EF4-FFF2-40B4-BE49-F238E27FC236}">
                <a16:creationId xmlns:a16="http://schemas.microsoft.com/office/drawing/2014/main" id="{A7F23FDA-E546-AB7C-05C3-B9AC7BAD9BB5}"/>
              </a:ext>
            </a:extLst>
          </p:cNvPr>
          <p:cNvSpPr/>
          <p:nvPr/>
        </p:nvSpPr>
        <p:spPr>
          <a:xfrm>
            <a:off x="413279" y="2223991"/>
            <a:ext cx="377082" cy="377109"/>
          </a:xfrm>
          <a:custGeom>
            <a:avLst/>
            <a:gdLst>
              <a:gd name="connsiteX0" fmla="*/ 349120 w 377082"/>
              <a:gd name="connsiteY0" fmla="*/ 300707 h 377109"/>
              <a:gd name="connsiteX1" fmla="*/ 349120 w 377082"/>
              <a:gd name="connsiteY1" fmla="*/ 247027 h 377109"/>
              <a:gd name="connsiteX2" fmla="*/ 199584 w 377082"/>
              <a:gd name="connsiteY2" fmla="*/ 247027 h 377109"/>
              <a:gd name="connsiteX3" fmla="*/ 199584 w 377082"/>
              <a:gd name="connsiteY3" fmla="*/ 217050 h 377109"/>
              <a:gd name="connsiteX4" fmla="*/ 299630 w 377082"/>
              <a:gd name="connsiteY4" fmla="*/ 217050 h 377109"/>
              <a:gd name="connsiteX5" fmla="*/ 361125 w 377082"/>
              <a:gd name="connsiteY5" fmla="*/ 155681 h 377109"/>
              <a:gd name="connsiteX6" fmla="*/ 309962 w 377082"/>
              <a:gd name="connsiteY6" fmla="*/ 95050 h 377109"/>
              <a:gd name="connsiteX7" fmla="*/ 228389 w 377082"/>
              <a:gd name="connsiteY7" fmla="*/ 38882 h 377109"/>
              <a:gd name="connsiteX8" fmla="*/ 218274 w 377082"/>
              <a:gd name="connsiteY8" fmla="*/ 41538 h 377109"/>
              <a:gd name="connsiteX9" fmla="*/ 97320 w 377082"/>
              <a:gd name="connsiteY9" fmla="*/ 13213 h 377109"/>
              <a:gd name="connsiteX10" fmla="*/ 56370 w 377082"/>
              <a:gd name="connsiteY10" fmla="*/ 97874 h 377109"/>
              <a:gd name="connsiteX11" fmla="*/ 19763 w 377082"/>
              <a:gd name="connsiteY11" fmla="*/ 176686 h 377109"/>
              <a:gd name="connsiteX12" fmla="*/ 77445 w 377082"/>
              <a:gd name="connsiteY12" fmla="*/ 217029 h 377109"/>
              <a:gd name="connsiteX13" fmla="*/ 177491 w 377082"/>
              <a:gd name="connsiteY13" fmla="*/ 217029 h 377109"/>
              <a:gd name="connsiteX14" fmla="*/ 177491 w 377082"/>
              <a:gd name="connsiteY14" fmla="*/ 247006 h 377109"/>
              <a:gd name="connsiteX15" fmla="*/ 27962 w 377082"/>
              <a:gd name="connsiteY15" fmla="*/ 247006 h 377109"/>
              <a:gd name="connsiteX16" fmla="*/ 27962 w 377082"/>
              <a:gd name="connsiteY16" fmla="*/ 300686 h 377109"/>
              <a:gd name="connsiteX17" fmla="*/ 1610 w 377082"/>
              <a:gd name="connsiteY17" fmla="*/ 349130 h 377109"/>
              <a:gd name="connsiteX18" fmla="*/ 50054 w 377082"/>
              <a:gd name="connsiteY18" fmla="*/ 375489 h 377109"/>
              <a:gd name="connsiteX19" fmla="*/ 76406 w 377082"/>
              <a:gd name="connsiteY19" fmla="*/ 327038 h 377109"/>
              <a:gd name="connsiteX20" fmla="*/ 50054 w 377082"/>
              <a:gd name="connsiteY20" fmla="*/ 300686 h 377109"/>
              <a:gd name="connsiteX21" fmla="*/ 50054 w 377082"/>
              <a:gd name="connsiteY21" fmla="*/ 269099 h 377109"/>
              <a:gd name="connsiteX22" fmla="*/ 177491 w 377082"/>
              <a:gd name="connsiteY22" fmla="*/ 269099 h 377109"/>
              <a:gd name="connsiteX23" fmla="*/ 177491 w 377082"/>
              <a:gd name="connsiteY23" fmla="*/ 300686 h 377109"/>
              <a:gd name="connsiteX24" fmla="*/ 151133 w 377082"/>
              <a:gd name="connsiteY24" fmla="*/ 349137 h 377109"/>
              <a:gd name="connsiteX25" fmla="*/ 199584 w 377082"/>
              <a:gd name="connsiteY25" fmla="*/ 375503 h 377109"/>
              <a:gd name="connsiteX26" fmla="*/ 225943 w 377082"/>
              <a:gd name="connsiteY26" fmla="*/ 327045 h 377109"/>
              <a:gd name="connsiteX27" fmla="*/ 199584 w 377082"/>
              <a:gd name="connsiteY27" fmla="*/ 300686 h 377109"/>
              <a:gd name="connsiteX28" fmla="*/ 199584 w 377082"/>
              <a:gd name="connsiteY28" fmla="*/ 269099 h 377109"/>
              <a:gd name="connsiteX29" fmla="*/ 327028 w 377082"/>
              <a:gd name="connsiteY29" fmla="*/ 269099 h 377109"/>
              <a:gd name="connsiteX30" fmla="*/ 327028 w 377082"/>
              <a:gd name="connsiteY30" fmla="*/ 300686 h 377109"/>
              <a:gd name="connsiteX31" fmla="*/ 300676 w 377082"/>
              <a:gd name="connsiteY31" fmla="*/ 349130 h 377109"/>
              <a:gd name="connsiteX32" fmla="*/ 349120 w 377082"/>
              <a:gd name="connsiteY32" fmla="*/ 375489 h 377109"/>
              <a:gd name="connsiteX33" fmla="*/ 375472 w 377082"/>
              <a:gd name="connsiteY33" fmla="*/ 327038 h 377109"/>
              <a:gd name="connsiteX34" fmla="*/ 349120 w 377082"/>
              <a:gd name="connsiteY34" fmla="*/ 300686 h 377109"/>
              <a:gd name="connsiteX35" fmla="*/ 38112 w 377082"/>
              <a:gd name="connsiteY35" fmla="*/ 155611 h 377109"/>
              <a:gd name="connsiteX36" fmla="*/ 70836 w 377082"/>
              <a:gd name="connsiteY36" fmla="*/ 116836 h 377109"/>
              <a:gd name="connsiteX37" fmla="*/ 82506 w 377082"/>
              <a:gd name="connsiteY37" fmla="*/ 114863 h 377109"/>
              <a:gd name="connsiteX38" fmla="*/ 79718 w 377082"/>
              <a:gd name="connsiteY38" fmla="*/ 103354 h 377109"/>
              <a:gd name="connsiteX39" fmla="*/ 128148 w 377082"/>
              <a:gd name="connsiteY39" fmla="*/ 23956 h 377109"/>
              <a:gd name="connsiteX40" fmla="*/ 203341 w 377082"/>
              <a:gd name="connsiteY40" fmla="*/ 60319 h 377109"/>
              <a:gd name="connsiteX41" fmla="*/ 208221 w 377082"/>
              <a:gd name="connsiteY41" fmla="*/ 70936 h 377109"/>
              <a:gd name="connsiteX42" fmla="*/ 218539 w 377082"/>
              <a:gd name="connsiteY42" fmla="*/ 65436 h 377109"/>
              <a:gd name="connsiteX43" fmla="*/ 241043 w 377082"/>
              <a:gd name="connsiteY43" fmla="*/ 59824 h 377109"/>
              <a:gd name="connsiteX44" fmla="*/ 288964 w 377082"/>
              <a:gd name="connsiteY44" fmla="*/ 105675 h 377109"/>
              <a:gd name="connsiteX45" fmla="*/ 289403 w 377082"/>
              <a:gd name="connsiteY45" fmla="*/ 116181 h 377109"/>
              <a:gd name="connsiteX46" fmla="*/ 299923 w 377082"/>
              <a:gd name="connsiteY46" fmla="*/ 116258 h 377109"/>
              <a:gd name="connsiteX47" fmla="*/ 338607 w 377082"/>
              <a:gd name="connsiteY47" fmla="*/ 156238 h 377109"/>
              <a:gd name="connsiteX48" fmla="*/ 299630 w 377082"/>
              <a:gd name="connsiteY48" fmla="*/ 194930 h 377109"/>
              <a:gd name="connsiteX49" fmla="*/ 77445 w 377082"/>
              <a:gd name="connsiteY49" fmla="*/ 194930 h 377109"/>
              <a:gd name="connsiteX50" fmla="*/ 38112 w 377082"/>
              <a:gd name="connsiteY50" fmla="*/ 155590 h 377109"/>
              <a:gd name="connsiteX51" fmla="*/ 55910 w 377082"/>
              <a:gd name="connsiteY51" fmla="*/ 338102 h 377109"/>
              <a:gd name="connsiteX52" fmla="*/ 39005 w 377082"/>
              <a:gd name="connsiteY52" fmla="*/ 355007 h 377109"/>
              <a:gd name="connsiteX53" fmla="*/ 22099 w 377082"/>
              <a:gd name="connsiteY53" fmla="*/ 338102 h 377109"/>
              <a:gd name="connsiteX54" fmla="*/ 39005 w 377082"/>
              <a:gd name="connsiteY54" fmla="*/ 321196 h 377109"/>
              <a:gd name="connsiteX55" fmla="*/ 39011 w 377082"/>
              <a:gd name="connsiteY55" fmla="*/ 321196 h 377109"/>
              <a:gd name="connsiteX56" fmla="*/ 55910 w 377082"/>
              <a:gd name="connsiteY56" fmla="*/ 338102 h 377109"/>
              <a:gd name="connsiteX57" fmla="*/ 205447 w 377082"/>
              <a:gd name="connsiteY57" fmla="*/ 338102 h 377109"/>
              <a:gd name="connsiteX58" fmla="*/ 188541 w 377082"/>
              <a:gd name="connsiteY58" fmla="*/ 355007 h 377109"/>
              <a:gd name="connsiteX59" fmla="*/ 171636 w 377082"/>
              <a:gd name="connsiteY59" fmla="*/ 338102 h 377109"/>
              <a:gd name="connsiteX60" fmla="*/ 188541 w 377082"/>
              <a:gd name="connsiteY60" fmla="*/ 321196 h 377109"/>
              <a:gd name="connsiteX61" fmla="*/ 205447 w 377082"/>
              <a:gd name="connsiteY61" fmla="*/ 338102 h 377109"/>
              <a:gd name="connsiteX62" fmla="*/ 338071 w 377082"/>
              <a:gd name="connsiteY62" fmla="*/ 355000 h 377109"/>
              <a:gd name="connsiteX63" fmla="*/ 321165 w 377082"/>
              <a:gd name="connsiteY63" fmla="*/ 338095 h 377109"/>
              <a:gd name="connsiteX64" fmla="*/ 338071 w 377082"/>
              <a:gd name="connsiteY64" fmla="*/ 321189 h 377109"/>
              <a:gd name="connsiteX65" fmla="*/ 354976 w 377082"/>
              <a:gd name="connsiteY65" fmla="*/ 338095 h 377109"/>
              <a:gd name="connsiteX66" fmla="*/ 354976 w 377082"/>
              <a:gd name="connsiteY66" fmla="*/ 338102 h 377109"/>
              <a:gd name="connsiteX67" fmla="*/ 338071 w 377082"/>
              <a:gd name="connsiteY67" fmla="*/ 355000 h 3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77082" h="377109">
                <a:moveTo>
                  <a:pt x="349120" y="300707"/>
                </a:moveTo>
                <a:lnTo>
                  <a:pt x="349120" y="247027"/>
                </a:lnTo>
                <a:lnTo>
                  <a:pt x="199584" y="247027"/>
                </a:lnTo>
                <a:lnTo>
                  <a:pt x="199584" y="217050"/>
                </a:lnTo>
                <a:lnTo>
                  <a:pt x="299630" y="217050"/>
                </a:lnTo>
                <a:cubicBezTo>
                  <a:pt x="333560" y="217085"/>
                  <a:pt x="361090" y="189611"/>
                  <a:pt x="361125" y="155681"/>
                </a:cubicBezTo>
                <a:cubicBezTo>
                  <a:pt x="361153" y="125690"/>
                  <a:pt x="339528" y="100063"/>
                  <a:pt x="309962" y="95050"/>
                </a:cubicBezTo>
                <a:cubicBezTo>
                  <a:pt x="302949" y="57015"/>
                  <a:pt x="266426" y="31862"/>
                  <a:pt x="228389" y="38882"/>
                </a:cubicBezTo>
                <a:cubicBezTo>
                  <a:pt x="224953" y="39509"/>
                  <a:pt x="221572" y="40402"/>
                  <a:pt x="218274" y="41538"/>
                </a:cubicBezTo>
                <a:cubicBezTo>
                  <a:pt x="192696" y="316"/>
                  <a:pt x="138542" y="-12365"/>
                  <a:pt x="97320" y="13213"/>
                </a:cubicBezTo>
                <a:cubicBezTo>
                  <a:pt x="68445" y="31137"/>
                  <a:pt x="52494" y="64111"/>
                  <a:pt x="56370" y="97874"/>
                </a:cubicBezTo>
                <a:cubicBezTo>
                  <a:pt x="24497" y="109530"/>
                  <a:pt x="8107" y="144813"/>
                  <a:pt x="19763" y="176686"/>
                </a:cubicBezTo>
                <a:cubicBezTo>
                  <a:pt x="28617" y="200904"/>
                  <a:pt x="51658" y="217015"/>
                  <a:pt x="77445" y="217029"/>
                </a:cubicBezTo>
                <a:lnTo>
                  <a:pt x="177491" y="217029"/>
                </a:lnTo>
                <a:lnTo>
                  <a:pt x="177491" y="247006"/>
                </a:lnTo>
                <a:lnTo>
                  <a:pt x="27962" y="247006"/>
                </a:lnTo>
                <a:lnTo>
                  <a:pt x="27962" y="300686"/>
                </a:lnTo>
                <a:cubicBezTo>
                  <a:pt x="7306" y="306786"/>
                  <a:pt x="-4497" y="328474"/>
                  <a:pt x="1610" y="349130"/>
                </a:cubicBezTo>
                <a:cubicBezTo>
                  <a:pt x="7710" y="369787"/>
                  <a:pt x="29398" y="381589"/>
                  <a:pt x="50054" y="375489"/>
                </a:cubicBezTo>
                <a:cubicBezTo>
                  <a:pt x="70711" y="369389"/>
                  <a:pt x="82506" y="347694"/>
                  <a:pt x="76406" y="327038"/>
                </a:cubicBezTo>
                <a:cubicBezTo>
                  <a:pt x="72662" y="314357"/>
                  <a:pt x="62742" y="304430"/>
                  <a:pt x="50054" y="300686"/>
                </a:cubicBezTo>
                <a:lnTo>
                  <a:pt x="50054" y="269099"/>
                </a:lnTo>
                <a:lnTo>
                  <a:pt x="177491" y="269099"/>
                </a:lnTo>
                <a:lnTo>
                  <a:pt x="177491" y="300686"/>
                </a:lnTo>
                <a:cubicBezTo>
                  <a:pt x="156828" y="306786"/>
                  <a:pt x="145025" y="328481"/>
                  <a:pt x="151133" y="349137"/>
                </a:cubicBezTo>
                <a:cubicBezTo>
                  <a:pt x="157233" y="369801"/>
                  <a:pt x="178920" y="381603"/>
                  <a:pt x="199584" y="375503"/>
                </a:cubicBezTo>
                <a:cubicBezTo>
                  <a:pt x="220247" y="369403"/>
                  <a:pt x="232049" y="347708"/>
                  <a:pt x="225943" y="327045"/>
                </a:cubicBezTo>
                <a:cubicBezTo>
                  <a:pt x="222199" y="314357"/>
                  <a:pt x="212272" y="304430"/>
                  <a:pt x="199584" y="300686"/>
                </a:cubicBezTo>
                <a:lnTo>
                  <a:pt x="199584" y="269099"/>
                </a:lnTo>
                <a:lnTo>
                  <a:pt x="327028" y="269099"/>
                </a:lnTo>
                <a:lnTo>
                  <a:pt x="327028" y="300686"/>
                </a:lnTo>
                <a:cubicBezTo>
                  <a:pt x="306372" y="306786"/>
                  <a:pt x="294569" y="328474"/>
                  <a:pt x="300676" y="349130"/>
                </a:cubicBezTo>
                <a:cubicBezTo>
                  <a:pt x="306776" y="369787"/>
                  <a:pt x="328464" y="381589"/>
                  <a:pt x="349120" y="375489"/>
                </a:cubicBezTo>
                <a:cubicBezTo>
                  <a:pt x="369777" y="369389"/>
                  <a:pt x="381579" y="347694"/>
                  <a:pt x="375472" y="327038"/>
                </a:cubicBezTo>
                <a:cubicBezTo>
                  <a:pt x="371729" y="314357"/>
                  <a:pt x="361808" y="304430"/>
                  <a:pt x="349120" y="300686"/>
                </a:cubicBezTo>
                <a:close/>
                <a:moveTo>
                  <a:pt x="38112" y="155611"/>
                </a:moveTo>
                <a:cubicBezTo>
                  <a:pt x="38056" y="136419"/>
                  <a:pt x="51902" y="120001"/>
                  <a:pt x="70836" y="116836"/>
                </a:cubicBezTo>
                <a:lnTo>
                  <a:pt x="82506" y="114863"/>
                </a:lnTo>
                <a:lnTo>
                  <a:pt x="79718" y="103354"/>
                </a:lnTo>
                <a:cubicBezTo>
                  <a:pt x="71164" y="68057"/>
                  <a:pt x="92852" y="32510"/>
                  <a:pt x="128148" y="23956"/>
                </a:cubicBezTo>
                <a:cubicBezTo>
                  <a:pt x="158683" y="16560"/>
                  <a:pt x="190179" y="31792"/>
                  <a:pt x="203341" y="60319"/>
                </a:cubicBezTo>
                <a:lnTo>
                  <a:pt x="208221" y="70936"/>
                </a:lnTo>
                <a:lnTo>
                  <a:pt x="218539" y="65436"/>
                </a:lnTo>
                <a:cubicBezTo>
                  <a:pt x="225455" y="61727"/>
                  <a:pt x="233193" y="59796"/>
                  <a:pt x="241043" y="59824"/>
                </a:cubicBezTo>
                <a:cubicBezTo>
                  <a:pt x="266746" y="59734"/>
                  <a:pt x="287918" y="79993"/>
                  <a:pt x="288964" y="105675"/>
                </a:cubicBezTo>
                <a:lnTo>
                  <a:pt x="289403" y="116181"/>
                </a:lnTo>
                <a:lnTo>
                  <a:pt x="299923" y="116258"/>
                </a:lnTo>
                <a:cubicBezTo>
                  <a:pt x="321646" y="116613"/>
                  <a:pt x="338970" y="134516"/>
                  <a:pt x="338607" y="156238"/>
                </a:cubicBezTo>
                <a:cubicBezTo>
                  <a:pt x="338259" y="177571"/>
                  <a:pt x="320963" y="194735"/>
                  <a:pt x="299630" y="194930"/>
                </a:cubicBezTo>
                <a:lnTo>
                  <a:pt x="77445" y="194930"/>
                </a:lnTo>
                <a:cubicBezTo>
                  <a:pt x="55729" y="194902"/>
                  <a:pt x="38133" y="177306"/>
                  <a:pt x="38112" y="155590"/>
                </a:cubicBezTo>
                <a:close/>
                <a:moveTo>
                  <a:pt x="55910" y="338102"/>
                </a:moveTo>
                <a:cubicBezTo>
                  <a:pt x="55910" y="347436"/>
                  <a:pt x="48339" y="355007"/>
                  <a:pt x="39005" y="355007"/>
                </a:cubicBezTo>
                <a:cubicBezTo>
                  <a:pt x="29670" y="355007"/>
                  <a:pt x="22099" y="347436"/>
                  <a:pt x="22099" y="338102"/>
                </a:cubicBezTo>
                <a:cubicBezTo>
                  <a:pt x="22099" y="328767"/>
                  <a:pt x="29670" y="321196"/>
                  <a:pt x="39005" y="321196"/>
                </a:cubicBezTo>
                <a:cubicBezTo>
                  <a:pt x="39005" y="321196"/>
                  <a:pt x="39011" y="321196"/>
                  <a:pt x="39011" y="321196"/>
                </a:cubicBezTo>
                <a:cubicBezTo>
                  <a:pt x="48346" y="321203"/>
                  <a:pt x="55903" y="328767"/>
                  <a:pt x="55910" y="338102"/>
                </a:cubicBezTo>
                <a:close/>
                <a:moveTo>
                  <a:pt x="205447" y="338102"/>
                </a:moveTo>
                <a:cubicBezTo>
                  <a:pt x="205447" y="347436"/>
                  <a:pt x="197876" y="355007"/>
                  <a:pt x="188541" y="355007"/>
                </a:cubicBezTo>
                <a:cubicBezTo>
                  <a:pt x="179206" y="355007"/>
                  <a:pt x="171636" y="347436"/>
                  <a:pt x="171636" y="338102"/>
                </a:cubicBezTo>
                <a:cubicBezTo>
                  <a:pt x="171636" y="328767"/>
                  <a:pt x="179206" y="321196"/>
                  <a:pt x="188541" y="321196"/>
                </a:cubicBezTo>
                <a:cubicBezTo>
                  <a:pt x="197876" y="321203"/>
                  <a:pt x="205440" y="328767"/>
                  <a:pt x="205447" y="338102"/>
                </a:cubicBezTo>
                <a:close/>
                <a:moveTo>
                  <a:pt x="338071" y="355000"/>
                </a:moveTo>
                <a:cubicBezTo>
                  <a:pt x="328736" y="355000"/>
                  <a:pt x="321165" y="347429"/>
                  <a:pt x="321165" y="338095"/>
                </a:cubicBezTo>
                <a:cubicBezTo>
                  <a:pt x="321165" y="328760"/>
                  <a:pt x="328736" y="321189"/>
                  <a:pt x="338071" y="321189"/>
                </a:cubicBezTo>
                <a:cubicBezTo>
                  <a:pt x="347405" y="321189"/>
                  <a:pt x="354976" y="328760"/>
                  <a:pt x="354976" y="338095"/>
                </a:cubicBezTo>
                <a:cubicBezTo>
                  <a:pt x="354976" y="338095"/>
                  <a:pt x="354976" y="338102"/>
                  <a:pt x="354976" y="338102"/>
                </a:cubicBezTo>
                <a:cubicBezTo>
                  <a:pt x="354969" y="347436"/>
                  <a:pt x="347405" y="354993"/>
                  <a:pt x="338071" y="355000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60" name="Forma libre: forma 18">
            <a:extLst>
              <a:ext uri="{FF2B5EF4-FFF2-40B4-BE49-F238E27FC236}">
                <a16:creationId xmlns:a16="http://schemas.microsoft.com/office/drawing/2014/main" id="{B3F1F41B-63AA-77B5-F1AB-0C7ED0F3E068}"/>
              </a:ext>
            </a:extLst>
          </p:cNvPr>
          <p:cNvSpPr/>
          <p:nvPr/>
        </p:nvSpPr>
        <p:spPr>
          <a:xfrm>
            <a:off x="402845" y="1234221"/>
            <a:ext cx="377055" cy="377048"/>
          </a:xfrm>
          <a:custGeom>
            <a:avLst/>
            <a:gdLst>
              <a:gd name="connsiteX0" fmla="*/ 188528 w 377055"/>
              <a:gd name="connsiteY0" fmla="*/ 0 h 377048"/>
              <a:gd name="connsiteX1" fmla="*/ 0 w 377055"/>
              <a:gd name="connsiteY1" fmla="*/ 188528 h 377048"/>
              <a:gd name="connsiteX2" fmla="*/ 188528 w 377055"/>
              <a:gd name="connsiteY2" fmla="*/ 377048 h 377048"/>
              <a:gd name="connsiteX3" fmla="*/ 377055 w 377055"/>
              <a:gd name="connsiteY3" fmla="*/ 188528 h 377048"/>
              <a:gd name="connsiteX4" fmla="*/ 188528 w 377055"/>
              <a:gd name="connsiteY4" fmla="*/ 0 h 377048"/>
              <a:gd name="connsiteX5" fmla="*/ 177485 w 377055"/>
              <a:gd name="connsiteY5" fmla="*/ 92531 h 377048"/>
              <a:gd name="connsiteX6" fmla="*/ 128155 w 377055"/>
              <a:gd name="connsiteY6" fmla="*/ 85609 h 377048"/>
              <a:gd name="connsiteX7" fmla="*/ 136417 w 377055"/>
              <a:gd name="connsiteY7" fmla="*/ 68354 h 377048"/>
              <a:gd name="connsiteX8" fmla="*/ 177485 w 377055"/>
              <a:gd name="connsiteY8" fmla="*/ 24435 h 377048"/>
              <a:gd name="connsiteX9" fmla="*/ 177485 w 377055"/>
              <a:gd name="connsiteY9" fmla="*/ 114645 h 377048"/>
              <a:gd name="connsiteX10" fmla="*/ 177485 w 377055"/>
              <a:gd name="connsiteY10" fmla="*/ 177478 h 377048"/>
              <a:gd name="connsiteX11" fmla="*/ 108468 w 377055"/>
              <a:gd name="connsiteY11" fmla="*/ 177478 h 377048"/>
              <a:gd name="connsiteX12" fmla="*/ 120529 w 377055"/>
              <a:gd name="connsiteY12" fmla="*/ 106460 h 377048"/>
              <a:gd name="connsiteX13" fmla="*/ 177464 w 377055"/>
              <a:gd name="connsiteY13" fmla="*/ 114645 h 377048"/>
              <a:gd name="connsiteX14" fmla="*/ 177485 w 377055"/>
              <a:gd name="connsiteY14" fmla="*/ 199570 h 377048"/>
              <a:gd name="connsiteX15" fmla="*/ 177485 w 377055"/>
              <a:gd name="connsiteY15" fmla="*/ 262403 h 377048"/>
              <a:gd name="connsiteX16" fmla="*/ 120550 w 377055"/>
              <a:gd name="connsiteY16" fmla="*/ 270588 h 377048"/>
              <a:gd name="connsiteX17" fmla="*/ 108489 w 377055"/>
              <a:gd name="connsiteY17" fmla="*/ 199570 h 377048"/>
              <a:gd name="connsiteX18" fmla="*/ 177485 w 377055"/>
              <a:gd name="connsiteY18" fmla="*/ 284517 h 377048"/>
              <a:gd name="connsiteX19" fmla="*/ 177485 w 377055"/>
              <a:gd name="connsiteY19" fmla="*/ 352593 h 377048"/>
              <a:gd name="connsiteX20" fmla="*/ 136417 w 377055"/>
              <a:gd name="connsiteY20" fmla="*/ 308673 h 377048"/>
              <a:gd name="connsiteX21" fmla="*/ 128155 w 377055"/>
              <a:gd name="connsiteY21" fmla="*/ 291419 h 377048"/>
              <a:gd name="connsiteX22" fmla="*/ 177485 w 377055"/>
              <a:gd name="connsiteY22" fmla="*/ 284496 h 377048"/>
              <a:gd name="connsiteX23" fmla="*/ 199577 w 377055"/>
              <a:gd name="connsiteY23" fmla="*/ 284517 h 377048"/>
              <a:gd name="connsiteX24" fmla="*/ 248900 w 377055"/>
              <a:gd name="connsiteY24" fmla="*/ 291439 h 377048"/>
              <a:gd name="connsiteX25" fmla="*/ 240646 w 377055"/>
              <a:gd name="connsiteY25" fmla="*/ 308694 h 377048"/>
              <a:gd name="connsiteX26" fmla="*/ 199577 w 377055"/>
              <a:gd name="connsiteY26" fmla="*/ 352613 h 377048"/>
              <a:gd name="connsiteX27" fmla="*/ 199577 w 377055"/>
              <a:gd name="connsiteY27" fmla="*/ 262403 h 377048"/>
              <a:gd name="connsiteX28" fmla="*/ 199577 w 377055"/>
              <a:gd name="connsiteY28" fmla="*/ 199570 h 377048"/>
              <a:gd name="connsiteX29" fmla="*/ 268594 w 377055"/>
              <a:gd name="connsiteY29" fmla="*/ 199570 h 377048"/>
              <a:gd name="connsiteX30" fmla="*/ 256527 w 377055"/>
              <a:gd name="connsiteY30" fmla="*/ 270588 h 377048"/>
              <a:gd name="connsiteX31" fmla="*/ 199598 w 377055"/>
              <a:gd name="connsiteY31" fmla="*/ 262403 h 377048"/>
              <a:gd name="connsiteX32" fmla="*/ 199577 w 377055"/>
              <a:gd name="connsiteY32" fmla="*/ 177478 h 377048"/>
              <a:gd name="connsiteX33" fmla="*/ 199577 w 377055"/>
              <a:gd name="connsiteY33" fmla="*/ 114645 h 377048"/>
              <a:gd name="connsiteX34" fmla="*/ 256506 w 377055"/>
              <a:gd name="connsiteY34" fmla="*/ 106460 h 377048"/>
              <a:gd name="connsiteX35" fmla="*/ 268573 w 377055"/>
              <a:gd name="connsiteY35" fmla="*/ 177478 h 377048"/>
              <a:gd name="connsiteX36" fmla="*/ 199577 w 377055"/>
              <a:gd name="connsiteY36" fmla="*/ 92531 h 377048"/>
              <a:gd name="connsiteX37" fmla="*/ 199577 w 377055"/>
              <a:gd name="connsiteY37" fmla="*/ 24456 h 377048"/>
              <a:gd name="connsiteX38" fmla="*/ 240646 w 377055"/>
              <a:gd name="connsiteY38" fmla="*/ 68376 h 377048"/>
              <a:gd name="connsiteX39" fmla="*/ 248900 w 377055"/>
              <a:gd name="connsiteY39" fmla="*/ 85630 h 377048"/>
              <a:gd name="connsiteX40" fmla="*/ 199577 w 377055"/>
              <a:gd name="connsiteY40" fmla="*/ 92553 h 377048"/>
              <a:gd name="connsiteX41" fmla="*/ 260061 w 377055"/>
              <a:gd name="connsiteY41" fmla="*/ 57814 h 377048"/>
              <a:gd name="connsiteX42" fmla="*/ 242187 w 377055"/>
              <a:gd name="connsiteY42" fmla="*/ 30967 h 377048"/>
              <a:gd name="connsiteX43" fmla="*/ 301109 w 377055"/>
              <a:gd name="connsiteY43" fmla="*/ 66054 h 377048"/>
              <a:gd name="connsiteX44" fmla="*/ 270288 w 377055"/>
              <a:gd name="connsiteY44" fmla="*/ 79390 h 377048"/>
              <a:gd name="connsiteX45" fmla="*/ 260061 w 377055"/>
              <a:gd name="connsiteY45" fmla="*/ 57814 h 377048"/>
              <a:gd name="connsiteX46" fmla="*/ 116994 w 377055"/>
              <a:gd name="connsiteY46" fmla="*/ 57814 h 377048"/>
              <a:gd name="connsiteX47" fmla="*/ 106767 w 377055"/>
              <a:gd name="connsiteY47" fmla="*/ 79390 h 377048"/>
              <a:gd name="connsiteX48" fmla="*/ 75954 w 377055"/>
              <a:gd name="connsiteY48" fmla="*/ 66054 h 377048"/>
              <a:gd name="connsiteX49" fmla="*/ 134876 w 377055"/>
              <a:gd name="connsiteY49" fmla="*/ 30967 h 377048"/>
              <a:gd name="connsiteX50" fmla="*/ 116994 w 377055"/>
              <a:gd name="connsiteY50" fmla="*/ 57814 h 377048"/>
              <a:gd name="connsiteX51" fmla="*/ 99294 w 377055"/>
              <a:gd name="connsiteY51" fmla="*/ 100158 h 377048"/>
              <a:gd name="connsiteX52" fmla="*/ 86369 w 377055"/>
              <a:gd name="connsiteY52" fmla="*/ 177478 h 377048"/>
              <a:gd name="connsiteX53" fmla="*/ 22469 w 377055"/>
              <a:gd name="connsiteY53" fmla="*/ 177478 h 377048"/>
              <a:gd name="connsiteX54" fmla="*/ 60247 w 377055"/>
              <a:gd name="connsiteY54" fmla="*/ 82625 h 377048"/>
              <a:gd name="connsiteX55" fmla="*/ 99287 w 377055"/>
              <a:gd name="connsiteY55" fmla="*/ 100179 h 377048"/>
              <a:gd name="connsiteX56" fmla="*/ 86369 w 377055"/>
              <a:gd name="connsiteY56" fmla="*/ 199570 h 377048"/>
              <a:gd name="connsiteX57" fmla="*/ 99294 w 377055"/>
              <a:gd name="connsiteY57" fmla="*/ 276890 h 377048"/>
              <a:gd name="connsiteX58" fmla="*/ 60254 w 377055"/>
              <a:gd name="connsiteY58" fmla="*/ 294444 h 377048"/>
              <a:gd name="connsiteX59" fmla="*/ 22476 w 377055"/>
              <a:gd name="connsiteY59" fmla="*/ 199570 h 377048"/>
              <a:gd name="connsiteX60" fmla="*/ 106767 w 377055"/>
              <a:gd name="connsiteY60" fmla="*/ 297658 h 377048"/>
              <a:gd name="connsiteX61" fmla="*/ 116994 w 377055"/>
              <a:gd name="connsiteY61" fmla="*/ 319234 h 377048"/>
              <a:gd name="connsiteX62" fmla="*/ 134876 w 377055"/>
              <a:gd name="connsiteY62" fmla="*/ 346081 h 377048"/>
              <a:gd name="connsiteX63" fmla="*/ 75954 w 377055"/>
              <a:gd name="connsiteY63" fmla="*/ 310994 h 377048"/>
              <a:gd name="connsiteX64" fmla="*/ 106767 w 377055"/>
              <a:gd name="connsiteY64" fmla="*/ 297658 h 377048"/>
              <a:gd name="connsiteX65" fmla="*/ 260061 w 377055"/>
              <a:gd name="connsiteY65" fmla="*/ 319234 h 377048"/>
              <a:gd name="connsiteX66" fmla="*/ 270288 w 377055"/>
              <a:gd name="connsiteY66" fmla="*/ 297658 h 377048"/>
              <a:gd name="connsiteX67" fmla="*/ 301109 w 377055"/>
              <a:gd name="connsiteY67" fmla="*/ 310994 h 377048"/>
              <a:gd name="connsiteX68" fmla="*/ 242187 w 377055"/>
              <a:gd name="connsiteY68" fmla="*/ 346081 h 377048"/>
              <a:gd name="connsiteX69" fmla="*/ 260061 w 377055"/>
              <a:gd name="connsiteY69" fmla="*/ 319234 h 377048"/>
              <a:gd name="connsiteX70" fmla="*/ 277762 w 377055"/>
              <a:gd name="connsiteY70" fmla="*/ 276890 h 377048"/>
              <a:gd name="connsiteX71" fmla="*/ 290687 w 377055"/>
              <a:gd name="connsiteY71" fmla="*/ 199570 h 377048"/>
              <a:gd name="connsiteX72" fmla="*/ 354559 w 377055"/>
              <a:gd name="connsiteY72" fmla="*/ 199570 h 377048"/>
              <a:gd name="connsiteX73" fmla="*/ 316788 w 377055"/>
              <a:gd name="connsiteY73" fmla="*/ 294444 h 377048"/>
              <a:gd name="connsiteX74" fmla="*/ 277748 w 377055"/>
              <a:gd name="connsiteY74" fmla="*/ 276890 h 377048"/>
              <a:gd name="connsiteX75" fmla="*/ 290687 w 377055"/>
              <a:gd name="connsiteY75" fmla="*/ 177478 h 377048"/>
              <a:gd name="connsiteX76" fmla="*/ 277762 w 377055"/>
              <a:gd name="connsiteY76" fmla="*/ 100158 h 377048"/>
              <a:gd name="connsiteX77" fmla="*/ 316802 w 377055"/>
              <a:gd name="connsiteY77" fmla="*/ 82604 h 377048"/>
              <a:gd name="connsiteX78" fmla="*/ 354559 w 377055"/>
              <a:gd name="connsiteY78" fmla="*/ 177478 h 37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7055" h="377048">
                <a:moveTo>
                  <a:pt x="188528" y="0"/>
                </a:moveTo>
                <a:cubicBezTo>
                  <a:pt x="84577" y="0"/>
                  <a:pt x="0" y="84570"/>
                  <a:pt x="0" y="188528"/>
                </a:cubicBezTo>
                <a:cubicBezTo>
                  <a:pt x="0" y="292485"/>
                  <a:pt x="84577" y="377048"/>
                  <a:pt x="188528" y="377048"/>
                </a:cubicBezTo>
                <a:cubicBezTo>
                  <a:pt x="292478" y="377048"/>
                  <a:pt x="377055" y="292478"/>
                  <a:pt x="377055" y="188528"/>
                </a:cubicBezTo>
                <a:cubicBezTo>
                  <a:pt x="377055" y="84577"/>
                  <a:pt x="292513" y="0"/>
                  <a:pt x="188528" y="0"/>
                </a:cubicBezTo>
                <a:close/>
                <a:moveTo>
                  <a:pt x="177485" y="92531"/>
                </a:moveTo>
                <a:cubicBezTo>
                  <a:pt x="160858" y="91827"/>
                  <a:pt x="144336" y="89506"/>
                  <a:pt x="128155" y="85609"/>
                </a:cubicBezTo>
                <a:cubicBezTo>
                  <a:pt x="130693" y="79600"/>
                  <a:pt x="133447" y="73827"/>
                  <a:pt x="136417" y="68354"/>
                </a:cubicBezTo>
                <a:cubicBezTo>
                  <a:pt x="148596" y="45907"/>
                  <a:pt x="163549" y="30158"/>
                  <a:pt x="177485" y="24435"/>
                </a:cubicBezTo>
                <a:close/>
                <a:moveTo>
                  <a:pt x="177485" y="114645"/>
                </a:moveTo>
                <a:lnTo>
                  <a:pt x="177485" y="177478"/>
                </a:lnTo>
                <a:lnTo>
                  <a:pt x="108468" y="177478"/>
                </a:lnTo>
                <a:cubicBezTo>
                  <a:pt x="109388" y="153385"/>
                  <a:pt x="113439" y="129508"/>
                  <a:pt x="120529" y="106460"/>
                </a:cubicBezTo>
                <a:cubicBezTo>
                  <a:pt x="139177" y="111138"/>
                  <a:pt x="158258" y="113878"/>
                  <a:pt x="177464" y="114645"/>
                </a:cubicBezTo>
                <a:close/>
                <a:moveTo>
                  <a:pt x="177485" y="199570"/>
                </a:moveTo>
                <a:lnTo>
                  <a:pt x="177485" y="262403"/>
                </a:lnTo>
                <a:cubicBezTo>
                  <a:pt x="158279" y="263170"/>
                  <a:pt x="139198" y="265910"/>
                  <a:pt x="120550" y="270588"/>
                </a:cubicBezTo>
                <a:cubicBezTo>
                  <a:pt x="113467" y="247541"/>
                  <a:pt x="109409" y="223664"/>
                  <a:pt x="108489" y="199570"/>
                </a:cubicBezTo>
                <a:close/>
                <a:moveTo>
                  <a:pt x="177485" y="284517"/>
                </a:moveTo>
                <a:lnTo>
                  <a:pt x="177485" y="352593"/>
                </a:lnTo>
                <a:cubicBezTo>
                  <a:pt x="163542" y="346890"/>
                  <a:pt x="148596" y="331142"/>
                  <a:pt x="136417" y="308673"/>
                </a:cubicBezTo>
                <a:cubicBezTo>
                  <a:pt x="133447" y="303200"/>
                  <a:pt x="130693" y="297428"/>
                  <a:pt x="128155" y="291419"/>
                </a:cubicBezTo>
                <a:cubicBezTo>
                  <a:pt x="144336" y="287522"/>
                  <a:pt x="160858" y="285200"/>
                  <a:pt x="177485" y="284496"/>
                </a:cubicBezTo>
                <a:close/>
                <a:moveTo>
                  <a:pt x="199577" y="284517"/>
                </a:moveTo>
                <a:cubicBezTo>
                  <a:pt x="216204" y="285221"/>
                  <a:pt x="232719" y="287542"/>
                  <a:pt x="248900" y="291439"/>
                </a:cubicBezTo>
                <a:cubicBezTo>
                  <a:pt x="246362" y="297449"/>
                  <a:pt x="243616" y="303221"/>
                  <a:pt x="240646" y="308694"/>
                </a:cubicBezTo>
                <a:cubicBezTo>
                  <a:pt x="228467" y="331142"/>
                  <a:pt x="213513" y="346890"/>
                  <a:pt x="199577" y="352613"/>
                </a:cubicBezTo>
                <a:close/>
                <a:moveTo>
                  <a:pt x="199577" y="262403"/>
                </a:moveTo>
                <a:lnTo>
                  <a:pt x="199577" y="199570"/>
                </a:lnTo>
                <a:lnTo>
                  <a:pt x="268594" y="199570"/>
                </a:lnTo>
                <a:cubicBezTo>
                  <a:pt x="267674" y="223664"/>
                  <a:pt x="263617" y="247541"/>
                  <a:pt x="256527" y="270588"/>
                </a:cubicBezTo>
                <a:cubicBezTo>
                  <a:pt x="237885" y="265910"/>
                  <a:pt x="218804" y="263170"/>
                  <a:pt x="199598" y="262403"/>
                </a:cubicBezTo>
                <a:close/>
                <a:moveTo>
                  <a:pt x="199577" y="177478"/>
                </a:moveTo>
                <a:lnTo>
                  <a:pt x="199577" y="114645"/>
                </a:lnTo>
                <a:cubicBezTo>
                  <a:pt x="218784" y="113878"/>
                  <a:pt x="237864" y="111138"/>
                  <a:pt x="256506" y="106460"/>
                </a:cubicBezTo>
                <a:cubicBezTo>
                  <a:pt x="263596" y="129508"/>
                  <a:pt x="267653" y="153385"/>
                  <a:pt x="268573" y="177478"/>
                </a:cubicBezTo>
                <a:close/>
                <a:moveTo>
                  <a:pt x="199577" y="92531"/>
                </a:moveTo>
                <a:lnTo>
                  <a:pt x="199577" y="24456"/>
                </a:lnTo>
                <a:cubicBezTo>
                  <a:pt x="213520" y="30158"/>
                  <a:pt x="228467" y="45907"/>
                  <a:pt x="240646" y="68376"/>
                </a:cubicBezTo>
                <a:cubicBezTo>
                  <a:pt x="243616" y="73848"/>
                  <a:pt x="246362" y="79620"/>
                  <a:pt x="248900" y="85630"/>
                </a:cubicBezTo>
                <a:cubicBezTo>
                  <a:pt x="232719" y="89527"/>
                  <a:pt x="216204" y="91848"/>
                  <a:pt x="199577" y="92553"/>
                </a:cubicBezTo>
                <a:close/>
                <a:moveTo>
                  <a:pt x="260061" y="57814"/>
                </a:moveTo>
                <a:cubicBezTo>
                  <a:pt x="254979" y="48312"/>
                  <a:pt x="248998" y="39319"/>
                  <a:pt x="242187" y="30967"/>
                </a:cubicBezTo>
                <a:cubicBezTo>
                  <a:pt x="264049" y="38454"/>
                  <a:pt x="284113" y="50403"/>
                  <a:pt x="301109" y="66054"/>
                </a:cubicBezTo>
                <a:cubicBezTo>
                  <a:pt x="291209" y="71317"/>
                  <a:pt x="280906" y="75779"/>
                  <a:pt x="270288" y="79390"/>
                </a:cubicBezTo>
                <a:cubicBezTo>
                  <a:pt x="267263" y="72022"/>
                  <a:pt x="263854" y="64820"/>
                  <a:pt x="260061" y="57814"/>
                </a:cubicBezTo>
                <a:close/>
                <a:moveTo>
                  <a:pt x="116994" y="57814"/>
                </a:moveTo>
                <a:cubicBezTo>
                  <a:pt x="113209" y="64820"/>
                  <a:pt x="109793" y="72022"/>
                  <a:pt x="106767" y="79390"/>
                </a:cubicBezTo>
                <a:cubicBezTo>
                  <a:pt x="96157" y="75779"/>
                  <a:pt x="85853" y="71317"/>
                  <a:pt x="75954" y="66054"/>
                </a:cubicBezTo>
                <a:cubicBezTo>
                  <a:pt x="92950" y="50396"/>
                  <a:pt x="113013" y="38447"/>
                  <a:pt x="134876" y="30967"/>
                </a:cubicBezTo>
                <a:cubicBezTo>
                  <a:pt x="128065" y="39319"/>
                  <a:pt x="122076" y="48312"/>
                  <a:pt x="116994" y="57814"/>
                </a:cubicBezTo>
                <a:close/>
                <a:moveTo>
                  <a:pt x="99294" y="100158"/>
                </a:moveTo>
                <a:cubicBezTo>
                  <a:pt x="91576" y="125241"/>
                  <a:pt x="87233" y="151245"/>
                  <a:pt x="86369" y="177478"/>
                </a:cubicBezTo>
                <a:lnTo>
                  <a:pt x="22469" y="177478"/>
                </a:lnTo>
                <a:cubicBezTo>
                  <a:pt x="24762" y="142670"/>
                  <a:pt x="37980" y="109479"/>
                  <a:pt x="60247" y="82625"/>
                </a:cubicBezTo>
                <a:cubicBezTo>
                  <a:pt x="72677" y="89687"/>
                  <a:pt x="85748" y="95571"/>
                  <a:pt x="99287" y="100179"/>
                </a:cubicBezTo>
                <a:close/>
                <a:moveTo>
                  <a:pt x="86369" y="199570"/>
                </a:moveTo>
                <a:cubicBezTo>
                  <a:pt x="87226" y="225804"/>
                  <a:pt x="91576" y="251807"/>
                  <a:pt x="99294" y="276890"/>
                </a:cubicBezTo>
                <a:cubicBezTo>
                  <a:pt x="85755" y="281498"/>
                  <a:pt x="72684" y="287382"/>
                  <a:pt x="60254" y="294444"/>
                </a:cubicBezTo>
                <a:cubicBezTo>
                  <a:pt x="37987" y="267583"/>
                  <a:pt x="24762" y="234385"/>
                  <a:pt x="22476" y="199570"/>
                </a:cubicBezTo>
                <a:close/>
                <a:moveTo>
                  <a:pt x="106767" y="297658"/>
                </a:moveTo>
                <a:cubicBezTo>
                  <a:pt x="109793" y="305027"/>
                  <a:pt x="113209" y="312228"/>
                  <a:pt x="116994" y="319234"/>
                </a:cubicBezTo>
                <a:cubicBezTo>
                  <a:pt x="122083" y="328736"/>
                  <a:pt x="128065" y="337730"/>
                  <a:pt x="134876" y="346081"/>
                </a:cubicBezTo>
                <a:cubicBezTo>
                  <a:pt x="113013" y="338601"/>
                  <a:pt x="92950" y="326652"/>
                  <a:pt x="75954" y="310994"/>
                </a:cubicBezTo>
                <a:cubicBezTo>
                  <a:pt x="85853" y="305731"/>
                  <a:pt x="96157" y="301269"/>
                  <a:pt x="106767" y="297658"/>
                </a:cubicBezTo>
                <a:close/>
                <a:moveTo>
                  <a:pt x="260061" y="319234"/>
                </a:moveTo>
                <a:cubicBezTo>
                  <a:pt x="263854" y="312228"/>
                  <a:pt x="267263" y="305027"/>
                  <a:pt x="270288" y="297658"/>
                </a:cubicBezTo>
                <a:cubicBezTo>
                  <a:pt x="280906" y="301269"/>
                  <a:pt x="291209" y="305731"/>
                  <a:pt x="301109" y="310994"/>
                </a:cubicBezTo>
                <a:cubicBezTo>
                  <a:pt x="284113" y="326645"/>
                  <a:pt x="264049" y="338594"/>
                  <a:pt x="242187" y="346081"/>
                </a:cubicBezTo>
                <a:cubicBezTo>
                  <a:pt x="248991" y="337730"/>
                  <a:pt x="254979" y="328736"/>
                  <a:pt x="260061" y="319234"/>
                </a:cubicBezTo>
                <a:close/>
                <a:moveTo>
                  <a:pt x="277762" y="276890"/>
                </a:moveTo>
                <a:cubicBezTo>
                  <a:pt x="285486" y="251807"/>
                  <a:pt x="289829" y="225804"/>
                  <a:pt x="290687" y="199570"/>
                </a:cubicBezTo>
                <a:lnTo>
                  <a:pt x="354559" y="199570"/>
                </a:lnTo>
                <a:cubicBezTo>
                  <a:pt x="352272" y="234385"/>
                  <a:pt x="339054" y="267583"/>
                  <a:pt x="316788" y="294444"/>
                </a:cubicBezTo>
                <a:cubicBezTo>
                  <a:pt x="304358" y="287382"/>
                  <a:pt x="291286" y="281498"/>
                  <a:pt x="277748" y="276890"/>
                </a:cubicBezTo>
                <a:close/>
                <a:moveTo>
                  <a:pt x="290687" y="177478"/>
                </a:moveTo>
                <a:cubicBezTo>
                  <a:pt x="289829" y="151245"/>
                  <a:pt x="285486" y="125241"/>
                  <a:pt x="277762" y="100158"/>
                </a:cubicBezTo>
                <a:cubicBezTo>
                  <a:pt x="291300" y="95543"/>
                  <a:pt x="304371" y="89666"/>
                  <a:pt x="316802" y="82604"/>
                </a:cubicBezTo>
                <a:cubicBezTo>
                  <a:pt x="339061" y="109465"/>
                  <a:pt x="352279" y="142663"/>
                  <a:pt x="354559" y="177478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66" name="Forma libre: forma 237">
            <a:extLst>
              <a:ext uri="{FF2B5EF4-FFF2-40B4-BE49-F238E27FC236}">
                <a16:creationId xmlns:a16="http://schemas.microsoft.com/office/drawing/2014/main" id="{1339F982-0927-1F66-4EC1-F16DDDA22E1B}"/>
              </a:ext>
            </a:extLst>
          </p:cNvPr>
          <p:cNvSpPr/>
          <p:nvPr/>
        </p:nvSpPr>
        <p:spPr>
          <a:xfrm>
            <a:off x="392387" y="4268591"/>
            <a:ext cx="377077" cy="377055"/>
          </a:xfrm>
          <a:custGeom>
            <a:avLst/>
            <a:gdLst>
              <a:gd name="connsiteX0" fmla="*/ 377077 w 377077"/>
              <a:gd name="connsiteY0" fmla="*/ 169893 h 377055"/>
              <a:gd name="connsiteX1" fmla="*/ 321027 w 377077"/>
              <a:gd name="connsiteY1" fmla="*/ 104292 h 377055"/>
              <a:gd name="connsiteX2" fmla="*/ 233327 w 377077"/>
              <a:gd name="connsiteY2" fmla="*/ 42540 h 377055"/>
              <a:gd name="connsiteX3" fmla="*/ 220778 w 377077"/>
              <a:gd name="connsiteY3" fmla="*/ 45858 h 377055"/>
              <a:gd name="connsiteX4" fmla="*/ 139213 w 377077"/>
              <a:gd name="connsiteY4" fmla="*/ 0 h 377055"/>
              <a:gd name="connsiteX5" fmla="*/ 43775 w 377077"/>
              <a:gd name="connsiteY5" fmla="*/ 95452 h 377055"/>
              <a:gd name="connsiteX6" fmla="*/ 44472 w 377077"/>
              <a:gd name="connsiteY6" fmla="*/ 107185 h 377055"/>
              <a:gd name="connsiteX7" fmla="*/ 3759 w 377077"/>
              <a:gd name="connsiteY7" fmla="*/ 191888 h 377055"/>
              <a:gd name="connsiteX8" fmla="*/ 66432 w 377077"/>
              <a:gd name="connsiteY8" fmla="*/ 236324 h 377055"/>
              <a:gd name="connsiteX9" fmla="*/ 67686 w 377077"/>
              <a:gd name="connsiteY9" fmla="*/ 236324 h 377055"/>
              <a:gd name="connsiteX10" fmla="*/ 66292 w 377077"/>
              <a:gd name="connsiteY10" fmla="*/ 254812 h 377055"/>
              <a:gd name="connsiteX11" fmla="*/ 188501 w 377077"/>
              <a:gd name="connsiteY11" fmla="*/ 377055 h 377055"/>
              <a:gd name="connsiteX12" fmla="*/ 310779 w 377077"/>
              <a:gd name="connsiteY12" fmla="*/ 254812 h 377055"/>
              <a:gd name="connsiteX13" fmla="*/ 309385 w 377077"/>
              <a:gd name="connsiteY13" fmla="*/ 236324 h 377055"/>
              <a:gd name="connsiteX14" fmla="*/ 310640 w 377077"/>
              <a:gd name="connsiteY14" fmla="*/ 236324 h 377055"/>
              <a:gd name="connsiteX15" fmla="*/ 377077 w 377077"/>
              <a:gd name="connsiteY15" fmla="*/ 169893 h 377055"/>
              <a:gd name="connsiteX16" fmla="*/ 140677 w 377077"/>
              <a:gd name="connsiteY16" fmla="*/ 265854 h 377055"/>
              <a:gd name="connsiteX17" fmla="*/ 144372 w 377077"/>
              <a:gd name="connsiteY17" fmla="*/ 302378 h 377055"/>
              <a:gd name="connsiteX18" fmla="*/ 109236 w 377077"/>
              <a:gd name="connsiteY18" fmla="*/ 315874 h 377055"/>
              <a:gd name="connsiteX19" fmla="*/ 89019 w 377077"/>
              <a:gd name="connsiteY19" fmla="*/ 265854 h 377055"/>
              <a:gd name="connsiteX20" fmla="*/ 188570 w 377077"/>
              <a:gd name="connsiteY20" fmla="*/ 154751 h 377055"/>
              <a:gd name="connsiteX21" fmla="*/ 204186 w 377077"/>
              <a:gd name="connsiteY21" fmla="*/ 182832 h 377055"/>
              <a:gd name="connsiteX22" fmla="*/ 206278 w 377077"/>
              <a:gd name="connsiteY22" fmla="*/ 189692 h 377055"/>
              <a:gd name="connsiteX23" fmla="*/ 170793 w 377077"/>
              <a:gd name="connsiteY23" fmla="*/ 189692 h 377055"/>
              <a:gd name="connsiteX24" fmla="*/ 172884 w 377077"/>
              <a:gd name="connsiteY24" fmla="*/ 182832 h 377055"/>
              <a:gd name="connsiteX25" fmla="*/ 188570 w 377077"/>
              <a:gd name="connsiteY25" fmla="*/ 154751 h 377055"/>
              <a:gd name="connsiteX26" fmla="*/ 188570 w 377077"/>
              <a:gd name="connsiteY26" fmla="*/ 212788 h 377055"/>
              <a:gd name="connsiteX27" fmla="*/ 211088 w 377077"/>
              <a:gd name="connsiteY27" fmla="*/ 211352 h 377055"/>
              <a:gd name="connsiteX28" fmla="*/ 214364 w 377077"/>
              <a:gd name="connsiteY28" fmla="*/ 243762 h 377055"/>
              <a:gd name="connsiteX29" fmla="*/ 162776 w 377077"/>
              <a:gd name="connsiteY29" fmla="*/ 243762 h 377055"/>
              <a:gd name="connsiteX30" fmla="*/ 166053 w 377077"/>
              <a:gd name="connsiteY30" fmla="*/ 211352 h 377055"/>
              <a:gd name="connsiteX31" fmla="*/ 188570 w 377077"/>
              <a:gd name="connsiteY31" fmla="*/ 212788 h 377055"/>
              <a:gd name="connsiteX32" fmla="*/ 214364 w 377077"/>
              <a:gd name="connsiteY32" fmla="*/ 265854 h 377055"/>
              <a:gd name="connsiteX33" fmla="*/ 211088 w 377077"/>
              <a:gd name="connsiteY33" fmla="*/ 298265 h 377055"/>
              <a:gd name="connsiteX34" fmla="*/ 166053 w 377077"/>
              <a:gd name="connsiteY34" fmla="*/ 298265 h 377055"/>
              <a:gd name="connsiteX35" fmla="*/ 162776 w 377077"/>
              <a:gd name="connsiteY35" fmla="*/ 265854 h 377055"/>
              <a:gd name="connsiteX36" fmla="*/ 148973 w 377077"/>
              <a:gd name="connsiteY36" fmla="*/ 323968 h 377055"/>
              <a:gd name="connsiteX37" fmla="*/ 158454 w 377077"/>
              <a:gd name="connsiteY37" fmla="*/ 350348 h 377055"/>
              <a:gd name="connsiteX38" fmla="*/ 125340 w 377077"/>
              <a:gd name="connsiteY38" fmla="*/ 332459 h 377055"/>
              <a:gd name="connsiteX39" fmla="*/ 148973 w 377077"/>
              <a:gd name="connsiteY39" fmla="*/ 323968 h 377055"/>
              <a:gd name="connsiteX40" fmla="*/ 172884 w 377077"/>
              <a:gd name="connsiteY40" fmla="*/ 326757 h 377055"/>
              <a:gd name="connsiteX41" fmla="*/ 170793 w 377077"/>
              <a:gd name="connsiteY41" fmla="*/ 319897 h 377055"/>
              <a:gd name="connsiteX42" fmla="*/ 206278 w 377077"/>
              <a:gd name="connsiteY42" fmla="*/ 319897 h 377055"/>
              <a:gd name="connsiteX43" fmla="*/ 204186 w 377077"/>
              <a:gd name="connsiteY43" fmla="*/ 326757 h 377055"/>
              <a:gd name="connsiteX44" fmla="*/ 188501 w 377077"/>
              <a:gd name="connsiteY44" fmla="*/ 354837 h 377055"/>
              <a:gd name="connsiteX45" fmla="*/ 172815 w 377077"/>
              <a:gd name="connsiteY45" fmla="*/ 326757 h 377055"/>
              <a:gd name="connsiteX46" fmla="*/ 228098 w 377077"/>
              <a:gd name="connsiteY46" fmla="*/ 323968 h 377055"/>
              <a:gd name="connsiteX47" fmla="*/ 251731 w 377077"/>
              <a:gd name="connsiteY47" fmla="*/ 332459 h 377055"/>
              <a:gd name="connsiteX48" fmla="*/ 218617 w 377077"/>
              <a:gd name="connsiteY48" fmla="*/ 350348 h 377055"/>
              <a:gd name="connsiteX49" fmla="*/ 228098 w 377077"/>
              <a:gd name="connsiteY49" fmla="*/ 323968 h 377055"/>
              <a:gd name="connsiteX50" fmla="*/ 232769 w 377077"/>
              <a:gd name="connsiteY50" fmla="*/ 302357 h 377055"/>
              <a:gd name="connsiteX51" fmla="*/ 236464 w 377077"/>
              <a:gd name="connsiteY51" fmla="*/ 265834 h 377055"/>
              <a:gd name="connsiteX52" fmla="*/ 288122 w 377077"/>
              <a:gd name="connsiteY52" fmla="*/ 265834 h 377055"/>
              <a:gd name="connsiteX53" fmla="*/ 267905 w 377077"/>
              <a:gd name="connsiteY53" fmla="*/ 315853 h 377055"/>
              <a:gd name="connsiteX54" fmla="*/ 232769 w 377077"/>
              <a:gd name="connsiteY54" fmla="*/ 302357 h 377055"/>
              <a:gd name="connsiteX55" fmla="*/ 236464 w 377077"/>
              <a:gd name="connsiteY55" fmla="*/ 243741 h 377055"/>
              <a:gd name="connsiteX56" fmla="*/ 232769 w 377077"/>
              <a:gd name="connsiteY56" fmla="*/ 207225 h 377055"/>
              <a:gd name="connsiteX57" fmla="*/ 267905 w 377077"/>
              <a:gd name="connsiteY57" fmla="*/ 193721 h 377055"/>
              <a:gd name="connsiteX58" fmla="*/ 288122 w 377077"/>
              <a:gd name="connsiteY58" fmla="*/ 243741 h 377055"/>
              <a:gd name="connsiteX59" fmla="*/ 228098 w 377077"/>
              <a:gd name="connsiteY59" fmla="*/ 185628 h 377055"/>
              <a:gd name="connsiteX60" fmla="*/ 218617 w 377077"/>
              <a:gd name="connsiteY60" fmla="*/ 159248 h 377055"/>
              <a:gd name="connsiteX61" fmla="*/ 251731 w 377077"/>
              <a:gd name="connsiteY61" fmla="*/ 177136 h 377055"/>
              <a:gd name="connsiteX62" fmla="*/ 228098 w 377077"/>
              <a:gd name="connsiteY62" fmla="*/ 185628 h 377055"/>
              <a:gd name="connsiteX63" fmla="*/ 148973 w 377077"/>
              <a:gd name="connsiteY63" fmla="*/ 185628 h 377055"/>
              <a:gd name="connsiteX64" fmla="*/ 125340 w 377077"/>
              <a:gd name="connsiteY64" fmla="*/ 177136 h 377055"/>
              <a:gd name="connsiteX65" fmla="*/ 158454 w 377077"/>
              <a:gd name="connsiteY65" fmla="*/ 159248 h 377055"/>
              <a:gd name="connsiteX66" fmla="*/ 148973 w 377077"/>
              <a:gd name="connsiteY66" fmla="*/ 185628 h 377055"/>
              <a:gd name="connsiteX67" fmla="*/ 109236 w 377077"/>
              <a:gd name="connsiteY67" fmla="*/ 193721 h 377055"/>
              <a:gd name="connsiteX68" fmla="*/ 144372 w 377077"/>
              <a:gd name="connsiteY68" fmla="*/ 207225 h 377055"/>
              <a:gd name="connsiteX69" fmla="*/ 140607 w 377077"/>
              <a:gd name="connsiteY69" fmla="*/ 243741 h 377055"/>
              <a:gd name="connsiteX70" fmla="*/ 89019 w 377077"/>
              <a:gd name="connsiteY70" fmla="*/ 243741 h 377055"/>
              <a:gd name="connsiteX71" fmla="*/ 109236 w 377077"/>
              <a:gd name="connsiteY71" fmla="*/ 193721 h 377055"/>
              <a:gd name="connsiteX72" fmla="*/ 188570 w 377077"/>
              <a:gd name="connsiteY72" fmla="*/ 132540 h 377055"/>
              <a:gd name="connsiteX73" fmla="*/ 73264 w 377077"/>
              <a:gd name="connsiteY73" fmla="*/ 214210 h 377055"/>
              <a:gd name="connsiteX74" fmla="*/ 66432 w 377077"/>
              <a:gd name="connsiteY74" fmla="*/ 214210 h 377055"/>
              <a:gd name="connsiteX75" fmla="*/ 22093 w 377077"/>
              <a:gd name="connsiteY75" fmla="*/ 169900 h 377055"/>
              <a:gd name="connsiteX76" fmla="*/ 58972 w 377077"/>
              <a:gd name="connsiteY76" fmla="*/ 126175 h 377055"/>
              <a:gd name="connsiteX77" fmla="*/ 70684 w 377077"/>
              <a:gd name="connsiteY77" fmla="*/ 124203 h 377055"/>
              <a:gd name="connsiteX78" fmla="*/ 67895 w 377077"/>
              <a:gd name="connsiteY78" fmla="*/ 112700 h 377055"/>
              <a:gd name="connsiteX79" fmla="*/ 121924 w 377077"/>
              <a:gd name="connsiteY79" fmla="*/ 24128 h 377055"/>
              <a:gd name="connsiteX80" fmla="*/ 205790 w 377077"/>
              <a:gd name="connsiteY80" fmla="*/ 64681 h 377055"/>
              <a:gd name="connsiteX81" fmla="*/ 210670 w 377077"/>
              <a:gd name="connsiteY81" fmla="*/ 75291 h 377055"/>
              <a:gd name="connsiteX82" fmla="*/ 220987 w 377077"/>
              <a:gd name="connsiteY82" fmla="*/ 69791 h 377055"/>
              <a:gd name="connsiteX83" fmla="*/ 293699 w 377077"/>
              <a:gd name="connsiteY83" fmla="*/ 92023 h 377055"/>
              <a:gd name="connsiteX84" fmla="*/ 299974 w 377077"/>
              <a:gd name="connsiteY84" fmla="*/ 114965 h 377055"/>
              <a:gd name="connsiteX85" fmla="*/ 300392 w 377077"/>
              <a:gd name="connsiteY85" fmla="*/ 125471 h 377055"/>
              <a:gd name="connsiteX86" fmla="*/ 310918 w 377077"/>
              <a:gd name="connsiteY86" fmla="*/ 125548 h 377055"/>
              <a:gd name="connsiteX87" fmla="*/ 355117 w 377077"/>
              <a:gd name="connsiteY87" fmla="*/ 170039 h 377055"/>
              <a:gd name="connsiteX88" fmla="*/ 310570 w 377077"/>
              <a:gd name="connsiteY88" fmla="*/ 214210 h 377055"/>
              <a:gd name="connsiteX89" fmla="*/ 303808 w 377077"/>
              <a:gd name="connsiteY89" fmla="*/ 214210 h 377055"/>
              <a:gd name="connsiteX90" fmla="*/ 188501 w 377077"/>
              <a:gd name="connsiteY90" fmla="*/ 132540 h 377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77077" h="377055">
                <a:moveTo>
                  <a:pt x="377077" y="169893"/>
                </a:moveTo>
                <a:cubicBezTo>
                  <a:pt x="377077" y="136904"/>
                  <a:pt x="352747" y="109319"/>
                  <a:pt x="321027" y="104292"/>
                </a:cubicBezTo>
                <a:cubicBezTo>
                  <a:pt x="313846" y="63021"/>
                  <a:pt x="274598" y="35373"/>
                  <a:pt x="233327" y="42540"/>
                </a:cubicBezTo>
                <a:cubicBezTo>
                  <a:pt x="229074" y="43285"/>
                  <a:pt x="224821" y="44394"/>
                  <a:pt x="220778" y="45858"/>
                </a:cubicBezTo>
                <a:cubicBezTo>
                  <a:pt x="203420" y="17435"/>
                  <a:pt x="172536" y="77"/>
                  <a:pt x="139213" y="0"/>
                </a:cubicBezTo>
                <a:cubicBezTo>
                  <a:pt x="86579" y="0"/>
                  <a:pt x="43775" y="42825"/>
                  <a:pt x="43775" y="95452"/>
                </a:cubicBezTo>
                <a:cubicBezTo>
                  <a:pt x="43775" y="99377"/>
                  <a:pt x="43984" y="103295"/>
                  <a:pt x="44472" y="107185"/>
                </a:cubicBezTo>
                <a:cubicBezTo>
                  <a:pt x="9824" y="119336"/>
                  <a:pt x="-8372" y="157261"/>
                  <a:pt x="3759" y="191888"/>
                </a:cubicBezTo>
                <a:cubicBezTo>
                  <a:pt x="13100" y="218498"/>
                  <a:pt x="38198" y="236310"/>
                  <a:pt x="66432" y="236324"/>
                </a:cubicBezTo>
                <a:lnTo>
                  <a:pt x="67686" y="236324"/>
                </a:lnTo>
                <a:cubicBezTo>
                  <a:pt x="66710" y="242444"/>
                  <a:pt x="66292" y="248621"/>
                  <a:pt x="66292" y="254812"/>
                </a:cubicBezTo>
                <a:cubicBezTo>
                  <a:pt x="66292" y="322218"/>
                  <a:pt x="121087" y="377055"/>
                  <a:pt x="188501" y="377055"/>
                </a:cubicBezTo>
                <a:cubicBezTo>
                  <a:pt x="255914" y="377055"/>
                  <a:pt x="310779" y="322218"/>
                  <a:pt x="310779" y="254812"/>
                </a:cubicBezTo>
                <a:cubicBezTo>
                  <a:pt x="310779" y="248621"/>
                  <a:pt x="310291" y="242444"/>
                  <a:pt x="309385" y="236324"/>
                </a:cubicBezTo>
                <a:lnTo>
                  <a:pt x="310640" y="236324"/>
                </a:lnTo>
                <a:cubicBezTo>
                  <a:pt x="347309" y="236282"/>
                  <a:pt x="377008" y="206563"/>
                  <a:pt x="377077" y="169893"/>
                </a:cubicBezTo>
                <a:close/>
                <a:moveTo>
                  <a:pt x="140677" y="265854"/>
                </a:moveTo>
                <a:cubicBezTo>
                  <a:pt x="141095" y="278096"/>
                  <a:pt x="142350" y="290296"/>
                  <a:pt x="144372" y="302378"/>
                </a:cubicBezTo>
                <a:cubicBezTo>
                  <a:pt x="132172" y="305438"/>
                  <a:pt x="120321" y="309977"/>
                  <a:pt x="109236" y="315874"/>
                </a:cubicBezTo>
                <a:cubicBezTo>
                  <a:pt x="98012" y="301374"/>
                  <a:pt x="91041" y="284071"/>
                  <a:pt x="89019" y="265854"/>
                </a:cubicBezTo>
                <a:close/>
                <a:moveTo>
                  <a:pt x="188570" y="154751"/>
                </a:moveTo>
                <a:cubicBezTo>
                  <a:pt x="190662" y="155790"/>
                  <a:pt x="197564" y="162371"/>
                  <a:pt x="204186" y="182832"/>
                </a:cubicBezTo>
                <a:cubicBezTo>
                  <a:pt x="204953" y="185056"/>
                  <a:pt x="205581" y="187350"/>
                  <a:pt x="206278" y="189692"/>
                </a:cubicBezTo>
                <a:cubicBezTo>
                  <a:pt x="194496" y="191030"/>
                  <a:pt x="182644" y="191030"/>
                  <a:pt x="170793" y="189692"/>
                </a:cubicBezTo>
                <a:cubicBezTo>
                  <a:pt x="171490" y="187350"/>
                  <a:pt x="172187" y="185056"/>
                  <a:pt x="172884" y="182832"/>
                </a:cubicBezTo>
                <a:cubicBezTo>
                  <a:pt x="179577" y="162371"/>
                  <a:pt x="186549" y="155790"/>
                  <a:pt x="188570" y="154751"/>
                </a:cubicBezTo>
                <a:close/>
                <a:moveTo>
                  <a:pt x="188570" y="212788"/>
                </a:moveTo>
                <a:cubicBezTo>
                  <a:pt x="196100" y="212788"/>
                  <a:pt x="203629" y="212307"/>
                  <a:pt x="211088" y="211352"/>
                </a:cubicBezTo>
                <a:cubicBezTo>
                  <a:pt x="212831" y="222074"/>
                  <a:pt x="213946" y="232901"/>
                  <a:pt x="214364" y="243762"/>
                </a:cubicBezTo>
                <a:lnTo>
                  <a:pt x="162776" y="243762"/>
                </a:lnTo>
                <a:cubicBezTo>
                  <a:pt x="163195" y="232901"/>
                  <a:pt x="164240" y="222074"/>
                  <a:pt x="166053" y="211352"/>
                </a:cubicBezTo>
                <a:cubicBezTo>
                  <a:pt x="173512" y="212307"/>
                  <a:pt x="181041" y="212788"/>
                  <a:pt x="188570" y="212788"/>
                </a:cubicBezTo>
                <a:close/>
                <a:moveTo>
                  <a:pt x="214364" y="265854"/>
                </a:moveTo>
                <a:cubicBezTo>
                  <a:pt x="213946" y="276716"/>
                  <a:pt x="212831" y="287542"/>
                  <a:pt x="211088" y="298265"/>
                </a:cubicBezTo>
                <a:cubicBezTo>
                  <a:pt x="196100" y="296347"/>
                  <a:pt x="180972" y="296347"/>
                  <a:pt x="166053" y="298265"/>
                </a:cubicBezTo>
                <a:cubicBezTo>
                  <a:pt x="164240" y="287542"/>
                  <a:pt x="163195" y="276716"/>
                  <a:pt x="162776" y="265854"/>
                </a:cubicBezTo>
                <a:close/>
                <a:moveTo>
                  <a:pt x="148973" y="323968"/>
                </a:moveTo>
                <a:cubicBezTo>
                  <a:pt x="151343" y="333038"/>
                  <a:pt x="154480" y="341864"/>
                  <a:pt x="158454" y="350348"/>
                </a:cubicBezTo>
                <a:cubicBezTo>
                  <a:pt x="146393" y="346534"/>
                  <a:pt x="135169" y="340462"/>
                  <a:pt x="125340" y="332459"/>
                </a:cubicBezTo>
                <a:cubicBezTo>
                  <a:pt x="132938" y="328911"/>
                  <a:pt x="140886" y="326066"/>
                  <a:pt x="148973" y="323968"/>
                </a:cubicBezTo>
                <a:close/>
                <a:moveTo>
                  <a:pt x="172884" y="326757"/>
                </a:moveTo>
                <a:cubicBezTo>
                  <a:pt x="172187" y="324533"/>
                  <a:pt x="171490" y="322239"/>
                  <a:pt x="170793" y="319897"/>
                </a:cubicBezTo>
                <a:cubicBezTo>
                  <a:pt x="182575" y="318558"/>
                  <a:pt x="194496" y="318558"/>
                  <a:pt x="206278" y="319897"/>
                </a:cubicBezTo>
                <a:cubicBezTo>
                  <a:pt x="205581" y="322239"/>
                  <a:pt x="204953" y="324533"/>
                  <a:pt x="204186" y="326757"/>
                </a:cubicBezTo>
                <a:cubicBezTo>
                  <a:pt x="197494" y="347218"/>
                  <a:pt x="190592" y="353799"/>
                  <a:pt x="188501" y="354837"/>
                </a:cubicBezTo>
                <a:cubicBezTo>
                  <a:pt x="186409" y="353799"/>
                  <a:pt x="179507" y="347218"/>
                  <a:pt x="172815" y="326757"/>
                </a:cubicBezTo>
                <a:close/>
                <a:moveTo>
                  <a:pt x="228098" y="323968"/>
                </a:moveTo>
                <a:cubicBezTo>
                  <a:pt x="236185" y="326066"/>
                  <a:pt x="244132" y="328911"/>
                  <a:pt x="251731" y="332459"/>
                </a:cubicBezTo>
                <a:cubicBezTo>
                  <a:pt x="241901" y="340462"/>
                  <a:pt x="230678" y="346534"/>
                  <a:pt x="218617" y="350348"/>
                </a:cubicBezTo>
                <a:cubicBezTo>
                  <a:pt x="222591" y="341864"/>
                  <a:pt x="225728" y="333038"/>
                  <a:pt x="228098" y="323968"/>
                </a:cubicBezTo>
                <a:close/>
                <a:moveTo>
                  <a:pt x="232769" y="302357"/>
                </a:moveTo>
                <a:cubicBezTo>
                  <a:pt x="234721" y="290275"/>
                  <a:pt x="235976" y="278075"/>
                  <a:pt x="236464" y="265834"/>
                </a:cubicBezTo>
                <a:lnTo>
                  <a:pt x="288122" y="265834"/>
                </a:lnTo>
                <a:cubicBezTo>
                  <a:pt x="286100" y="284050"/>
                  <a:pt x="279059" y="301353"/>
                  <a:pt x="267905" y="315853"/>
                </a:cubicBezTo>
                <a:cubicBezTo>
                  <a:pt x="256751" y="309956"/>
                  <a:pt x="244969" y="305424"/>
                  <a:pt x="232769" y="302357"/>
                </a:cubicBezTo>
                <a:close/>
                <a:moveTo>
                  <a:pt x="236464" y="243741"/>
                </a:moveTo>
                <a:cubicBezTo>
                  <a:pt x="235976" y="231499"/>
                  <a:pt x="234721" y="219306"/>
                  <a:pt x="232769" y="207225"/>
                </a:cubicBezTo>
                <a:cubicBezTo>
                  <a:pt x="244969" y="204165"/>
                  <a:pt x="256751" y="199626"/>
                  <a:pt x="267905" y="193721"/>
                </a:cubicBezTo>
                <a:cubicBezTo>
                  <a:pt x="279059" y="208215"/>
                  <a:pt x="286100" y="225525"/>
                  <a:pt x="288122" y="243741"/>
                </a:cubicBezTo>
                <a:close/>
                <a:moveTo>
                  <a:pt x="228098" y="185628"/>
                </a:moveTo>
                <a:cubicBezTo>
                  <a:pt x="225728" y="176558"/>
                  <a:pt x="222591" y="167732"/>
                  <a:pt x="218617" y="159248"/>
                </a:cubicBezTo>
                <a:cubicBezTo>
                  <a:pt x="230678" y="163061"/>
                  <a:pt x="241901" y="169133"/>
                  <a:pt x="251731" y="177136"/>
                </a:cubicBezTo>
                <a:cubicBezTo>
                  <a:pt x="244132" y="180685"/>
                  <a:pt x="236185" y="183529"/>
                  <a:pt x="228098" y="185628"/>
                </a:cubicBezTo>
                <a:close/>
                <a:moveTo>
                  <a:pt x="148973" y="185628"/>
                </a:moveTo>
                <a:cubicBezTo>
                  <a:pt x="140886" y="183529"/>
                  <a:pt x="132938" y="180685"/>
                  <a:pt x="125340" y="177136"/>
                </a:cubicBezTo>
                <a:cubicBezTo>
                  <a:pt x="135169" y="169133"/>
                  <a:pt x="146393" y="163061"/>
                  <a:pt x="158454" y="159248"/>
                </a:cubicBezTo>
                <a:cubicBezTo>
                  <a:pt x="154480" y="167732"/>
                  <a:pt x="151343" y="176558"/>
                  <a:pt x="148973" y="185628"/>
                </a:cubicBezTo>
                <a:close/>
                <a:moveTo>
                  <a:pt x="109236" y="193721"/>
                </a:moveTo>
                <a:cubicBezTo>
                  <a:pt x="120321" y="199626"/>
                  <a:pt x="132172" y="204165"/>
                  <a:pt x="144372" y="207225"/>
                </a:cubicBezTo>
                <a:cubicBezTo>
                  <a:pt x="142350" y="219306"/>
                  <a:pt x="141095" y="231499"/>
                  <a:pt x="140607" y="243741"/>
                </a:cubicBezTo>
                <a:lnTo>
                  <a:pt x="89019" y="243741"/>
                </a:lnTo>
                <a:cubicBezTo>
                  <a:pt x="91041" y="225525"/>
                  <a:pt x="98012" y="208222"/>
                  <a:pt x="109236" y="193721"/>
                </a:cubicBezTo>
                <a:close/>
                <a:moveTo>
                  <a:pt x="188570" y="132540"/>
                </a:moveTo>
                <a:cubicBezTo>
                  <a:pt x="135378" y="132540"/>
                  <a:pt x="89995" y="166700"/>
                  <a:pt x="73264" y="214210"/>
                </a:cubicBezTo>
                <a:lnTo>
                  <a:pt x="66432" y="214210"/>
                </a:lnTo>
                <a:cubicBezTo>
                  <a:pt x="41962" y="214224"/>
                  <a:pt x="22093" y="194384"/>
                  <a:pt x="22093" y="169900"/>
                </a:cubicBezTo>
                <a:cubicBezTo>
                  <a:pt x="22093" y="148275"/>
                  <a:pt x="37639" y="129801"/>
                  <a:pt x="58972" y="126175"/>
                </a:cubicBezTo>
                <a:lnTo>
                  <a:pt x="70684" y="124203"/>
                </a:lnTo>
                <a:lnTo>
                  <a:pt x="67895" y="112700"/>
                </a:lnTo>
                <a:cubicBezTo>
                  <a:pt x="58344" y="73311"/>
                  <a:pt x="82535" y="33658"/>
                  <a:pt x="121924" y="24128"/>
                </a:cubicBezTo>
                <a:cubicBezTo>
                  <a:pt x="156014" y="15888"/>
                  <a:pt x="191080" y="32877"/>
                  <a:pt x="205790" y="64681"/>
                </a:cubicBezTo>
                <a:lnTo>
                  <a:pt x="210670" y="75291"/>
                </a:lnTo>
                <a:lnTo>
                  <a:pt x="220987" y="69791"/>
                </a:lnTo>
                <a:cubicBezTo>
                  <a:pt x="247200" y="55848"/>
                  <a:pt x="279757" y="65803"/>
                  <a:pt x="293699" y="92023"/>
                </a:cubicBezTo>
                <a:cubicBezTo>
                  <a:pt x="297464" y="99105"/>
                  <a:pt x="299625" y="106948"/>
                  <a:pt x="299974" y="114965"/>
                </a:cubicBezTo>
                <a:lnTo>
                  <a:pt x="300392" y="125471"/>
                </a:lnTo>
                <a:lnTo>
                  <a:pt x="310918" y="125548"/>
                </a:lnTo>
                <a:cubicBezTo>
                  <a:pt x="335388" y="125639"/>
                  <a:pt x="355187" y="145563"/>
                  <a:pt x="355117" y="170039"/>
                </a:cubicBezTo>
                <a:cubicBezTo>
                  <a:pt x="354978" y="194523"/>
                  <a:pt x="335109" y="214301"/>
                  <a:pt x="310570" y="214210"/>
                </a:cubicBezTo>
                <a:lnTo>
                  <a:pt x="303808" y="214210"/>
                </a:lnTo>
                <a:cubicBezTo>
                  <a:pt x="287006" y="166686"/>
                  <a:pt x="241692" y="132540"/>
                  <a:pt x="188501" y="132540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grpSp>
        <p:nvGrpSpPr>
          <p:cNvPr id="67" name="Grupo 305">
            <a:extLst>
              <a:ext uri="{FF2B5EF4-FFF2-40B4-BE49-F238E27FC236}">
                <a16:creationId xmlns:a16="http://schemas.microsoft.com/office/drawing/2014/main" id="{A9465262-44DD-A2F5-35EA-F7C47E264C6C}"/>
              </a:ext>
            </a:extLst>
          </p:cNvPr>
          <p:cNvGrpSpPr/>
          <p:nvPr/>
        </p:nvGrpSpPr>
        <p:grpSpPr>
          <a:xfrm>
            <a:off x="392387" y="3249559"/>
            <a:ext cx="377055" cy="274666"/>
            <a:chOff x="3166951" y="3342017"/>
            <a:chExt cx="377055" cy="274666"/>
          </a:xfrm>
        </p:grpSpPr>
        <p:sp>
          <p:nvSpPr>
            <p:cNvPr id="68" name="Forma libre: forma 149">
              <a:extLst>
                <a:ext uri="{FF2B5EF4-FFF2-40B4-BE49-F238E27FC236}">
                  <a16:creationId xmlns:a16="http://schemas.microsoft.com/office/drawing/2014/main" id="{C8413158-15FD-28FE-0AF2-D0E9341158B4}"/>
                </a:ext>
              </a:extLst>
            </p:cNvPr>
            <p:cNvSpPr/>
            <p:nvPr/>
          </p:nvSpPr>
          <p:spPr>
            <a:xfrm>
              <a:off x="3166951" y="3342017"/>
              <a:ext cx="377055" cy="274666"/>
            </a:xfrm>
            <a:custGeom>
              <a:avLst/>
              <a:gdLst>
                <a:gd name="connsiteX0" fmla="*/ 377006 w 377055"/>
                <a:gd name="connsiteY0" fmla="*/ 119908 h 274666"/>
                <a:gd name="connsiteX1" fmla="*/ 354893 w 377055"/>
                <a:gd name="connsiteY1" fmla="*/ 119908 h 274666"/>
                <a:gd name="connsiteX2" fmla="*/ 354893 w 377055"/>
                <a:gd name="connsiteY2" fmla="*/ 0 h 274666"/>
                <a:gd name="connsiteX3" fmla="*/ 332822 w 377055"/>
                <a:gd name="connsiteY3" fmla="*/ 0 h 274666"/>
                <a:gd name="connsiteX4" fmla="*/ 332822 w 377055"/>
                <a:gd name="connsiteY4" fmla="*/ 119908 h 274666"/>
                <a:gd name="connsiteX5" fmla="*/ 44206 w 377055"/>
                <a:gd name="connsiteY5" fmla="*/ 119908 h 274666"/>
                <a:gd name="connsiteX6" fmla="*/ 44206 w 377055"/>
                <a:gd name="connsiteY6" fmla="*/ 0 h 274666"/>
                <a:gd name="connsiteX7" fmla="*/ 22106 w 377055"/>
                <a:gd name="connsiteY7" fmla="*/ 0 h 274666"/>
                <a:gd name="connsiteX8" fmla="*/ 22106 w 377055"/>
                <a:gd name="connsiteY8" fmla="*/ 119908 h 274666"/>
                <a:gd name="connsiteX9" fmla="*/ 0 w 377055"/>
                <a:gd name="connsiteY9" fmla="*/ 119908 h 274666"/>
                <a:gd name="connsiteX10" fmla="*/ 0 w 377055"/>
                <a:gd name="connsiteY10" fmla="*/ 230447 h 274666"/>
                <a:gd name="connsiteX11" fmla="*/ 22106 w 377055"/>
                <a:gd name="connsiteY11" fmla="*/ 230447 h 274666"/>
                <a:gd name="connsiteX12" fmla="*/ 22106 w 377055"/>
                <a:gd name="connsiteY12" fmla="*/ 274666 h 274666"/>
                <a:gd name="connsiteX13" fmla="*/ 354942 w 377055"/>
                <a:gd name="connsiteY13" fmla="*/ 274666 h 274666"/>
                <a:gd name="connsiteX14" fmla="*/ 354942 w 377055"/>
                <a:gd name="connsiteY14" fmla="*/ 230447 h 274666"/>
                <a:gd name="connsiteX15" fmla="*/ 377055 w 377055"/>
                <a:gd name="connsiteY15" fmla="*/ 230447 h 274666"/>
                <a:gd name="connsiteX16" fmla="*/ 332822 w 377055"/>
                <a:gd name="connsiteY16" fmla="*/ 252574 h 274666"/>
                <a:gd name="connsiteX17" fmla="*/ 44206 w 377055"/>
                <a:gd name="connsiteY17" fmla="*/ 252574 h 274666"/>
                <a:gd name="connsiteX18" fmla="*/ 44206 w 377055"/>
                <a:gd name="connsiteY18" fmla="*/ 230447 h 274666"/>
                <a:gd name="connsiteX19" fmla="*/ 332822 w 377055"/>
                <a:gd name="connsiteY19" fmla="*/ 230447 h 274666"/>
                <a:gd name="connsiteX20" fmla="*/ 354935 w 377055"/>
                <a:gd name="connsiteY20" fmla="*/ 208354 h 274666"/>
                <a:gd name="connsiteX21" fmla="*/ 22044 w 377055"/>
                <a:gd name="connsiteY21" fmla="*/ 208354 h 274666"/>
                <a:gd name="connsiteX22" fmla="*/ 22044 w 377055"/>
                <a:gd name="connsiteY22" fmla="*/ 142008 h 274666"/>
                <a:gd name="connsiteX23" fmla="*/ 354914 w 377055"/>
                <a:gd name="connsiteY23" fmla="*/ 142008 h 27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77055" h="274666">
                  <a:moveTo>
                    <a:pt x="377006" y="119908"/>
                  </a:moveTo>
                  <a:lnTo>
                    <a:pt x="354893" y="119908"/>
                  </a:lnTo>
                  <a:lnTo>
                    <a:pt x="354893" y="0"/>
                  </a:lnTo>
                  <a:lnTo>
                    <a:pt x="332822" y="0"/>
                  </a:lnTo>
                  <a:lnTo>
                    <a:pt x="332822" y="119908"/>
                  </a:lnTo>
                  <a:lnTo>
                    <a:pt x="44206" y="119908"/>
                  </a:lnTo>
                  <a:lnTo>
                    <a:pt x="44206" y="0"/>
                  </a:lnTo>
                  <a:lnTo>
                    <a:pt x="22106" y="0"/>
                  </a:lnTo>
                  <a:lnTo>
                    <a:pt x="22106" y="119908"/>
                  </a:lnTo>
                  <a:lnTo>
                    <a:pt x="0" y="119908"/>
                  </a:lnTo>
                  <a:lnTo>
                    <a:pt x="0" y="230447"/>
                  </a:lnTo>
                  <a:lnTo>
                    <a:pt x="22106" y="230447"/>
                  </a:lnTo>
                  <a:lnTo>
                    <a:pt x="22106" y="274666"/>
                  </a:lnTo>
                  <a:lnTo>
                    <a:pt x="354942" y="274666"/>
                  </a:lnTo>
                  <a:lnTo>
                    <a:pt x="354942" y="230447"/>
                  </a:lnTo>
                  <a:lnTo>
                    <a:pt x="377055" y="230447"/>
                  </a:lnTo>
                  <a:close/>
                  <a:moveTo>
                    <a:pt x="332822" y="252574"/>
                  </a:moveTo>
                  <a:lnTo>
                    <a:pt x="44206" y="252574"/>
                  </a:lnTo>
                  <a:lnTo>
                    <a:pt x="44206" y="230447"/>
                  </a:lnTo>
                  <a:lnTo>
                    <a:pt x="332822" y="230447"/>
                  </a:lnTo>
                  <a:close/>
                  <a:moveTo>
                    <a:pt x="354935" y="208354"/>
                  </a:moveTo>
                  <a:lnTo>
                    <a:pt x="22044" y="208354"/>
                  </a:lnTo>
                  <a:lnTo>
                    <a:pt x="22044" y="142008"/>
                  </a:lnTo>
                  <a:lnTo>
                    <a:pt x="354914" y="142008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: forma 150">
              <a:extLst>
                <a:ext uri="{FF2B5EF4-FFF2-40B4-BE49-F238E27FC236}">
                  <a16:creationId xmlns:a16="http://schemas.microsoft.com/office/drawing/2014/main" id="{0FCA8748-3175-39A5-31A9-208E3AAD3BE6}"/>
                </a:ext>
              </a:extLst>
            </p:cNvPr>
            <p:cNvSpPr/>
            <p:nvPr/>
          </p:nvSpPr>
          <p:spPr>
            <a:xfrm>
              <a:off x="3211115" y="3506152"/>
              <a:ext cx="22113" cy="22092"/>
            </a:xfrm>
            <a:custGeom>
              <a:avLst/>
              <a:gdLst>
                <a:gd name="connsiteX0" fmla="*/ 0 w 22113"/>
                <a:gd name="connsiteY0" fmla="*/ 0 h 22092"/>
                <a:gd name="connsiteX1" fmla="*/ 22113 w 22113"/>
                <a:gd name="connsiteY1" fmla="*/ 0 h 22092"/>
                <a:gd name="connsiteX2" fmla="*/ 22113 w 22113"/>
                <a:gd name="connsiteY2" fmla="*/ 22092 h 22092"/>
                <a:gd name="connsiteX3" fmla="*/ 0 w 22113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13" h="22092">
                  <a:moveTo>
                    <a:pt x="0" y="0"/>
                  </a:moveTo>
                  <a:lnTo>
                    <a:pt x="22113" y="0"/>
                  </a:lnTo>
                  <a:lnTo>
                    <a:pt x="22113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: forma 151">
              <a:extLst>
                <a:ext uri="{FF2B5EF4-FFF2-40B4-BE49-F238E27FC236}">
                  <a16:creationId xmlns:a16="http://schemas.microsoft.com/office/drawing/2014/main" id="{24871BF2-6186-10CF-B6B4-7696C5E34E24}"/>
                </a:ext>
              </a:extLst>
            </p:cNvPr>
            <p:cNvSpPr/>
            <p:nvPr/>
          </p:nvSpPr>
          <p:spPr>
            <a:xfrm>
              <a:off x="3255334" y="3506152"/>
              <a:ext cx="22113" cy="22092"/>
            </a:xfrm>
            <a:custGeom>
              <a:avLst/>
              <a:gdLst>
                <a:gd name="connsiteX0" fmla="*/ 0 w 22113"/>
                <a:gd name="connsiteY0" fmla="*/ 0 h 22092"/>
                <a:gd name="connsiteX1" fmla="*/ 22114 w 22113"/>
                <a:gd name="connsiteY1" fmla="*/ 0 h 22092"/>
                <a:gd name="connsiteX2" fmla="*/ 22114 w 22113"/>
                <a:gd name="connsiteY2" fmla="*/ 22092 h 22092"/>
                <a:gd name="connsiteX3" fmla="*/ 0 w 22113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13" h="22092">
                  <a:moveTo>
                    <a:pt x="0" y="0"/>
                  </a:moveTo>
                  <a:lnTo>
                    <a:pt x="22114" y="0"/>
                  </a:lnTo>
                  <a:lnTo>
                    <a:pt x="22114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: forma 152">
              <a:extLst>
                <a:ext uri="{FF2B5EF4-FFF2-40B4-BE49-F238E27FC236}">
                  <a16:creationId xmlns:a16="http://schemas.microsoft.com/office/drawing/2014/main" id="{63DC25B0-E344-7383-C53C-657AC7763490}"/>
                </a:ext>
              </a:extLst>
            </p:cNvPr>
            <p:cNvSpPr/>
            <p:nvPr/>
          </p:nvSpPr>
          <p:spPr>
            <a:xfrm>
              <a:off x="3433412" y="3506152"/>
              <a:ext cx="66332" cy="22092"/>
            </a:xfrm>
            <a:custGeom>
              <a:avLst/>
              <a:gdLst>
                <a:gd name="connsiteX0" fmla="*/ 0 w 66332"/>
                <a:gd name="connsiteY0" fmla="*/ 0 h 22092"/>
                <a:gd name="connsiteX1" fmla="*/ 66333 w 66332"/>
                <a:gd name="connsiteY1" fmla="*/ 0 h 22092"/>
                <a:gd name="connsiteX2" fmla="*/ 66333 w 66332"/>
                <a:gd name="connsiteY2" fmla="*/ 22092 h 22092"/>
                <a:gd name="connsiteX3" fmla="*/ 0 w 66332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32" h="22092">
                  <a:moveTo>
                    <a:pt x="0" y="0"/>
                  </a:moveTo>
                  <a:lnTo>
                    <a:pt x="66333" y="0"/>
                  </a:lnTo>
                  <a:lnTo>
                    <a:pt x="66333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pic>
        <p:nvPicPr>
          <p:cNvPr id="2050" name="Picture 2" descr="NETCONF Protocol Overview | What is NETCONF? | IPCisco">
            <a:extLst>
              <a:ext uri="{FF2B5EF4-FFF2-40B4-BE49-F238E27FC236}">
                <a16:creationId xmlns:a16="http://schemas.microsoft.com/office/drawing/2014/main" id="{16A82494-C2A1-EE94-68E1-6650E1385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519" y="2601100"/>
            <a:ext cx="3042443" cy="228521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918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build="p"/>
      <p:bldP spid="14" grpId="0" build="p"/>
      <p:bldP spid="16" grpId="0" animBg="1"/>
      <p:bldP spid="17" grpId="0" animBg="1"/>
      <p:bldP spid="54" grpId="0" build="p"/>
      <p:bldP spid="56" grpId="0" build="p"/>
      <p:bldP spid="57" grpId="0" animBg="1"/>
      <p:bldP spid="58" grpId="0" animBg="1"/>
      <p:bldP spid="59" grpId="0" animBg="1"/>
      <p:bldP spid="60" grpId="0" animBg="1"/>
      <p:bldP spid="6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A150A-3DA1-A89F-3CED-19BD78431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0A85E06-80DA-1A8C-D27E-52893349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91681" y="95160"/>
            <a:ext cx="7696200" cy="715566"/>
          </a:xfrm>
        </p:spPr>
        <p:txBody>
          <a:bodyPr>
            <a:normAutofit/>
          </a:bodyPr>
          <a:lstStyle/>
          <a:p>
            <a:r>
              <a:rPr lang="hu-HU" dirty="0"/>
              <a:t>YANG: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90460A-96C1-87AA-C992-083621093B0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725180" y="4190447"/>
            <a:ext cx="5067898" cy="392482"/>
          </a:xfrm>
        </p:spPr>
        <p:txBody>
          <a:bodyPr/>
          <a:lstStyle/>
          <a:p>
            <a:r>
              <a:rPr lang="hu-HU" dirty="0"/>
              <a:t>Strukturált hálózati adatkezelés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1263552-E281-A180-028E-967B236B55AE}"/>
              </a:ext>
            </a:extLst>
          </p:cNvPr>
          <p:cNvSpPr/>
          <p:nvPr/>
        </p:nvSpPr>
        <p:spPr>
          <a:xfrm>
            <a:off x="138966" y="2993553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F81C339-D3F6-1027-9EF9-EAEFBC7FC477}"/>
              </a:ext>
            </a:extLst>
          </p:cNvPr>
          <p:cNvSpPr/>
          <p:nvPr/>
        </p:nvSpPr>
        <p:spPr>
          <a:xfrm>
            <a:off x="138966" y="4028774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8" name="Imagen 47" descr="Forma&#10;&#10;Descripción generada automáticamente">
            <a:extLst>
              <a:ext uri="{FF2B5EF4-FFF2-40B4-BE49-F238E27FC236}">
                <a16:creationId xmlns:a16="http://schemas.microsoft.com/office/drawing/2014/main" id="{789FF4A4-CA75-9BFD-ED04-A44BABA13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781772" y="280775"/>
            <a:ext cx="3322320" cy="880771"/>
          </a:xfrm>
          <a:prstGeom prst="rect">
            <a:avLst/>
          </a:prstGeom>
        </p:spPr>
      </p:pic>
      <p:sp>
        <p:nvSpPr>
          <p:cNvPr id="54" name="Text Placeholder 11">
            <a:extLst>
              <a:ext uri="{FF2B5EF4-FFF2-40B4-BE49-F238E27FC236}">
                <a16:creationId xmlns:a16="http://schemas.microsoft.com/office/drawing/2014/main" id="{254B1C50-DD3D-9754-2655-801385FE6673}"/>
              </a:ext>
            </a:extLst>
          </p:cNvPr>
          <p:cNvSpPr txBox="1">
            <a:spLocks/>
          </p:cNvSpPr>
          <p:nvPr/>
        </p:nvSpPr>
        <p:spPr>
          <a:xfrm>
            <a:off x="-412897" y="1215444"/>
            <a:ext cx="6087943" cy="39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300" kern="1200">
                <a:solidFill>
                  <a:schemeClr val="bg1"/>
                </a:solidFill>
                <a:latin typeface="Space Mono" panose="02000509040000020004" pitchFamily="49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Adatmodellező nyelv</a:t>
            </a:r>
            <a:endParaRPr lang="en-US" dirty="0"/>
          </a:p>
        </p:txBody>
      </p:sp>
      <p:sp>
        <p:nvSpPr>
          <p:cNvPr id="56" name="Text Placeholder 13">
            <a:extLst>
              <a:ext uri="{FF2B5EF4-FFF2-40B4-BE49-F238E27FC236}">
                <a16:creationId xmlns:a16="http://schemas.microsoft.com/office/drawing/2014/main" id="{9692F0B5-A6DD-8CD8-5A32-D17DF0BFB0E6}"/>
              </a:ext>
            </a:extLst>
          </p:cNvPr>
          <p:cNvSpPr txBox="1">
            <a:spLocks/>
          </p:cNvSpPr>
          <p:nvPr/>
        </p:nvSpPr>
        <p:spPr>
          <a:xfrm>
            <a:off x="413279" y="2232363"/>
            <a:ext cx="6221891" cy="39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300" kern="1200">
                <a:solidFill>
                  <a:schemeClr val="bg1"/>
                </a:solidFill>
                <a:latin typeface="Space Mono" panose="02000509040000020004" pitchFamily="49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Meghatározza az adatok struktúráját</a:t>
            </a:r>
            <a:endParaRPr lang="en-US" dirty="0"/>
          </a:p>
        </p:txBody>
      </p:sp>
      <p:sp>
        <p:nvSpPr>
          <p:cNvPr id="57" name="Rectángulo 15">
            <a:extLst>
              <a:ext uri="{FF2B5EF4-FFF2-40B4-BE49-F238E27FC236}">
                <a16:creationId xmlns:a16="http://schemas.microsoft.com/office/drawing/2014/main" id="{618F59BC-7C66-5D29-FD15-EBD0A9222E1B}"/>
              </a:ext>
            </a:extLst>
          </p:cNvPr>
          <p:cNvSpPr/>
          <p:nvPr/>
        </p:nvSpPr>
        <p:spPr>
          <a:xfrm>
            <a:off x="138966" y="969725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Rectángulo 16">
            <a:extLst>
              <a:ext uri="{FF2B5EF4-FFF2-40B4-BE49-F238E27FC236}">
                <a16:creationId xmlns:a16="http://schemas.microsoft.com/office/drawing/2014/main" id="{892F2941-E2BD-AE3C-605A-76B21786140B}"/>
              </a:ext>
            </a:extLst>
          </p:cNvPr>
          <p:cNvSpPr/>
          <p:nvPr/>
        </p:nvSpPr>
        <p:spPr>
          <a:xfrm>
            <a:off x="138966" y="1981639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Forma libre: forma 17">
            <a:extLst>
              <a:ext uri="{FF2B5EF4-FFF2-40B4-BE49-F238E27FC236}">
                <a16:creationId xmlns:a16="http://schemas.microsoft.com/office/drawing/2014/main" id="{C1249D61-1C6F-38EE-8B55-F41E295318F3}"/>
              </a:ext>
            </a:extLst>
          </p:cNvPr>
          <p:cNvSpPr/>
          <p:nvPr/>
        </p:nvSpPr>
        <p:spPr>
          <a:xfrm>
            <a:off x="413279" y="2223991"/>
            <a:ext cx="377082" cy="377109"/>
          </a:xfrm>
          <a:custGeom>
            <a:avLst/>
            <a:gdLst>
              <a:gd name="connsiteX0" fmla="*/ 349120 w 377082"/>
              <a:gd name="connsiteY0" fmla="*/ 300707 h 377109"/>
              <a:gd name="connsiteX1" fmla="*/ 349120 w 377082"/>
              <a:gd name="connsiteY1" fmla="*/ 247027 h 377109"/>
              <a:gd name="connsiteX2" fmla="*/ 199584 w 377082"/>
              <a:gd name="connsiteY2" fmla="*/ 247027 h 377109"/>
              <a:gd name="connsiteX3" fmla="*/ 199584 w 377082"/>
              <a:gd name="connsiteY3" fmla="*/ 217050 h 377109"/>
              <a:gd name="connsiteX4" fmla="*/ 299630 w 377082"/>
              <a:gd name="connsiteY4" fmla="*/ 217050 h 377109"/>
              <a:gd name="connsiteX5" fmla="*/ 361125 w 377082"/>
              <a:gd name="connsiteY5" fmla="*/ 155681 h 377109"/>
              <a:gd name="connsiteX6" fmla="*/ 309962 w 377082"/>
              <a:gd name="connsiteY6" fmla="*/ 95050 h 377109"/>
              <a:gd name="connsiteX7" fmla="*/ 228389 w 377082"/>
              <a:gd name="connsiteY7" fmla="*/ 38882 h 377109"/>
              <a:gd name="connsiteX8" fmla="*/ 218274 w 377082"/>
              <a:gd name="connsiteY8" fmla="*/ 41538 h 377109"/>
              <a:gd name="connsiteX9" fmla="*/ 97320 w 377082"/>
              <a:gd name="connsiteY9" fmla="*/ 13213 h 377109"/>
              <a:gd name="connsiteX10" fmla="*/ 56370 w 377082"/>
              <a:gd name="connsiteY10" fmla="*/ 97874 h 377109"/>
              <a:gd name="connsiteX11" fmla="*/ 19763 w 377082"/>
              <a:gd name="connsiteY11" fmla="*/ 176686 h 377109"/>
              <a:gd name="connsiteX12" fmla="*/ 77445 w 377082"/>
              <a:gd name="connsiteY12" fmla="*/ 217029 h 377109"/>
              <a:gd name="connsiteX13" fmla="*/ 177491 w 377082"/>
              <a:gd name="connsiteY13" fmla="*/ 217029 h 377109"/>
              <a:gd name="connsiteX14" fmla="*/ 177491 w 377082"/>
              <a:gd name="connsiteY14" fmla="*/ 247006 h 377109"/>
              <a:gd name="connsiteX15" fmla="*/ 27962 w 377082"/>
              <a:gd name="connsiteY15" fmla="*/ 247006 h 377109"/>
              <a:gd name="connsiteX16" fmla="*/ 27962 w 377082"/>
              <a:gd name="connsiteY16" fmla="*/ 300686 h 377109"/>
              <a:gd name="connsiteX17" fmla="*/ 1610 w 377082"/>
              <a:gd name="connsiteY17" fmla="*/ 349130 h 377109"/>
              <a:gd name="connsiteX18" fmla="*/ 50054 w 377082"/>
              <a:gd name="connsiteY18" fmla="*/ 375489 h 377109"/>
              <a:gd name="connsiteX19" fmla="*/ 76406 w 377082"/>
              <a:gd name="connsiteY19" fmla="*/ 327038 h 377109"/>
              <a:gd name="connsiteX20" fmla="*/ 50054 w 377082"/>
              <a:gd name="connsiteY20" fmla="*/ 300686 h 377109"/>
              <a:gd name="connsiteX21" fmla="*/ 50054 w 377082"/>
              <a:gd name="connsiteY21" fmla="*/ 269099 h 377109"/>
              <a:gd name="connsiteX22" fmla="*/ 177491 w 377082"/>
              <a:gd name="connsiteY22" fmla="*/ 269099 h 377109"/>
              <a:gd name="connsiteX23" fmla="*/ 177491 w 377082"/>
              <a:gd name="connsiteY23" fmla="*/ 300686 h 377109"/>
              <a:gd name="connsiteX24" fmla="*/ 151133 w 377082"/>
              <a:gd name="connsiteY24" fmla="*/ 349137 h 377109"/>
              <a:gd name="connsiteX25" fmla="*/ 199584 w 377082"/>
              <a:gd name="connsiteY25" fmla="*/ 375503 h 377109"/>
              <a:gd name="connsiteX26" fmla="*/ 225943 w 377082"/>
              <a:gd name="connsiteY26" fmla="*/ 327045 h 377109"/>
              <a:gd name="connsiteX27" fmla="*/ 199584 w 377082"/>
              <a:gd name="connsiteY27" fmla="*/ 300686 h 377109"/>
              <a:gd name="connsiteX28" fmla="*/ 199584 w 377082"/>
              <a:gd name="connsiteY28" fmla="*/ 269099 h 377109"/>
              <a:gd name="connsiteX29" fmla="*/ 327028 w 377082"/>
              <a:gd name="connsiteY29" fmla="*/ 269099 h 377109"/>
              <a:gd name="connsiteX30" fmla="*/ 327028 w 377082"/>
              <a:gd name="connsiteY30" fmla="*/ 300686 h 377109"/>
              <a:gd name="connsiteX31" fmla="*/ 300676 w 377082"/>
              <a:gd name="connsiteY31" fmla="*/ 349130 h 377109"/>
              <a:gd name="connsiteX32" fmla="*/ 349120 w 377082"/>
              <a:gd name="connsiteY32" fmla="*/ 375489 h 377109"/>
              <a:gd name="connsiteX33" fmla="*/ 375472 w 377082"/>
              <a:gd name="connsiteY33" fmla="*/ 327038 h 377109"/>
              <a:gd name="connsiteX34" fmla="*/ 349120 w 377082"/>
              <a:gd name="connsiteY34" fmla="*/ 300686 h 377109"/>
              <a:gd name="connsiteX35" fmla="*/ 38112 w 377082"/>
              <a:gd name="connsiteY35" fmla="*/ 155611 h 377109"/>
              <a:gd name="connsiteX36" fmla="*/ 70836 w 377082"/>
              <a:gd name="connsiteY36" fmla="*/ 116836 h 377109"/>
              <a:gd name="connsiteX37" fmla="*/ 82506 w 377082"/>
              <a:gd name="connsiteY37" fmla="*/ 114863 h 377109"/>
              <a:gd name="connsiteX38" fmla="*/ 79718 w 377082"/>
              <a:gd name="connsiteY38" fmla="*/ 103354 h 377109"/>
              <a:gd name="connsiteX39" fmla="*/ 128148 w 377082"/>
              <a:gd name="connsiteY39" fmla="*/ 23956 h 377109"/>
              <a:gd name="connsiteX40" fmla="*/ 203341 w 377082"/>
              <a:gd name="connsiteY40" fmla="*/ 60319 h 377109"/>
              <a:gd name="connsiteX41" fmla="*/ 208221 w 377082"/>
              <a:gd name="connsiteY41" fmla="*/ 70936 h 377109"/>
              <a:gd name="connsiteX42" fmla="*/ 218539 w 377082"/>
              <a:gd name="connsiteY42" fmla="*/ 65436 h 377109"/>
              <a:gd name="connsiteX43" fmla="*/ 241043 w 377082"/>
              <a:gd name="connsiteY43" fmla="*/ 59824 h 377109"/>
              <a:gd name="connsiteX44" fmla="*/ 288964 w 377082"/>
              <a:gd name="connsiteY44" fmla="*/ 105675 h 377109"/>
              <a:gd name="connsiteX45" fmla="*/ 289403 w 377082"/>
              <a:gd name="connsiteY45" fmla="*/ 116181 h 377109"/>
              <a:gd name="connsiteX46" fmla="*/ 299923 w 377082"/>
              <a:gd name="connsiteY46" fmla="*/ 116258 h 377109"/>
              <a:gd name="connsiteX47" fmla="*/ 338607 w 377082"/>
              <a:gd name="connsiteY47" fmla="*/ 156238 h 377109"/>
              <a:gd name="connsiteX48" fmla="*/ 299630 w 377082"/>
              <a:gd name="connsiteY48" fmla="*/ 194930 h 377109"/>
              <a:gd name="connsiteX49" fmla="*/ 77445 w 377082"/>
              <a:gd name="connsiteY49" fmla="*/ 194930 h 377109"/>
              <a:gd name="connsiteX50" fmla="*/ 38112 w 377082"/>
              <a:gd name="connsiteY50" fmla="*/ 155590 h 377109"/>
              <a:gd name="connsiteX51" fmla="*/ 55910 w 377082"/>
              <a:gd name="connsiteY51" fmla="*/ 338102 h 377109"/>
              <a:gd name="connsiteX52" fmla="*/ 39005 w 377082"/>
              <a:gd name="connsiteY52" fmla="*/ 355007 h 377109"/>
              <a:gd name="connsiteX53" fmla="*/ 22099 w 377082"/>
              <a:gd name="connsiteY53" fmla="*/ 338102 h 377109"/>
              <a:gd name="connsiteX54" fmla="*/ 39005 w 377082"/>
              <a:gd name="connsiteY54" fmla="*/ 321196 h 377109"/>
              <a:gd name="connsiteX55" fmla="*/ 39011 w 377082"/>
              <a:gd name="connsiteY55" fmla="*/ 321196 h 377109"/>
              <a:gd name="connsiteX56" fmla="*/ 55910 w 377082"/>
              <a:gd name="connsiteY56" fmla="*/ 338102 h 377109"/>
              <a:gd name="connsiteX57" fmla="*/ 205447 w 377082"/>
              <a:gd name="connsiteY57" fmla="*/ 338102 h 377109"/>
              <a:gd name="connsiteX58" fmla="*/ 188541 w 377082"/>
              <a:gd name="connsiteY58" fmla="*/ 355007 h 377109"/>
              <a:gd name="connsiteX59" fmla="*/ 171636 w 377082"/>
              <a:gd name="connsiteY59" fmla="*/ 338102 h 377109"/>
              <a:gd name="connsiteX60" fmla="*/ 188541 w 377082"/>
              <a:gd name="connsiteY60" fmla="*/ 321196 h 377109"/>
              <a:gd name="connsiteX61" fmla="*/ 205447 w 377082"/>
              <a:gd name="connsiteY61" fmla="*/ 338102 h 377109"/>
              <a:gd name="connsiteX62" fmla="*/ 338071 w 377082"/>
              <a:gd name="connsiteY62" fmla="*/ 355000 h 377109"/>
              <a:gd name="connsiteX63" fmla="*/ 321165 w 377082"/>
              <a:gd name="connsiteY63" fmla="*/ 338095 h 377109"/>
              <a:gd name="connsiteX64" fmla="*/ 338071 w 377082"/>
              <a:gd name="connsiteY64" fmla="*/ 321189 h 377109"/>
              <a:gd name="connsiteX65" fmla="*/ 354976 w 377082"/>
              <a:gd name="connsiteY65" fmla="*/ 338095 h 377109"/>
              <a:gd name="connsiteX66" fmla="*/ 354976 w 377082"/>
              <a:gd name="connsiteY66" fmla="*/ 338102 h 377109"/>
              <a:gd name="connsiteX67" fmla="*/ 338071 w 377082"/>
              <a:gd name="connsiteY67" fmla="*/ 355000 h 3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77082" h="377109">
                <a:moveTo>
                  <a:pt x="349120" y="300707"/>
                </a:moveTo>
                <a:lnTo>
                  <a:pt x="349120" y="247027"/>
                </a:lnTo>
                <a:lnTo>
                  <a:pt x="199584" y="247027"/>
                </a:lnTo>
                <a:lnTo>
                  <a:pt x="199584" y="217050"/>
                </a:lnTo>
                <a:lnTo>
                  <a:pt x="299630" y="217050"/>
                </a:lnTo>
                <a:cubicBezTo>
                  <a:pt x="333560" y="217085"/>
                  <a:pt x="361090" y="189611"/>
                  <a:pt x="361125" y="155681"/>
                </a:cubicBezTo>
                <a:cubicBezTo>
                  <a:pt x="361153" y="125690"/>
                  <a:pt x="339528" y="100063"/>
                  <a:pt x="309962" y="95050"/>
                </a:cubicBezTo>
                <a:cubicBezTo>
                  <a:pt x="302949" y="57015"/>
                  <a:pt x="266426" y="31862"/>
                  <a:pt x="228389" y="38882"/>
                </a:cubicBezTo>
                <a:cubicBezTo>
                  <a:pt x="224953" y="39509"/>
                  <a:pt x="221572" y="40402"/>
                  <a:pt x="218274" y="41538"/>
                </a:cubicBezTo>
                <a:cubicBezTo>
                  <a:pt x="192696" y="316"/>
                  <a:pt x="138542" y="-12365"/>
                  <a:pt x="97320" y="13213"/>
                </a:cubicBezTo>
                <a:cubicBezTo>
                  <a:pt x="68445" y="31137"/>
                  <a:pt x="52494" y="64111"/>
                  <a:pt x="56370" y="97874"/>
                </a:cubicBezTo>
                <a:cubicBezTo>
                  <a:pt x="24497" y="109530"/>
                  <a:pt x="8107" y="144813"/>
                  <a:pt x="19763" y="176686"/>
                </a:cubicBezTo>
                <a:cubicBezTo>
                  <a:pt x="28617" y="200904"/>
                  <a:pt x="51658" y="217015"/>
                  <a:pt x="77445" y="217029"/>
                </a:cubicBezTo>
                <a:lnTo>
                  <a:pt x="177491" y="217029"/>
                </a:lnTo>
                <a:lnTo>
                  <a:pt x="177491" y="247006"/>
                </a:lnTo>
                <a:lnTo>
                  <a:pt x="27962" y="247006"/>
                </a:lnTo>
                <a:lnTo>
                  <a:pt x="27962" y="300686"/>
                </a:lnTo>
                <a:cubicBezTo>
                  <a:pt x="7306" y="306786"/>
                  <a:pt x="-4497" y="328474"/>
                  <a:pt x="1610" y="349130"/>
                </a:cubicBezTo>
                <a:cubicBezTo>
                  <a:pt x="7710" y="369787"/>
                  <a:pt x="29398" y="381589"/>
                  <a:pt x="50054" y="375489"/>
                </a:cubicBezTo>
                <a:cubicBezTo>
                  <a:pt x="70711" y="369389"/>
                  <a:pt x="82506" y="347694"/>
                  <a:pt x="76406" y="327038"/>
                </a:cubicBezTo>
                <a:cubicBezTo>
                  <a:pt x="72662" y="314357"/>
                  <a:pt x="62742" y="304430"/>
                  <a:pt x="50054" y="300686"/>
                </a:cubicBezTo>
                <a:lnTo>
                  <a:pt x="50054" y="269099"/>
                </a:lnTo>
                <a:lnTo>
                  <a:pt x="177491" y="269099"/>
                </a:lnTo>
                <a:lnTo>
                  <a:pt x="177491" y="300686"/>
                </a:lnTo>
                <a:cubicBezTo>
                  <a:pt x="156828" y="306786"/>
                  <a:pt x="145025" y="328481"/>
                  <a:pt x="151133" y="349137"/>
                </a:cubicBezTo>
                <a:cubicBezTo>
                  <a:pt x="157233" y="369801"/>
                  <a:pt x="178920" y="381603"/>
                  <a:pt x="199584" y="375503"/>
                </a:cubicBezTo>
                <a:cubicBezTo>
                  <a:pt x="220247" y="369403"/>
                  <a:pt x="232049" y="347708"/>
                  <a:pt x="225943" y="327045"/>
                </a:cubicBezTo>
                <a:cubicBezTo>
                  <a:pt x="222199" y="314357"/>
                  <a:pt x="212272" y="304430"/>
                  <a:pt x="199584" y="300686"/>
                </a:cubicBezTo>
                <a:lnTo>
                  <a:pt x="199584" y="269099"/>
                </a:lnTo>
                <a:lnTo>
                  <a:pt x="327028" y="269099"/>
                </a:lnTo>
                <a:lnTo>
                  <a:pt x="327028" y="300686"/>
                </a:lnTo>
                <a:cubicBezTo>
                  <a:pt x="306372" y="306786"/>
                  <a:pt x="294569" y="328474"/>
                  <a:pt x="300676" y="349130"/>
                </a:cubicBezTo>
                <a:cubicBezTo>
                  <a:pt x="306776" y="369787"/>
                  <a:pt x="328464" y="381589"/>
                  <a:pt x="349120" y="375489"/>
                </a:cubicBezTo>
                <a:cubicBezTo>
                  <a:pt x="369777" y="369389"/>
                  <a:pt x="381579" y="347694"/>
                  <a:pt x="375472" y="327038"/>
                </a:cubicBezTo>
                <a:cubicBezTo>
                  <a:pt x="371729" y="314357"/>
                  <a:pt x="361808" y="304430"/>
                  <a:pt x="349120" y="300686"/>
                </a:cubicBezTo>
                <a:close/>
                <a:moveTo>
                  <a:pt x="38112" y="155611"/>
                </a:moveTo>
                <a:cubicBezTo>
                  <a:pt x="38056" y="136419"/>
                  <a:pt x="51902" y="120001"/>
                  <a:pt x="70836" y="116836"/>
                </a:cubicBezTo>
                <a:lnTo>
                  <a:pt x="82506" y="114863"/>
                </a:lnTo>
                <a:lnTo>
                  <a:pt x="79718" y="103354"/>
                </a:lnTo>
                <a:cubicBezTo>
                  <a:pt x="71164" y="68057"/>
                  <a:pt x="92852" y="32510"/>
                  <a:pt x="128148" y="23956"/>
                </a:cubicBezTo>
                <a:cubicBezTo>
                  <a:pt x="158683" y="16560"/>
                  <a:pt x="190179" y="31792"/>
                  <a:pt x="203341" y="60319"/>
                </a:cubicBezTo>
                <a:lnTo>
                  <a:pt x="208221" y="70936"/>
                </a:lnTo>
                <a:lnTo>
                  <a:pt x="218539" y="65436"/>
                </a:lnTo>
                <a:cubicBezTo>
                  <a:pt x="225455" y="61727"/>
                  <a:pt x="233193" y="59796"/>
                  <a:pt x="241043" y="59824"/>
                </a:cubicBezTo>
                <a:cubicBezTo>
                  <a:pt x="266746" y="59734"/>
                  <a:pt x="287918" y="79993"/>
                  <a:pt x="288964" y="105675"/>
                </a:cubicBezTo>
                <a:lnTo>
                  <a:pt x="289403" y="116181"/>
                </a:lnTo>
                <a:lnTo>
                  <a:pt x="299923" y="116258"/>
                </a:lnTo>
                <a:cubicBezTo>
                  <a:pt x="321646" y="116613"/>
                  <a:pt x="338970" y="134516"/>
                  <a:pt x="338607" y="156238"/>
                </a:cubicBezTo>
                <a:cubicBezTo>
                  <a:pt x="338259" y="177571"/>
                  <a:pt x="320963" y="194735"/>
                  <a:pt x="299630" y="194930"/>
                </a:cubicBezTo>
                <a:lnTo>
                  <a:pt x="77445" y="194930"/>
                </a:lnTo>
                <a:cubicBezTo>
                  <a:pt x="55729" y="194902"/>
                  <a:pt x="38133" y="177306"/>
                  <a:pt x="38112" y="155590"/>
                </a:cubicBezTo>
                <a:close/>
                <a:moveTo>
                  <a:pt x="55910" y="338102"/>
                </a:moveTo>
                <a:cubicBezTo>
                  <a:pt x="55910" y="347436"/>
                  <a:pt x="48339" y="355007"/>
                  <a:pt x="39005" y="355007"/>
                </a:cubicBezTo>
                <a:cubicBezTo>
                  <a:pt x="29670" y="355007"/>
                  <a:pt x="22099" y="347436"/>
                  <a:pt x="22099" y="338102"/>
                </a:cubicBezTo>
                <a:cubicBezTo>
                  <a:pt x="22099" y="328767"/>
                  <a:pt x="29670" y="321196"/>
                  <a:pt x="39005" y="321196"/>
                </a:cubicBezTo>
                <a:cubicBezTo>
                  <a:pt x="39005" y="321196"/>
                  <a:pt x="39011" y="321196"/>
                  <a:pt x="39011" y="321196"/>
                </a:cubicBezTo>
                <a:cubicBezTo>
                  <a:pt x="48346" y="321203"/>
                  <a:pt x="55903" y="328767"/>
                  <a:pt x="55910" y="338102"/>
                </a:cubicBezTo>
                <a:close/>
                <a:moveTo>
                  <a:pt x="205447" y="338102"/>
                </a:moveTo>
                <a:cubicBezTo>
                  <a:pt x="205447" y="347436"/>
                  <a:pt x="197876" y="355007"/>
                  <a:pt x="188541" y="355007"/>
                </a:cubicBezTo>
                <a:cubicBezTo>
                  <a:pt x="179206" y="355007"/>
                  <a:pt x="171636" y="347436"/>
                  <a:pt x="171636" y="338102"/>
                </a:cubicBezTo>
                <a:cubicBezTo>
                  <a:pt x="171636" y="328767"/>
                  <a:pt x="179206" y="321196"/>
                  <a:pt x="188541" y="321196"/>
                </a:cubicBezTo>
                <a:cubicBezTo>
                  <a:pt x="197876" y="321203"/>
                  <a:pt x="205440" y="328767"/>
                  <a:pt x="205447" y="338102"/>
                </a:cubicBezTo>
                <a:close/>
                <a:moveTo>
                  <a:pt x="338071" y="355000"/>
                </a:moveTo>
                <a:cubicBezTo>
                  <a:pt x="328736" y="355000"/>
                  <a:pt x="321165" y="347429"/>
                  <a:pt x="321165" y="338095"/>
                </a:cubicBezTo>
                <a:cubicBezTo>
                  <a:pt x="321165" y="328760"/>
                  <a:pt x="328736" y="321189"/>
                  <a:pt x="338071" y="321189"/>
                </a:cubicBezTo>
                <a:cubicBezTo>
                  <a:pt x="347405" y="321189"/>
                  <a:pt x="354976" y="328760"/>
                  <a:pt x="354976" y="338095"/>
                </a:cubicBezTo>
                <a:cubicBezTo>
                  <a:pt x="354976" y="338095"/>
                  <a:pt x="354976" y="338102"/>
                  <a:pt x="354976" y="338102"/>
                </a:cubicBezTo>
                <a:cubicBezTo>
                  <a:pt x="354969" y="347436"/>
                  <a:pt x="347405" y="354993"/>
                  <a:pt x="338071" y="355000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60" name="Forma libre: forma 18">
            <a:extLst>
              <a:ext uri="{FF2B5EF4-FFF2-40B4-BE49-F238E27FC236}">
                <a16:creationId xmlns:a16="http://schemas.microsoft.com/office/drawing/2014/main" id="{609E6FB2-E9DF-29F6-286D-71584BCB4856}"/>
              </a:ext>
            </a:extLst>
          </p:cNvPr>
          <p:cNvSpPr/>
          <p:nvPr/>
        </p:nvSpPr>
        <p:spPr>
          <a:xfrm>
            <a:off x="402845" y="1234221"/>
            <a:ext cx="377055" cy="377048"/>
          </a:xfrm>
          <a:custGeom>
            <a:avLst/>
            <a:gdLst>
              <a:gd name="connsiteX0" fmla="*/ 188528 w 377055"/>
              <a:gd name="connsiteY0" fmla="*/ 0 h 377048"/>
              <a:gd name="connsiteX1" fmla="*/ 0 w 377055"/>
              <a:gd name="connsiteY1" fmla="*/ 188528 h 377048"/>
              <a:gd name="connsiteX2" fmla="*/ 188528 w 377055"/>
              <a:gd name="connsiteY2" fmla="*/ 377048 h 377048"/>
              <a:gd name="connsiteX3" fmla="*/ 377055 w 377055"/>
              <a:gd name="connsiteY3" fmla="*/ 188528 h 377048"/>
              <a:gd name="connsiteX4" fmla="*/ 188528 w 377055"/>
              <a:gd name="connsiteY4" fmla="*/ 0 h 377048"/>
              <a:gd name="connsiteX5" fmla="*/ 177485 w 377055"/>
              <a:gd name="connsiteY5" fmla="*/ 92531 h 377048"/>
              <a:gd name="connsiteX6" fmla="*/ 128155 w 377055"/>
              <a:gd name="connsiteY6" fmla="*/ 85609 h 377048"/>
              <a:gd name="connsiteX7" fmla="*/ 136417 w 377055"/>
              <a:gd name="connsiteY7" fmla="*/ 68354 h 377048"/>
              <a:gd name="connsiteX8" fmla="*/ 177485 w 377055"/>
              <a:gd name="connsiteY8" fmla="*/ 24435 h 377048"/>
              <a:gd name="connsiteX9" fmla="*/ 177485 w 377055"/>
              <a:gd name="connsiteY9" fmla="*/ 114645 h 377048"/>
              <a:gd name="connsiteX10" fmla="*/ 177485 w 377055"/>
              <a:gd name="connsiteY10" fmla="*/ 177478 h 377048"/>
              <a:gd name="connsiteX11" fmla="*/ 108468 w 377055"/>
              <a:gd name="connsiteY11" fmla="*/ 177478 h 377048"/>
              <a:gd name="connsiteX12" fmla="*/ 120529 w 377055"/>
              <a:gd name="connsiteY12" fmla="*/ 106460 h 377048"/>
              <a:gd name="connsiteX13" fmla="*/ 177464 w 377055"/>
              <a:gd name="connsiteY13" fmla="*/ 114645 h 377048"/>
              <a:gd name="connsiteX14" fmla="*/ 177485 w 377055"/>
              <a:gd name="connsiteY14" fmla="*/ 199570 h 377048"/>
              <a:gd name="connsiteX15" fmla="*/ 177485 w 377055"/>
              <a:gd name="connsiteY15" fmla="*/ 262403 h 377048"/>
              <a:gd name="connsiteX16" fmla="*/ 120550 w 377055"/>
              <a:gd name="connsiteY16" fmla="*/ 270588 h 377048"/>
              <a:gd name="connsiteX17" fmla="*/ 108489 w 377055"/>
              <a:gd name="connsiteY17" fmla="*/ 199570 h 377048"/>
              <a:gd name="connsiteX18" fmla="*/ 177485 w 377055"/>
              <a:gd name="connsiteY18" fmla="*/ 284517 h 377048"/>
              <a:gd name="connsiteX19" fmla="*/ 177485 w 377055"/>
              <a:gd name="connsiteY19" fmla="*/ 352593 h 377048"/>
              <a:gd name="connsiteX20" fmla="*/ 136417 w 377055"/>
              <a:gd name="connsiteY20" fmla="*/ 308673 h 377048"/>
              <a:gd name="connsiteX21" fmla="*/ 128155 w 377055"/>
              <a:gd name="connsiteY21" fmla="*/ 291419 h 377048"/>
              <a:gd name="connsiteX22" fmla="*/ 177485 w 377055"/>
              <a:gd name="connsiteY22" fmla="*/ 284496 h 377048"/>
              <a:gd name="connsiteX23" fmla="*/ 199577 w 377055"/>
              <a:gd name="connsiteY23" fmla="*/ 284517 h 377048"/>
              <a:gd name="connsiteX24" fmla="*/ 248900 w 377055"/>
              <a:gd name="connsiteY24" fmla="*/ 291439 h 377048"/>
              <a:gd name="connsiteX25" fmla="*/ 240646 w 377055"/>
              <a:gd name="connsiteY25" fmla="*/ 308694 h 377048"/>
              <a:gd name="connsiteX26" fmla="*/ 199577 w 377055"/>
              <a:gd name="connsiteY26" fmla="*/ 352613 h 377048"/>
              <a:gd name="connsiteX27" fmla="*/ 199577 w 377055"/>
              <a:gd name="connsiteY27" fmla="*/ 262403 h 377048"/>
              <a:gd name="connsiteX28" fmla="*/ 199577 w 377055"/>
              <a:gd name="connsiteY28" fmla="*/ 199570 h 377048"/>
              <a:gd name="connsiteX29" fmla="*/ 268594 w 377055"/>
              <a:gd name="connsiteY29" fmla="*/ 199570 h 377048"/>
              <a:gd name="connsiteX30" fmla="*/ 256527 w 377055"/>
              <a:gd name="connsiteY30" fmla="*/ 270588 h 377048"/>
              <a:gd name="connsiteX31" fmla="*/ 199598 w 377055"/>
              <a:gd name="connsiteY31" fmla="*/ 262403 h 377048"/>
              <a:gd name="connsiteX32" fmla="*/ 199577 w 377055"/>
              <a:gd name="connsiteY32" fmla="*/ 177478 h 377048"/>
              <a:gd name="connsiteX33" fmla="*/ 199577 w 377055"/>
              <a:gd name="connsiteY33" fmla="*/ 114645 h 377048"/>
              <a:gd name="connsiteX34" fmla="*/ 256506 w 377055"/>
              <a:gd name="connsiteY34" fmla="*/ 106460 h 377048"/>
              <a:gd name="connsiteX35" fmla="*/ 268573 w 377055"/>
              <a:gd name="connsiteY35" fmla="*/ 177478 h 377048"/>
              <a:gd name="connsiteX36" fmla="*/ 199577 w 377055"/>
              <a:gd name="connsiteY36" fmla="*/ 92531 h 377048"/>
              <a:gd name="connsiteX37" fmla="*/ 199577 w 377055"/>
              <a:gd name="connsiteY37" fmla="*/ 24456 h 377048"/>
              <a:gd name="connsiteX38" fmla="*/ 240646 w 377055"/>
              <a:gd name="connsiteY38" fmla="*/ 68376 h 377048"/>
              <a:gd name="connsiteX39" fmla="*/ 248900 w 377055"/>
              <a:gd name="connsiteY39" fmla="*/ 85630 h 377048"/>
              <a:gd name="connsiteX40" fmla="*/ 199577 w 377055"/>
              <a:gd name="connsiteY40" fmla="*/ 92553 h 377048"/>
              <a:gd name="connsiteX41" fmla="*/ 260061 w 377055"/>
              <a:gd name="connsiteY41" fmla="*/ 57814 h 377048"/>
              <a:gd name="connsiteX42" fmla="*/ 242187 w 377055"/>
              <a:gd name="connsiteY42" fmla="*/ 30967 h 377048"/>
              <a:gd name="connsiteX43" fmla="*/ 301109 w 377055"/>
              <a:gd name="connsiteY43" fmla="*/ 66054 h 377048"/>
              <a:gd name="connsiteX44" fmla="*/ 270288 w 377055"/>
              <a:gd name="connsiteY44" fmla="*/ 79390 h 377048"/>
              <a:gd name="connsiteX45" fmla="*/ 260061 w 377055"/>
              <a:gd name="connsiteY45" fmla="*/ 57814 h 377048"/>
              <a:gd name="connsiteX46" fmla="*/ 116994 w 377055"/>
              <a:gd name="connsiteY46" fmla="*/ 57814 h 377048"/>
              <a:gd name="connsiteX47" fmla="*/ 106767 w 377055"/>
              <a:gd name="connsiteY47" fmla="*/ 79390 h 377048"/>
              <a:gd name="connsiteX48" fmla="*/ 75954 w 377055"/>
              <a:gd name="connsiteY48" fmla="*/ 66054 h 377048"/>
              <a:gd name="connsiteX49" fmla="*/ 134876 w 377055"/>
              <a:gd name="connsiteY49" fmla="*/ 30967 h 377048"/>
              <a:gd name="connsiteX50" fmla="*/ 116994 w 377055"/>
              <a:gd name="connsiteY50" fmla="*/ 57814 h 377048"/>
              <a:gd name="connsiteX51" fmla="*/ 99294 w 377055"/>
              <a:gd name="connsiteY51" fmla="*/ 100158 h 377048"/>
              <a:gd name="connsiteX52" fmla="*/ 86369 w 377055"/>
              <a:gd name="connsiteY52" fmla="*/ 177478 h 377048"/>
              <a:gd name="connsiteX53" fmla="*/ 22469 w 377055"/>
              <a:gd name="connsiteY53" fmla="*/ 177478 h 377048"/>
              <a:gd name="connsiteX54" fmla="*/ 60247 w 377055"/>
              <a:gd name="connsiteY54" fmla="*/ 82625 h 377048"/>
              <a:gd name="connsiteX55" fmla="*/ 99287 w 377055"/>
              <a:gd name="connsiteY55" fmla="*/ 100179 h 377048"/>
              <a:gd name="connsiteX56" fmla="*/ 86369 w 377055"/>
              <a:gd name="connsiteY56" fmla="*/ 199570 h 377048"/>
              <a:gd name="connsiteX57" fmla="*/ 99294 w 377055"/>
              <a:gd name="connsiteY57" fmla="*/ 276890 h 377048"/>
              <a:gd name="connsiteX58" fmla="*/ 60254 w 377055"/>
              <a:gd name="connsiteY58" fmla="*/ 294444 h 377048"/>
              <a:gd name="connsiteX59" fmla="*/ 22476 w 377055"/>
              <a:gd name="connsiteY59" fmla="*/ 199570 h 377048"/>
              <a:gd name="connsiteX60" fmla="*/ 106767 w 377055"/>
              <a:gd name="connsiteY60" fmla="*/ 297658 h 377048"/>
              <a:gd name="connsiteX61" fmla="*/ 116994 w 377055"/>
              <a:gd name="connsiteY61" fmla="*/ 319234 h 377048"/>
              <a:gd name="connsiteX62" fmla="*/ 134876 w 377055"/>
              <a:gd name="connsiteY62" fmla="*/ 346081 h 377048"/>
              <a:gd name="connsiteX63" fmla="*/ 75954 w 377055"/>
              <a:gd name="connsiteY63" fmla="*/ 310994 h 377048"/>
              <a:gd name="connsiteX64" fmla="*/ 106767 w 377055"/>
              <a:gd name="connsiteY64" fmla="*/ 297658 h 377048"/>
              <a:gd name="connsiteX65" fmla="*/ 260061 w 377055"/>
              <a:gd name="connsiteY65" fmla="*/ 319234 h 377048"/>
              <a:gd name="connsiteX66" fmla="*/ 270288 w 377055"/>
              <a:gd name="connsiteY66" fmla="*/ 297658 h 377048"/>
              <a:gd name="connsiteX67" fmla="*/ 301109 w 377055"/>
              <a:gd name="connsiteY67" fmla="*/ 310994 h 377048"/>
              <a:gd name="connsiteX68" fmla="*/ 242187 w 377055"/>
              <a:gd name="connsiteY68" fmla="*/ 346081 h 377048"/>
              <a:gd name="connsiteX69" fmla="*/ 260061 w 377055"/>
              <a:gd name="connsiteY69" fmla="*/ 319234 h 377048"/>
              <a:gd name="connsiteX70" fmla="*/ 277762 w 377055"/>
              <a:gd name="connsiteY70" fmla="*/ 276890 h 377048"/>
              <a:gd name="connsiteX71" fmla="*/ 290687 w 377055"/>
              <a:gd name="connsiteY71" fmla="*/ 199570 h 377048"/>
              <a:gd name="connsiteX72" fmla="*/ 354559 w 377055"/>
              <a:gd name="connsiteY72" fmla="*/ 199570 h 377048"/>
              <a:gd name="connsiteX73" fmla="*/ 316788 w 377055"/>
              <a:gd name="connsiteY73" fmla="*/ 294444 h 377048"/>
              <a:gd name="connsiteX74" fmla="*/ 277748 w 377055"/>
              <a:gd name="connsiteY74" fmla="*/ 276890 h 377048"/>
              <a:gd name="connsiteX75" fmla="*/ 290687 w 377055"/>
              <a:gd name="connsiteY75" fmla="*/ 177478 h 377048"/>
              <a:gd name="connsiteX76" fmla="*/ 277762 w 377055"/>
              <a:gd name="connsiteY76" fmla="*/ 100158 h 377048"/>
              <a:gd name="connsiteX77" fmla="*/ 316802 w 377055"/>
              <a:gd name="connsiteY77" fmla="*/ 82604 h 377048"/>
              <a:gd name="connsiteX78" fmla="*/ 354559 w 377055"/>
              <a:gd name="connsiteY78" fmla="*/ 177478 h 37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7055" h="377048">
                <a:moveTo>
                  <a:pt x="188528" y="0"/>
                </a:moveTo>
                <a:cubicBezTo>
                  <a:pt x="84577" y="0"/>
                  <a:pt x="0" y="84570"/>
                  <a:pt x="0" y="188528"/>
                </a:cubicBezTo>
                <a:cubicBezTo>
                  <a:pt x="0" y="292485"/>
                  <a:pt x="84577" y="377048"/>
                  <a:pt x="188528" y="377048"/>
                </a:cubicBezTo>
                <a:cubicBezTo>
                  <a:pt x="292478" y="377048"/>
                  <a:pt x="377055" y="292478"/>
                  <a:pt x="377055" y="188528"/>
                </a:cubicBezTo>
                <a:cubicBezTo>
                  <a:pt x="377055" y="84577"/>
                  <a:pt x="292513" y="0"/>
                  <a:pt x="188528" y="0"/>
                </a:cubicBezTo>
                <a:close/>
                <a:moveTo>
                  <a:pt x="177485" y="92531"/>
                </a:moveTo>
                <a:cubicBezTo>
                  <a:pt x="160858" y="91827"/>
                  <a:pt x="144336" y="89506"/>
                  <a:pt x="128155" y="85609"/>
                </a:cubicBezTo>
                <a:cubicBezTo>
                  <a:pt x="130693" y="79600"/>
                  <a:pt x="133447" y="73827"/>
                  <a:pt x="136417" y="68354"/>
                </a:cubicBezTo>
                <a:cubicBezTo>
                  <a:pt x="148596" y="45907"/>
                  <a:pt x="163549" y="30158"/>
                  <a:pt x="177485" y="24435"/>
                </a:cubicBezTo>
                <a:close/>
                <a:moveTo>
                  <a:pt x="177485" y="114645"/>
                </a:moveTo>
                <a:lnTo>
                  <a:pt x="177485" y="177478"/>
                </a:lnTo>
                <a:lnTo>
                  <a:pt x="108468" y="177478"/>
                </a:lnTo>
                <a:cubicBezTo>
                  <a:pt x="109388" y="153385"/>
                  <a:pt x="113439" y="129508"/>
                  <a:pt x="120529" y="106460"/>
                </a:cubicBezTo>
                <a:cubicBezTo>
                  <a:pt x="139177" y="111138"/>
                  <a:pt x="158258" y="113878"/>
                  <a:pt x="177464" y="114645"/>
                </a:cubicBezTo>
                <a:close/>
                <a:moveTo>
                  <a:pt x="177485" y="199570"/>
                </a:moveTo>
                <a:lnTo>
                  <a:pt x="177485" y="262403"/>
                </a:lnTo>
                <a:cubicBezTo>
                  <a:pt x="158279" y="263170"/>
                  <a:pt x="139198" y="265910"/>
                  <a:pt x="120550" y="270588"/>
                </a:cubicBezTo>
                <a:cubicBezTo>
                  <a:pt x="113467" y="247541"/>
                  <a:pt x="109409" y="223664"/>
                  <a:pt x="108489" y="199570"/>
                </a:cubicBezTo>
                <a:close/>
                <a:moveTo>
                  <a:pt x="177485" y="284517"/>
                </a:moveTo>
                <a:lnTo>
                  <a:pt x="177485" y="352593"/>
                </a:lnTo>
                <a:cubicBezTo>
                  <a:pt x="163542" y="346890"/>
                  <a:pt x="148596" y="331142"/>
                  <a:pt x="136417" y="308673"/>
                </a:cubicBezTo>
                <a:cubicBezTo>
                  <a:pt x="133447" y="303200"/>
                  <a:pt x="130693" y="297428"/>
                  <a:pt x="128155" y="291419"/>
                </a:cubicBezTo>
                <a:cubicBezTo>
                  <a:pt x="144336" y="287522"/>
                  <a:pt x="160858" y="285200"/>
                  <a:pt x="177485" y="284496"/>
                </a:cubicBezTo>
                <a:close/>
                <a:moveTo>
                  <a:pt x="199577" y="284517"/>
                </a:moveTo>
                <a:cubicBezTo>
                  <a:pt x="216204" y="285221"/>
                  <a:pt x="232719" y="287542"/>
                  <a:pt x="248900" y="291439"/>
                </a:cubicBezTo>
                <a:cubicBezTo>
                  <a:pt x="246362" y="297449"/>
                  <a:pt x="243616" y="303221"/>
                  <a:pt x="240646" y="308694"/>
                </a:cubicBezTo>
                <a:cubicBezTo>
                  <a:pt x="228467" y="331142"/>
                  <a:pt x="213513" y="346890"/>
                  <a:pt x="199577" y="352613"/>
                </a:cubicBezTo>
                <a:close/>
                <a:moveTo>
                  <a:pt x="199577" y="262403"/>
                </a:moveTo>
                <a:lnTo>
                  <a:pt x="199577" y="199570"/>
                </a:lnTo>
                <a:lnTo>
                  <a:pt x="268594" y="199570"/>
                </a:lnTo>
                <a:cubicBezTo>
                  <a:pt x="267674" y="223664"/>
                  <a:pt x="263617" y="247541"/>
                  <a:pt x="256527" y="270588"/>
                </a:cubicBezTo>
                <a:cubicBezTo>
                  <a:pt x="237885" y="265910"/>
                  <a:pt x="218804" y="263170"/>
                  <a:pt x="199598" y="262403"/>
                </a:cubicBezTo>
                <a:close/>
                <a:moveTo>
                  <a:pt x="199577" y="177478"/>
                </a:moveTo>
                <a:lnTo>
                  <a:pt x="199577" y="114645"/>
                </a:lnTo>
                <a:cubicBezTo>
                  <a:pt x="218784" y="113878"/>
                  <a:pt x="237864" y="111138"/>
                  <a:pt x="256506" y="106460"/>
                </a:cubicBezTo>
                <a:cubicBezTo>
                  <a:pt x="263596" y="129508"/>
                  <a:pt x="267653" y="153385"/>
                  <a:pt x="268573" y="177478"/>
                </a:cubicBezTo>
                <a:close/>
                <a:moveTo>
                  <a:pt x="199577" y="92531"/>
                </a:moveTo>
                <a:lnTo>
                  <a:pt x="199577" y="24456"/>
                </a:lnTo>
                <a:cubicBezTo>
                  <a:pt x="213520" y="30158"/>
                  <a:pt x="228467" y="45907"/>
                  <a:pt x="240646" y="68376"/>
                </a:cubicBezTo>
                <a:cubicBezTo>
                  <a:pt x="243616" y="73848"/>
                  <a:pt x="246362" y="79620"/>
                  <a:pt x="248900" y="85630"/>
                </a:cubicBezTo>
                <a:cubicBezTo>
                  <a:pt x="232719" y="89527"/>
                  <a:pt x="216204" y="91848"/>
                  <a:pt x="199577" y="92553"/>
                </a:cubicBezTo>
                <a:close/>
                <a:moveTo>
                  <a:pt x="260061" y="57814"/>
                </a:moveTo>
                <a:cubicBezTo>
                  <a:pt x="254979" y="48312"/>
                  <a:pt x="248998" y="39319"/>
                  <a:pt x="242187" y="30967"/>
                </a:cubicBezTo>
                <a:cubicBezTo>
                  <a:pt x="264049" y="38454"/>
                  <a:pt x="284113" y="50403"/>
                  <a:pt x="301109" y="66054"/>
                </a:cubicBezTo>
                <a:cubicBezTo>
                  <a:pt x="291209" y="71317"/>
                  <a:pt x="280906" y="75779"/>
                  <a:pt x="270288" y="79390"/>
                </a:cubicBezTo>
                <a:cubicBezTo>
                  <a:pt x="267263" y="72022"/>
                  <a:pt x="263854" y="64820"/>
                  <a:pt x="260061" y="57814"/>
                </a:cubicBezTo>
                <a:close/>
                <a:moveTo>
                  <a:pt x="116994" y="57814"/>
                </a:moveTo>
                <a:cubicBezTo>
                  <a:pt x="113209" y="64820"/>
                  <a:pt x="109793" y="72022"/>
                  <a:pt x="106767" y="79390"/>
                </a:cubicBezTo>
                <a:cubicBezTo>
                  <a:pt x="96157" y="75779"/>
                  <a:pt x="85853" y="71317"/>
                  <a:pt x="75954" y="66054"/>
                </a:cubicBezTo>
                <a:cubicBezTo>
                  <a:pt x="92950" y="50396"/>
                  <a:pt x="113013" y="38447"/>
                  <a:pt x="134876" y="30967"/>
                </a:cubicBezTo>
                <a:cubicBezTo>
                  <a:pt x="128065" y="39319"/>
                  <a:pt x="122076" y="48312"/>
                  <a:pt x="116994" y="57814"/>
                </a:cubicBezTo>
                <a:close/>
                <a:moveTo>
                  <a:pt x="99294" y="100158"/>
                </a:moveTo>
                <a:cubicBezTo>
                  <a:pt x="91576" y="125241"/>
                  <a:pt x="87233" y="151245"/>
                  <a:pt x="86369" y="177478"/>
                </a:cubicBezTo>
                <a:lnTo>
                  <a:pt x="22469" y="177478"/>
                </a:lnTo>
                <a:cubicBezTo>
                  <a:pt x="24762" y="142670"/>
                  <a:pt x="37980" y="109479"/>
                  <a:pt x="60247" y="82625"/>
                </a:cubicBezTo>
                <a:cubicBezTo>
                  <a:pt x="72677" y="89687"/>
                  <a:pt x="85748" y="95571"/>
                  <a:pt x="99287" y="100179"/>
                </a:cubicBezTo>
                <a:close/>
                <a:moveTo>
                  <a:pt x="86369" y="199570"/>
                </a:moveTo>
                <a:cubicBezTo>
                  <a:pt x="87226" y="225804"/>
                  <a:pt x="91576" y="251807"/>
                  <a:pt x="99294" y="276890"/>
                </a:cubicBezTo>
                <a:cubicBezTo>
                  <a:pt x="85755" y="281498"/>
                  <a:pt x="72684" y="287382"/>
                  <a:pt x="60254" y="294444"/>
                </a:cubicBezTo>
                <a:cubicBezTo>
                  <a:pt x="37987" y="267583"/>
                  <a:pt x="24762" y="234385"/>
                  <a:pt x="22476" y="199570"/>
                </a:cubicBezTo>
                <a:close/>
                <a:moveTo>
                  <a:pt x="106767" y="297658"/>
                </a:moveTo>
                <a:cubicBezTo>
                  <a:pt x="109793" y="305027"/>
                  <a:pt x="113209" y="312228"/>
                  <a:pt x="116994" y="319234"/>
                </a:cubicBezTo>
                <a:cubicBezTo>
                  <a:pt x="122083" y="328736"/>
                  <a:pt x="128065" y="337730"/>
                  <a:pt x="134876" y="346081"/>
                </a:cubicBezTo>
                <a:cubicBezTo>
                  <a:pt x="113013" y="338601"/>
                  <a:pt x="92950" y="326652"/>
                  <a:pt x="75954" y="310994"/>
                </a:cubicBezTo>
                <a:cubicBezTo>
                  <a:pt x="85853" y="305731"/>
                  <a:pt x="96157" y="301269"/>
                  <a:pt x="106767" y="297658"/>
                </a:cubicBezTo>
                <a:close/>
                <a:moveTo>
                  <a:pt x="260061" y="319234"/>
                </a:moveTo>
                <a:cubicBezTo>
                  <a:pt x="263854" y="312228"/>
                  <a:pt x="267263" y="305027"/>
                  <a:pt x="270288" y="297658"/>
                </a:cubicBezTo>
                <a:cubicBezTo>
                  <a:pt x="280906" y="301269"/>
                  <a:pt x="291209" y="305731"/>
                  <a:pt x="301109" y="310994"/>
                </a:cubicBezTo>
                <a:cubicBezTo>
                  <a:pt x="284113" y="326645"/>
                  <a:pt x="264049" y="338594"/>
                  <a:pt x="242187" y="346081"/>
                </a:cubicBezTo>
                <a:cubicBezTo>
                  <a:pt x="248991" y="337730"/>
                  <a:pt x="254979" y="328736"/>
                  <a:pt x="260061" y="319234"/>
                </a:cubicBezTo>
                <a:close/>
                <a:moveTo>
                  <a:pt x="277762" y="276890"/>
                </a:moveTo>
                <a:cubicBezTo>
                  <a:pt x="285486" y="251807"/>
                  <a:pt x="289829" y="225804"/>
                  <a:pt x="290687" y="199570"/>
                </a:cubicBezTo>
                <a:lnTo>
                  <a:pt x="354559" y="199570"/>
                </a:lnTo>
                <a:cubicBezTo>
                  <a:pt x="352272" y="234385"/>
                  <a:pt x="339054" y="267583"/>
                  <a:pt x="316788" y="294444"/>
                </a:cubicBezTo>
                <a:cubicBezTo>
                  <a:pt x="304358" y="287382"/>
                  <a:pt x="291286" y="281498"/>
                  <a:pt x="277748" y="276890"/>
                </a:cubicBezTo>
                <a:close/>
                <a:moveTo>
                  <a:pt x="290687" y="177478"/>
                </a:moveTo>
                <a:cubicBezTo>
                  <a:pt x="289829" y="151245"/>
                  <a:pt x="285486" y="125241"/>
                  <a:pt x="277762" y="100158"/>
                </a:cubicBezTo>
                <a:cubicBezTo>
                  <a:pt x="291300" y="95543"/>
                  <a:pt x="304371" y="89666"/>
                  <a:pt x="316802" y="82604"/>
                </a:cubicBezTo>
                <a:cubicBezTo>
                  <a:pt x="339061" y="109465"/>
                  <a:pt x="352279" y="142663"/>
                  <a:pt x="354559" y="177478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66" name="Forma libre: forma 237">
            <a:extLst>
              <a:ext uri="{FF2B5EF4-FFF2-40B4-BE49-F238E27FC236}">
                <a16:creationId xmlns:a16="http://schemas.microsoft.com/office/drawing/2014/main" id="{9F8F1F7D-F8EC-C453-F4C7-8F1DED76AF18}"/>
              </a:ext>
            </a:extLst>
          </p:cNvPr>
          <p:cNvSpPr/>
          <p:nvPr/>
        </p:nvSpPr>
        <p:spPr>
          <a:xfrm>
            <a:off x="392387" y="4268591"/>
            <a:ext cx="377077" cy="377055"/>
          </a:xfrm>
          <a:custGeom>
            <a:avLst/>
            <a:gdLst>
              <a:gd name="connsiteX0" fmla="*/ 377077 w 377077"/>
              <a:gd name="connsiteY0" fmla="*/ 169893 h 377055"/>
              <a:gd name="connsiteX1" fmla="*/ 321027 w 377077"/>
              <a:gd name="connsiteY1" fmla="*/ 104292 h 377055"/>
              <a:gd name="connsiteX2" fmla="*/ 233327 w 377077"/>
              <a:gd name="connsiteY2" fmla="*/ 42540 h 377055"/>
              <a:gd name="connsiteX3" fmla="*/ 220778 w 377077"/>
              <a:gd name="connsiteY3" fmla="*/ 45858 h 377055"/>
              <a:gd name="connsiteX4" fmla="*/ 139213 w 377077"/>
              <a:gd name="connsiteY4" fmla="*/ 0 h 377055"/>
              <a:gd name="connsiteX5" fmla="*/ 43775 w 377077"/>
              <a:gd name="connsiteY5" fmla="*/ 95452 h 377055"/>
              <a:gd name="connsiteX6" fmla="*/ 44472 w 377077"/>
              <a:gd name="connsiteY6" fmla="*/ 107185 h 377055"/>
              <a:gd name="connsiteX7" fmla="*/ 3759 w 377077"/>
              <a:gd name="connsiteY7" fmla="*/ 191888 h 377055"/>
              <a:gd name="connsiteX8" fmla="*/ 66432 w 377077"/>
              <a:gd name="connsiteY8" fmla="*/ 236324 h 377055"/>
              <a:gd name="connsiteX9" fmla="*/ 67686 w 377077"/>
              <a:gd name="connsiteY9" fmla="*/ 236324 h 377055"/>
              <a:gd name="connsiteX10" fmla="*/ 66292 w 377077"/>
              <a:gd name="connsiteY10" fmla="*/ 254812 h 377055"/>
              <a:gd name="connsiteX11" fmla="*/ 188501 w 377077"/>
              <a:gd name="connsiteY11" fmla="*/ 377055 h 377055"/>
              <a:gd name="connsiteX12" fmla="*/ 310779 w 377077"/>
              <a:gd name="connsiteY12" fmla="*/ 254812 h 377055"/>
              <a:gd name="connsiteX13" fmla="*/ 309385 w 377077"/>
              <a:gd name="connsiteY13" fmla="*/ 236324 h 377055"/>
              <a:gd name="connsiteX14" fmla="*/ 310640 w 377077"/>
              <a:gd name="connsiteY14" fmla="*/ 236324 h 377055"/>
              <a:gd name="connsiteX15" fmla="*/ 377077 w 377077"/>
              <a:gd name="connsiteY15" fmla="*/ 169893 h 377055"/>
              <a:gd name="connsiteX16" fmla="*/ 140677 w 377077"/>
              <a:gd name="connsiteY16" fmla="*/ 265854 h 377055"/>
              <a:gd name="connsiteX17" fmla="*/ 144372 w 377077"/>
              <a:gd name="connsiteY17" fmla="*/ 302378 h 377055"/>
              <a:gd name="connsiteX18" fmla="*/ 109236 w 377077"/>
              <a:gd name="connsiteY18" fmla="*/ 315874 h 377055"/>
              <a:gd name="connsiteX19" fmla="*/ 89019 w 377077"/>
              <a:gd name="connsiteY19" fmla="*/ 265854 h 377055"/>
              <a:gd name="connsiteX20" fmla="*/ 188570 w 377077"/>
              <a:gd name="connsiteY20" fmla="*/ 154751 h 377055"/>
              <a:gd name="connsiteX21" fmla="*/ 204186 w 377077"/>
              <a:gd name="connsiteY21" fmla="*/ 182832 h 377055"/>
              <a:gd name="connsiteX22" fmla="*/ 206278 w 377077"/>
              <a:gd name="connsiteY22" fmla="*/ 189692 h 377055"/>
              <a:gd name="connsiteX23" fmla="*/ 170793 w 377077"/>
              <a:gd name="connsiteY23" fmla="*/ 189692 h 377055"/>
              <a:gd name="connsiteX24" fmla="*/ 172884 w 377077"/>
              <a:gd name="connsiteY24" fmla="*/ 182832 h 377055"/>
              <a:gd name="connsiteX25" fmla="*/ 188570 w 377077"/>
              <a:gd name="connsiteY25" fmla="*/ 154751 h 377055"/>
              <a:gd name="connsiteX26" fmla="*/ 188570 w 377077"/>
              <a:gd name="connsiteY26" fmla="*/ 212788 h 377055"/>
              <a:gd name="connsiteX27" fmla="*/ 211088 w 377077"/>
              <a:gd name="connsiteY27" fmla="*/ 211352 h 377055"/>
              <a:gd name="connsiteX28" fmla="*/ 214364 w 377077"/>
              <a:gd name="connsiteY28" fmla="*/ 243762 h 377055"/>
              <a:gd name="connsiteX29" fmla="*/ 162776 w 377077"/>
              <a:gd name="connsiteY29" fmla="*/ 243762 h 377055"/>
              <a:gd name="connsiteX30" fmla="*/ 166053 w 377077"/>
              <a:gd name="connsiteY30" fmla="*/ 211352 h 377055"/>
              <a:gd name="connsiteX31" fmla="*/ 188570 w 377077"/>
              <a:gd name="connsiteY31" fmla="*/ 212788 h 377055"/>
              <a:gd name="connsiteX32" fmla="*/ 214364 w 377077"/>
              <a:gd name="connsiteY32" fmla="*/ 265854 h 377055"/>
              <a:gd name="connsiteX33" fmla="*/ 211088 w 377077"/>
              <a:gd name="connsiteY33" fmla="*/ 298265 h 377055"/>
              <a:gd name="connsiteX34" fmla="*/ 166053 w 377077"/>
              <a:gd name="connsiteY34" fmla="*/ 298265 h 377055"/>
              <a:gd name="connsiteX35" fmla="*/ 162776 w 377077"/>
              <a:gd name="connsiteY35" fmla="*/ 265854 h 377055"/>
              <a:gd name="connsiteX36" fmla="*/ 148973 w 377077"/>
              <a:gd name="connsiteY36" fmla="*/ 323968 h 377055"/>
              <a:gd name="connsiteX37" fmla="*/ 158454 w 377077"/>
              <a:gd name="connsiteY37" fmla="*/ 350348 h 377055"/>
              <a:gd name="connsiteX38" fmla="*/ 125340 w 377077"/>
              <a:gd name="connsiteY38" fmla="*/ 332459 h 377055"/>
              <a:gd name="connsiteX39" fmla="*/ 148973 w 377077"/>
              <a:gd name="connsiteY39" fmla="*/ 323968 h 377055"/>
              <a:gd name="connsiteX40" fmla="*/ 172884 w 377077"/>
              <a:gd name="connsiteY40" fmla="*/ 326757 h 377055"/>
              <a:gd name="connsiteX41" fmla="*/ 170793 w 377077"/>
              <a:gd name="connsiteY41" fmla="*/ 319897 h 377055"/>
              <a:gd name="connsiteX42" fmla="*/ 206278 w 377077"/>
              <a:gd name="connsiteY42" fmla="*/ 319897 h 377055"/>
              <a:gd name="connsiteX43" fmla="*/ 204186 w 377077"/>
              <a:gd name="connsiteY43" fmla="*/ 326757 h 377055"/>
              <a:gd name="connsiteX44" fmla="*/ 188501 w 377077"/>
              <a:gd name="connsiteY44" fmla="*/ 354837 h 377055"/>
              <a:gd name="connsiteX45" fmla="*/ 172815 w 377077"/>
              <a:gd name="connsiteY45" fmla="*/ 326757 h 377055"/>
              <a:gd name="connsiteX46" fmla="*/ 228098 w 377077"/>
              <a:gd name="connsiteY46" fmla="*/ 323968 h 377055"/>
              <a:gd name="connsiteX47" fmla="*/ 251731 w 377077"/>
              <a:gd name="connsiteY47" fmla="*/ 332459 h 377055"/>
              <a:gd name="connsiteX48" fmla="*/ 218617 w 377077"/>
              <a:gd name="connsiteY48" fmla="*/ 350348 h 377055"/>
              <a:gd name="connsiteX49" fmla="*/ 228098 w 377077"/>
              <a:gd name="connsiteY49" fmla="*/ 323968 h 377055"/>
              <a:gd name="connsiteX50" fmla="*/ 232769 w 377077"/>
              <a:gd name="connsiteY50" fmla="*/ 302357 h 377055"/>
              <a:gd name="connsiteX51" fmla="*/ 236464 w 377077"/>
              <a:gd name="connsiteY51" fmla="*/ 265834 h 377055"/>
              <a:gd name="connsiteX52" fmla="*/ 288122 w 377077"/>
              <a:gd name="connsiteY52" fmla="*/ 265834 h 377055"/>
              <a:gd name="connsiteX53" fmla="*/ 267905 w 377077"/>
              <a:gd name="connsiteY53" fmla="*/ 315853 h 377055"/>
              <a:gd name="connsiteX54" fmla="*/ 232769 w 377077"/>
              <a:gd name="connsiteY54" fmla="*/ 302357 h 377055"/>
              <a:gd name="connsiteX55" fmla="*/ 236464 w 377077"/>
              <a:gd name="connsiteY55" fmla="*/ 243741 h 377055"/>
              <a:gd name="connsiteX56" fmla="*/ 232769 w 377077"/>
              <a:gd name="connsiteY56" fmla="*/ 207225 h 377055"/>
              <a:gd name="connsiteX57" fmla="*/ 267905 w 377077"/>
              <a:gd name="connsiteY57" fmla="*/ 193721 h 377055"/>
              <a:gd name="connsiteX58" fmla="*/ 288122 w 377077"/>
              <a:gd name="connsiteY58" fmla="*/ 243741 h 377055"/>
              <a:gd name="connsiteX59" fmla="*/ 228098 w 377077"/>
              <a:gd name="connsiteY59" fmla="*/ 185628 h 377055"/>
              <a:gd name="connsiteX60" fmla="*/ 218617 w 377077"/>
              <a:gd name="connsiteY60" fmla="*/ 159248 h 377055"/>
              <a:gd name="connsiteX61" fmla="*/ 251731 w 377077"/>
              <a:gd name="connsiteY61" fmla="*/ 177136 h 377055"/>
              <a:gd name="connsiteX62" fmla="*/ 228098 w 377077"/>
              <a:gd name="connsiteY62" fmla="*/ 185628 h 377055"/>
              <a:gd name="connsiteX63" fmla="*/ 148973 w 377077"/>
              <a:gd name="connsiteY63" fmla="*/ 185628 h 377055"/>
              <a:gd name="connsiteX64" fmla="*/ 125340 w 377077"/>
              <a:gd name="connsiteY64" fmla="*/ 177136 h 377055"/>
              <a:gd name="connsiteX65" fmla="*/ 158454 w 377077"/>
              <a:gd name="connsiteY65" fmla="*/ 159248 h 377055"/>
              <a:gd name="connsiteX66" fmla="*/ 148973 w 377077"/>
              <a:gd name="connsiteY66" fmla="*/ 185628 h 377055"/>
              <a:gd name="connsiteX67" fmla="*/ 109236 w 377077"/>
              <a:gd name="connsiteY67" fmla="*/ 193721 h 377055"/>
              <a:gd name="connsiteX68" fmla="*/ 144372 w 377077"/>
              <a:gd name="connsiteY68" fmla="*/ 207225 h 377055"/>
              <a:gd name="connsiteX69" fmla="*/ 140607 w 377077"/>
              <a:gd name="connsiteY69" fmla="*/ 243741 h 377055"/>
              <a:gd name="connsiteX70" fmla="*/ 89019 w 377077"/>
              <a:gd name="connsiteY70" fmla="*/ 243741 h 377055"/>
              <a:gd name="connsiteX71" fmla="*/ 109236 w 377077"/>
              <a:gd name="connsiteY71" fmla="*/ 193721 h 377055"/>
              <a:gd name="connsiteX72" fmla="*/ 188570 w 377077"/>
              <a:gd name="connsiteY72" fmla="*/ 132540 h 377055"/>
              <a:gd name="connsiteX73" fmla="*/ 73264 w 377077"/>
              <a:gd name="connsiteY73" fmla="*/ 214210 h 377055"/>
              <a:gd name="connsiteX74" fmla="*/ 66432 w 377077"/>
              <a:gd name="connsiteY74" fmla="*/ 214210 h 377055"/>
              <a:gd name="connsiteX75" fmla="*/ 22093 w 377077"/>
              <a:gd name="connsiteY75" fmla="*/ 169900 h 377055"/>
              <a:gd name="connsiteX76" fmla="*/ 58972 w 377077"/>
              <a:gd name="connsiteY76" fmla="*/ 126175 h 377055"/>
              <a:gd name="connsiteX77" fmla="*/ 70684 w 377077"/>
              <a:gd name="connsiteY77" fmla="*/ 124203 h 377055"/>
              <a:gd name="connsiteX78" fmla="*/ 67895 w 377077"/>
              <a:gd name="connsiteY78" fmla="*/ 112700 h 377055"/>
              <a:gd name="connsiteX79" fmla="*/ 121924 w 377077"/>
              <a:gd name="connsiteY79" fmla="*/ 24128 h 377055"/>
              <a:gd name="connsiteX80" fmla="*/ 205790 w 377077"/>
              <a:gd name="connsiteY80" fmla="*/ 64681 h 377055"/>
              <a:gd name="connsiteX81" fmla="*/ 210670 w 377077"/>
              <a:gd name="connsiteY81" fmla="*/ 75291 h 377055"/>
              <a:gd name="connsiteX82" fmla="*/ 220987 w 377077"/>
              <a:gd name="connsiteY82" fmla="*/ 69791 h 377055"/>
              <a:gd name="connsiteX83" fmla="*/ 293699 w 377077"/>
              <a:gd name="connsiteY83" fmla="*/ 92023 h 377055"/>
              <a:gd name="connsiteX84" fmla="*/ 299974 w 377077"/>
              <a:gd name="connsiteY84" fmla="*/ 114965 h 377055"/>
              <a:gd name="connsiteX85" fmla="*/ 300392 w 377077"/>
              <a:gd name="connsiteY85" fmla="*/ 125471 h 377055"/>
              <a:gd name="connsiteX86" fmla="*/ 310918 w 377077"/>
              <a:gd name="connsiteY86" fmla="*/ 125548 h 377055"/>
              <a:gd name="connsiteX87" fmla="*/ 355117 w 377077"/>
              <a:gd name="connsiteY87" fmla="*/ 170039 h 377055"/>
              <a:gd name="connsiteX88" fmla="*/ 310570 w 377077"/>
              <a:gd name="connsiteY88" fmla="*/ 214210 h 377055"/>
              <a:gd name="connsiteX89" fmla="*/ 303808 w 377077"/>
              <a:gd name="connsiteY89" fmla="*/ 214210 h 377055"/>
              <a:gd name="connsiteX90" fmla="*/ 188501 w 377077"/>
              <a:gd name="connsiteY90" fmla="*/ 132540 h 377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77077" h="377055">
                <a:moveTo>
                  <a:pt x="377077" y="169893"/>
                </a:moveTo>
                <a:cubicBezTo>
                  <a:pt x="377077" y="136904"/>
                  <a:pt x="352747" y="109319"/>
                  <a:pt x="321027" y="104292"/>
                </a:cubicBezTo>
                <a:cubicBezTo>
                  <a:pt x="313846" y="63021"/>
                  <a:pt x="274598" y="35373"/>
                  <a:pt x="233327" y="42540"/>
                </a:cubicBezTo>
                <a:cubicBezTo>
                  <a:pt x="229074" y="43285"/>
                  <a:pt x="224821" y="44394"/>
                  <a:pt x="220778" y="45858"/>
                </a:cubicBezTo>
                <a:cubicBezTo>
                  <a:pt x="203420" y="17435"/>
                  <a:pt x="172536" y="77"/>
                  <a:pt x="139213" y="0"/>
                </a:cubicBezTo>
                <a:cubicBezTo>
                  <a:pt x="86579" y="0"/>
                  <a:pt x="43775" y="42825"/>
                  <a:pt x="43775" y="95452"/>
                </a:cubicBezTo>
                <a:cubicBezTo>
                  <a:pt x="43775" y="99377"/>
                  <a:pt x="43984" y="103295"/>
                  <a:pt x="44472" y="107185"/>
                </a:cubicBezTo>
                <a:cubicBezTo>
                  <a:pt x="9824" y="119336"/>
                  <a:pt x="-8372" y="157261"/>
                  <a:pt x="3759" y="191888"/>
                </a:cubicBezTo>
                <a:cubicBezTo>
                  <a:pt x="13100" y="218498"/>
                  <a:pt x="38198" y="236310"/>
                  <a:pt x="66432" y="236324"/>
                </a:cubicBezTo>
                <a:lnTo>
                  <a:pt x="67686" y="236324"/>
                </a:lnTo>
                <a:cubicBezTo>
                  <a:pt x="66710" y="242444"/>
                  <a:pt x="66292" y="248621"/>
                  <a:pt x="66292" y="254812"/>
                </a:cubicBezTo>
                <a:cubicBezTo>
                  <a:pt x="66292" y="322218"/>
                  <a:pt x="121087" y="377055"/>
                  <a:pt x="188501" y="377055"/>
                </a:cubicBezTo>
                <a:cubicBezTo>
                  <a:pt x="255914" y="377055"/>
                  <a:pt x="310779" y="322218"/>
                  <a:pt x="310779" y="254812"/>
                </a:cubicBezTo>
                <a:cubicBezTo>
                  <a:pt x="310779" y="248621"/>
                  <a:pt x="310291" y="242444"/>
                  <a:pt x="309385" y="236324"/>
                </a:cubicBezTo>
                <a:lnTo>
                  <a:pt x="310640" y="236324"/>
                </a:lnTo>
                <a:cubicBezTo>
                  <a:pt x="347309" y="236282"/>
                  <a:pt x="377008" y="206563"/>
                  <a:pt x="377077" y="169893"/>
                </a:cubicBezTo>
                <a:close/>
                <a:moveTo>
                  <a:pt x="140677" y="265854"/>
                </a:moveTo>
                <a:cubicBezTo>
                  <a:pt x="141095" y="278096"/>
                  <a:pt x="142350" y="290296"/>
                  <a:pt x="144372" y="302378"/>
                </a:cubicBezTo>
                <a:cubicBezTo>
                  <a:pt x="132172" y="305438"/>
                  <a:pt x="120321" y="309977"/>
                  <a:pt x="109236" y="315874"/>
                </a:cubicBezTo>
                <a:cubicBezTo>
                  <a:pt x="98012" y="301374"/>
                  <a:pt x="91041" y="284071"/>
                  <a:pt x="89019" y="265854"/>
                </a:cubicBezTo>
                <a:close/>
                <a:moveTo>
                  <a:pt x="188570" y="154751"/>
                </a:moveTo>
                <a:cubicBezTo>
                  <a:pt x="190662" y="155790"/>
                  <a:pt x="197564" y="162371"/>
                  <a:pt x="204186" y="182832"/>
                </a:cubicBezTo>
                <a:cubicBezTo>
                  <a:pt x="204953" y="185056"/>
                  <a:pt x="205581" y="187350"/>
                  <a:pt x="206278" y="189692"/>
                </a:cubicBezTo>
                <a:cubicBezTo>
                  <a:pt x="194496" y="191030"/>
                  <a:pt x="182644" y="191030"/>
                  <a:pt x="170793" y="189692"/>
                </a:cubicBezTo>
                <a:cubicBezTo>
                  <a:pt x="171490" y="187350"/>
                  <a:pt x="172187" y="185056"/>
                  <a:pt x="172884" y="182832"/>
                </a:cubicBezTo>
                <a:cubicBezTo>
                  <a:pt x="179577" y="162371"/>
                  <a:pt x="186549" y="155790"/>
                  <a:pt x="188570" y="154751"/>
                </a:cubicBezTo>
                <a:close/>
                <a:moveTo>
                  <a:pt x="188570" y="212788"/>
                </a:moveTo>
                <a:cubicBezTo>
                  <a:pt x="196100" y="212788"/>
                  <a:pt x="203629" y="212307"/>
                  <a:pt x="211088" y="211352"/>
                </a:cubicBezTo>
                <a:cubicBezTo>
                  <a:pt x="212831" y="222074"/>
                  <a:pt x="213946" y="232901"/>
                  <a:pt x="214364" y="243762"/>
                </a:cubicBezTo>
                <a:lnTo>
                  <a:pt x="162776" y="243762"/>
                </a:lnTo>
                <a:cubicBezTo>
                  <a:pt x="163195" y="232901"/>
                  <a:pt x="164240" y="222074"/>
                  <a:pt x="166053" y="211352"/>
                </a:cubicBezTo>
                <a:cubicBezTo>
                  <a:pt x="173512" y="212307"/>
                  <a:pt x="181041" y="212788"/>
                  <a:pt x="188570" y="212788"/>
                </a:cubicBezTo>
                <a:close/>
                <a:moveTo>
                  <a:pt x="214364" y="265854"/>
                </a:moveTo>
                <a:cubicBezTo>
                  <a:pt x="213946" y="276716"/>
                  <a:pt x="212831" y="287542"/>
                  <a:pt x="211088" y="298265"/>
                </a:cubicBezTo>
                <a:cubicBezTo>
                  <a:pt x="196100" y="296347"/>
                  <a:pt x="180972" y="296347"/>
                  <a:pt x="166053" y="298265"/>
                </a:cubicBezTo>
                <a:cubicBezTo>
                  <a:pt x="164240" y="287542"/>
                  <a:pt x="163195" y="276716"/>
                  <a:pt x="162776" y="265854"/>
                </a:cubicBezTo>
                <a:close/>
                <a:moveTo>
                  <a:pt x="148973" y="323968"/>
                </a:moveTo>
                <a:cubicBezTo>
                  <a:pt x="151343" y="333038"/>
                  <a:pt x="154480" y="341864"/>
                  <a:pt x="158454" y="350348"/>
                </a:cubicBezTo>
                <a:cubicBezTo>
                  <a:pt x="146393" y="346534"/>
                  <a:pt x="135169" y="340462"/>
                  <a:pt x="125340" y="332459"/>
                </a:cubicBezTo>
                <a:cubicBezTo>
                  <a:pt x="132938" y="328911"/>
                  <a:pt x="140886" y="326066"/>
                  <a:pt x="148973" y="323968"/>
                </a:cubicBezTo>
                <a:close/>
                <a:moveTo>
                  <a:pt x="172884" y="326757"/>
                </a:moveTo>
                <a:cubicBezTo>
                  <a:pt x="172187" y="324533"/>
                  <a:pt x="171490" y="322239"/>
                  <a:pt x="170793" y="319897"/>
                </a:cubicBezTo>
                <a:cubicBezTo>
                  <a:pt x="182575" y="318558"/>
                  <a:pt x="194496" y="318558"/>
                  <a:pt x="206278" y="319897"/>
                </a:cubicBezTo>
                <a:cubicBezTo>
                  <a:pt x="205581" y="322239"/>
                  <a:pt x="204953" y="324533"/>
                  <a:pt x="204186" y="326757"/>
                </a:cubicBezTo>
                <a:cubicBezTo>
                  <a:pt x="197494" y="347218"/>
                  <a:pt x="190592" y="353799"/>
                  <a:pt x="188501" y="354837"/>
                </a:cubicBezTo>
                <a:cubicBezTo>
                  <a:pt x="186409" y="353799"/>
                  <a:pt x="179507" y="347218"/>
                  <a:pt x="172815" y="326757"/>
                </a:cubicBezTo>
                <a:close/>
                <a:moveTo>
                  <a:pt x="228098" y="323968"/>
                </a:moveTo>
                <a:cubicBezTo>
                  <a:pt x="236185" y="326066"/>
                  <a:pt x="244132" y="328911"/>
                  <a:pt x="251731" y="332459"/>
                </a:cubicBezTo>
                <a:cubicBezTo>
                  <a:pt x="241901" y="340462"/>
                  <a:pt x="230678" y="346534"/>
                  <a:pt x="218617" y="350348"/>
                </a:cubicBezTo>
                <a:cubicBezTo>
                  <a:pt x="222591" y="341864"/>
                  <a:pt x="225728" y="333038"/>
                  <a:pt x="228098" y="323968"/>
                </a:cubicBezTo>
                <a:close/>
                <a:moveTo>
                  <a:pt x="232769" y="302357"/>
                </a:moveTo>
                <a:cubicBezTo>
                  <a:pt x="234721" y="290275"/>
                  <a:pt x="235976" y="278075"/>
                  <a:pt x="236464" y="265834"/>
                </a:cubicBezTo>
                <a:lnTo>
                  <a:pt x="288122" y="265834"/>
                </a:lnTo>
                <a:cubicBezTo>
                  <a:pt x="286100" y="284050"/>
                  <a:pt x="279059" y="301353"/>
                  <a:pt x="267905" y="315853"/>
                </a:cubicBezTo>
                <a:cubicBezTo>
                  <a:pt x="256751" y="309956"/>
                  <a:pt x="244969" y="305424"/>
                  <a:pt x="232769" y="302357"/>
                </a:cubicBezTo>
                <a:close/>
                <a:moveTo>
                  <a:pt x="236464" y="243741"/>
                </a:moveTo>
                <a:cubicBezTo>
                  <a:pt x="235976" y="231499"/>
                  <a:pt x="234721" y="219306"/>
                  <a:pt x="232769" y="207225"/>
                </a:cubicBezTo>
                <a:cubicBezTo>
                  <a:pt x="244969" y="204165"/>
                  <a:pt x="256751" y="199626"/>
                  <a:pt x="267905" y="193721"/>
                </a:cubicBezTo>
                <a:cubicBezTo>
                  <a:pt x="279059" y="208215"/>
                  <a:pt x="286100" y="225525"/>
                  <a:pt x="288122" y="243741"/>
                </a:cubicBezTo>
                <a:close/>
                <a:moveTo>
                  <a:pt x="228098" y="185628"/>
                </a:moveTo>
                <a:cubicBezTo>
                  <a:pt x="225728" y="176558"/>
                  <a:pt x="222591" y="167732"/>
                  <a:pt x="218617" y="159248"/>
                </a:cubicBezTo>
                <a:cubicBezTo>
                  <a:pt x="230678" y="163061"/>
                  <a:pt x="241901" y="169133"/>
                  <a:pt x="251731" y="177136"/>
                </a:cubicBezTo>
                <a:cubicBezTo>
                  <a:pt x="244132" y="180685"/>
                  <a:pt x="236185" y="183529"/>
                  <a:pt x="228098" y="185628"/>
                </a:cubicBezTo>
                <a:close/>
                <a:moveTo>
                  <a:pt x="148973" y="185628"/>
                </a:moveTo>
                <a:cubicBezTo>
                  <a:pt x="140886" y="183529"/>
                  <a:pt x="132938" y="180685"/>
                  <a:pt x="125340" y="177136"/>
                </a:cubicBezTo>
                <a:cubicBezTo>
                  <a:pt x="135169" y="169133"/>
                  <a:pt x="146393" y="163061"/>
                  <a:pt x="158454" y="159248"/>
                </a:cubicBezTo>
                <a:cubicBezTo>
                  <a:pt x="154480" y="167732"/>
                  <a:pt x="151343" y="176558"/>
                  <a:pt x="148973" y="185628"/>
                </a:cubicBezTo>
                <a:close/>
                <a:moveTo>
                  <a:pt x="109236" y="193721"/>
                </a:moveTo>
                <a:cubicBezTo>
                  <a:pt x="120321" y="199626"/>
                  <a:pt x="132172" y="204165"/>
                  <a:pt x="144372" y="207225"/>
                </a:cubicBezTo>
                <a:cubicBezTo>
                  <a:pt x="142350" y="219306"/>
                  <a:pt x="141095" y="231499"/>
                  <a:pt x="140607" y="243741"/>
                </a:cubicBezTo>
                <a:lnTo>
                  <a:pt x="89019" y="243741"/>
                </a:lnTo>
                <a:cubicBezTo>
                  <a:pt x="91041" y="225525"/>
                  <a:pt x="98012" y="208222"/>
                  <a:pt x="109236" y="193721"/>
                </a:cubicBezTo>
                <a:close/>
                <a:moveTo>
                  <a:pt x="188570" y="132540"/>
                </a:moveTo>
                <a:cubicBezTo>
                  <a:pt x="135378" y="132540"/>
                  <a:pt x="89995" y="166700"/>
                  <a:pt x="73264" y="214210"/>
                </a:cubicBezTo>
                <a:lnTo>
                  <a:pt x="66432" y="214210"/>
                </a:lnTo>
                <a:cubicBezTo>
                  <a:pt x="41962" y="214224"/>
                  <a:pt x="22093" y="194384"/>
                  <a:pt x="22093" y="169900"/>
                </a:cubicBezTo>
                <a:cubicBezTo>
                  <a:pt x="22093" y="148275"/>
                  <a:pt x="37639" y="129801"/>
                  <a:pt x="58972" y="126175"/>
                </a:cubicBezTo>
                <a:lnTo>
                  <a:pt x="70684" y="124203"/>
                </a:lnTo>
                <a:lnTo>
                  <a:pt x="67895" y="112700"/>
                </a:lnTo>
                <a:cubicBezTo>
                  <a:pt x="58344" y="73311"/>
                  <a:pt x="82535" y="33658"/>
                  <a:pt x="121924" y="24128"/>
                </a:cubicBezTo>
                <a:cubicBezTo>
                  <a:pt x="156014" y="15888"/>
                  <a:pt x="191080" y="32877"/>
                  <a:pt x="205790" y="64681"/>
                </a:cubicBezTo>
                <a:lnTo>
                  <a:pt x="210670" y="75291"/>
                </a:lnTo>
                <a:lnTo>
                  <a:pt x="220987" y="69791"/>
                </a:lnTo>
                <a:cubicBezTo>
                  <a:pt x="247200" y="55848"/>
                  <a:pt x="279757" y="65803"/>
                  <a:pt x="293699" y="92023"/>
                </a:cubicBezTo>
                <a:cubicBezTo>
                  <a:pt x="297464" y="99105"/>
                  <a:pt x="299625" y="106948"/>
                  <a:pt x="299974" y="114965"/>
                </a:cubicBezTo>
                <a:lnTo>
                  <a:pt x="300392" y="125471"/>
                </a:lnTo>
                <a:lnTo>
                  <a:pt x="310918" y="125548"/>
                </a:lnTo>
                <a:cubicBezTo>
                  <a:pt x="335388" y="125639"/>
                  <a:pt x="355187" y="145563"/>
                  <a:pt x="355117" y="170039"/>
                </a:cubicBezTo>
                <a:cubicBezTo>
                  <a:pt x="354978" y="194523"/>
                  <a:pt x="335109" y="214301"/>
                  <a:pt x="310570" y="214210"/>
                </a:cubicBezTo>
                <a:lnTo>
                  <a:pt x="303808" y="214210"/>
                </a:lnTo>
                <a:cubicBezTo>
                  <a:pt x="287006" y="166686"/>
                  <a:pt x="241692" y="132540"/>
                  <a:pt x="188501" y="132540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grpSp>
        <p:nvGrpSpPr>
          <p:cNvPr id="67" name="Grupo 305">
            <a:extLst>
              <a:ext uri="{FF2B5EF4-FFF2-40B4-BE49-F238E27FC236}">
                <a16:creationId xmlns:a16="http://schemas.microsoft.com/office/drawing/2014/main" id="{BD879F5A-4FB1-C9F9-F94A-C82363C4B63D}"/>
              </a:ext>
            </a:extLst>
          </p:cNvPr>
          <p:cNvGrpSpPr/>
          <p:nvPr/>
        </p:nvGrpSpPr>
        <p:grpSpPr>
          <a:xfrm>
            <a:off x="392387" y="3249559"/>
            <a:ext cx="377055" cy="274666"/>
            <a:chOff x="3166951" y="3342017"/>
            <a:chExt cx="377055" cy="274666"/>
          </a:xfrm>
        </p:grpSpPr>
        <p:sp>
          <p:nvSpPr>
            <p:cNvPr id="68" name="Forma libre: forma 149">
              <a:extLst>
                <a:ext uri="{FF2B5EF4-FFF2-40B4-BE49-F238E27FC236}">
                  <a16:creationId xmlns:a16="http://schemas.microsoft.com/office/drawing/2014/main" id="{FE696608-49D3-D224-CF61-488EF06544DA}"/>
                </a:ext>
              </a:extLst>
            </p:cNvPr>
            <p:cNvSpPr/>
            <p:nvPr/>
          </p:nvSpPr>
          <p:spPr>
            <a:xfrm>
              <a:off x="3166951" y="3342017"/>
              <a:ext cx="377055" cy="274666"/>
            </a:xfrm>
            <a:custGeom>
              <a:avLst/>
              <a:gdLst>
                <a:gd name="connsiteX0" fmla="*/ 377006 w 377055"/>
                <a:gd name="connsiteY0" fmla="*/ 119908 h 274666"/>
                <a:gd name="connsiteX1" fmla="*/ 354893 w 377055"/>
                <a:gd name="connsiteY1" fmla="*/ 119908 h 274666"/>
                <a:gd name="connsiteX2" fmla="*/ 354893 w 377055"/>
                <a:gd name="connsiteY2" fmla="*/ 0 h 274666"/>
                <a:gd name="connsiteX3" fmla="*/ 332822 w 377055"/>
                <a:gd name="connsiteY3" fmla="*/ 0 h 274666"/>
                <a:gd name="connsiteX4" fmla="*/ 332822 w 377055"/>
                <a:gd name="connsiteY4" fmla="*/ 119908 h 274666"/>
                <a:gd name="connsiteX5" fmla="*/ 44206 w 377055"/>
                <a:gd name="connsiteY5" fmla="*/ 119908 h 274666"/>
                <a:gd name="connsiteX6" fmla="*/ 44206 w 377055"/>
                <a:gd name="connsiteY6" fmla="*/ 0 h 274666"/>
                <a:gd name="connsiteX7" fmla="*/ 22106 w 377055"/>
                <a:gd name="connsiteY7" fmla="*/ 0 h 274666"/>
                <a:gd name="connsiteX8" fmla="*/ 22106 w 377055"/>
                <a:gd name="connsiteY8" fmla="*/ 119908 h 274666"/>
                <a:gd name="connsiteX9" fmla="*/ 0 w 377055"/>
                <a:gd name="connsiteY9" fmla="*/ 119908 h 274666"/>
                <a:gd name="connsiteX10" fmla="*/ 0 w 377055"/>
                <a:gd name="connsiteY10" fmla="*/ 230447 h 274666"/>
                <a:gd name="connsiteX11" fmla="*/ 22106 w 377055"/>
                <a:gd name="connsiteY11" fmla="*/ 230447 h 274666"/>
                <a:gd name="connsiteX12" fmla="*/ 22106 w 377055"/>
                <a:gd name="connsiteY12" fmla="*/ 274666 h 274666"/>
                <a:gd name="connsiteX13" fmla="*/ 354942 w 377055"/>
                <a:gd name="connsiteY13" fmla="*/ 274666 h 274666"/>
                <a:gd name="connsiteX14" fmla="*/ 354942 w 377055"/>
                <a:gd name="connsiteY14" fmla="*/ 230447 h 274666"/>
                <a:gd name="connsiteX15" fmla="*/ 377055 w 377055"/>
                <a:gd name="connsiteY15" fmla="*/ 230447 h 274666"/>
                <a:gd name="connsiteX16" fmla="*/ 332822 w 377055"/>
                <a:gd name="connsiteY16" fmla="*/ 252574 h 274666"/>
                <a:gd name="connsiteX17" fmla="*/ 44206 w 377055"/>
                <a:gd name="connsiteY17" fmla="*/ 252574 h 274666"/>
                <a:gd name="connsiteX18" fmla="*/ 44206 w 377055"/>
                <a:gd name="connsiteY18" fmla="*/ 230447 h 274666"/>
                <a:gd name="connsiteX19" fmla="*/ 332822 w 377055"/>
                <a:gd name="connsiteY19" fmla="*/ 230447 h 274666"/>
                <a:gd name="connsiteX20" fmla="*/ 354935 w 377055"/>
                <a:gd name="connsiteY20" fmla="*/ 208354 h 274666"/>
                <a:gd name="connsiteX21" fmla="*/ 22044 w 377055"/>
                <a:gd name="connsiteY21" fmla="*/ 208354 h 274666"/>
                <a:gd name="connsiteX22" fmla="*/ 22044 w 377055"/>
                <a:gd name="connsiteY22" fmla="*/ 142008 h 274666"/>
                <a:gd name="connsiteX23" fmla="*/ 354914 w 377055"/>
                <a:gd name="connsiteY23" fmla="*/ 142008 h 27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77055" h="274666">
                  <a:moveTo>
                    <a:pt x="377006" y="119908"/>
                  </a:moveTo>
                  <a:lnTo>
                    <a:pt x="354893" y="119908"/>
                  </a:lnTo>
                  <a:lnTo>
                    <a:pt x="354893" y="0"/>
                  </a:lnTo>
                  <a:lnTo>
                    <a:pt x="332822" y="0"/>
                  </a:lnTo>
                  <a:lnTo>
                    <a:pt x="332822" y="119908"/>
                  </a:lnTo>
                  <a:lnTo>
                    <a:pt x="44206" y="119908"/>
                  </a:lnTo>
                  <a:lnTo>
                    <a:pt x="44206" y="0"/>
                  </a:lnTo>
                  <a:lnTo>
                    <a:pt x="22106" y="0"/>
                  </a:lnTo>
                  <a:lnTo>
                    <a:pt x="22106" y="119908"/>
                  </a:lnTo>
                  <a:lnTo>
                    <a:pt x="0" y="119908"/>
                  </a:lnTo>
                  <a:lnTo>
                    <a:pt x="0" y="230447"/>
                  </a:lnTo>
                  <a:lnTo>
                    <a:pt x="22106" y="230447"/>
                  </a:lnTo>
                  <a:lnTo>
                    <a:pt x="22106" y="274666"/>
                  </a:lnTo>
                  <a:lnTo>
                    <a:pt x="354942" y="274666"/>
                  </a:lnTo>
                  <a:lnTo>
                    <a:pt x="354942" y="230447"/>
                  </a:lnTo>
                  <a:lnTo>
                    <a:pt x="377055" y="230447"/>
                  </a:lnTo>
                  <a:close/>
                  <a:moveTo>
                    <a:pt x="332822" y="252574"/>
                  </a:moveTo>
                  <a:lnTo>
                    <a:pt x="44206" y="252574"/>
                  </a:lnTo>
                  <a:lnTo>
                    <a:pt x="44206" y="230447"/>
                  </a:lnTo>
                  <a:lnTo>
                    <a:pt x="332822" y="230447"/>
                  </a:lnTo>
                  <a:close/>
                  <a:moveTo>
                    <a:pt x="354935" y="208354"/>
                  </a:moveTo>
                  <a:lnTo>
                    <a:pt x="22044" y="208354"/>
                  </a:lnTo>
                  <a:lnTo>
                    <a:pt x="22044" y="142008"/>
                  </a:lnTo>
                  <a:lnTo>
                    <a:pt x="354914" y="142008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: forma 150">
              <a:extLst>
                <a:ext uri="{FF2B5EF4-FFF2-40B4-BE49-F238E27FC236}">
                  <a16:creationId xmlns:a16="http://schemas.microsoft.com/office/drawing/2014/main" id="{E79AF2F4-CBE0-5284-F498-72CA55734443}"/>
                </a:ext>
              </a:extLst>
            </p:cNvPr>
            <p:cNvSpPr/>
            <p:nvPr/>
          </p:nvSpPr>
          <p:spPr>
            <a:xfrm>
              <a:off x="3211115" y="3506152"/>
              <a:ext cx="22113" cy="22092"/>
            </a:xfrm>
            <a:custGeom>
              <a:avLst/>
              <a:gdLst>
                <a:gd name="connsiteX0" fmla="*/ 0 w 22113"/>
                <a:gd name="connsiteY0" fmla="*/ 0 h 22092"/>
                <a:gd name="connsiteX1" fmla="*/ 22113 w 22113"/>
                <a:gd name="connsiteY1" fmla="*/ 0 h 22092"/>
                <a:gd name="connsiteX2" fmla="*/ 22113 w 22113"/>
                <a:gd name="connsiteY2" fmla="*/ 22092 h 22092"/>
                <a:gd name="connsiteX3" fmla="*/ 0 w 22113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13" h="22092">
                  <a:moveTo>
                    <a:pt x="0" y="0"/>
                  </a:moveTo>
                  <a:lnTo>
                    <a:pt x="22113" y="0"/>
                  </a:lnTo>
                  <a:lnTo>
                    <a:pt x="22113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: forma 151">
              <a:extLst>
                <a:ext uri="{FF2B5EF4-FFF2-40B4-BE49-F238E27FC236}">
                  <a16:creationId xmlns:a16="http://schemas.microsoft.com/office/drawing/2014/main" id="{ACDDCBB5-9D7B-AC13-D6C9-63A96F083AA1}"/>
                </a:ext>
              </a:extLst>
            </p:cNvPr>
            <p:cNvSpPr/>
            <p:nvPr/>
          </p:nvSpPr>
          <p:spPr>
            <a:xfrm>
              <a:off x="3255334" y="3506152"/>
              <a:ext cx="22113" cy="22092"/>
            </a:xfrm>
            <a:custGeom>
              <a:avLst/>
              <a:gdLst>
                <a:gd name="connsiteX0" fmla="*/ 0 w 22113"/>
                <a:gd name="connsiteY0" fmla="*/ 0 h 22092"/>
                <a:gd name="connsiteX1" fmla="*/ 22114 w 22113"/>
                <a:gd name="connsiteY1" fmla="*/ 0 h 22092"/>
                <a:gd name="connsiteX2" fmla="*/ 22114 w 22113"/>
                <a:gd name="connsiteY2" fmla="*/ 22092 h 22092"/>
                <a:gd name="connsiteX3" fmla="*/ 0 w 22113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13" h="22092">
                  <a:moveTo>
                    <a:pt x="0" y="0"/>
                  </a:moveTo>
                  <a:lnTo>
                    <a:pt x="22114" y="0"/>
                  </a:lnTo>
                  <a:lnTo>
                    <a:pt x="22114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: forma 152">
              <a:extLst>
                <a:ext uri="{FF2B5EF4-FFF2-40B4-BE49-F238E27FC236}">
                  <a16:creationId xmlns:a16="http://schemas.microsoft.com/office/drawing/2014/main" id="{BC3F7A55-157A-95C1-F6CD-B61462C15A42}"/>
                </a:ext>
              </a:extLst>
            </p:cNvPr>
            <p:cNvSpPr/>
            <p:nvPr/>
          </p:nvSpPr>
          <p:spPr>
            <a:xfrm>
              <a:off x="3433412" y="3506152"/>
              <a:ext cx="66332" cy="22092"/>
            </a:xfrm>
            <a:custGeom>
              <a:avLst/>
              <a:gdLst>
                <a:gd name="connsiteX0" fmla="*/ 0 w 66332"/>
                <a:gd name="connsiteY0" fmla="*/ 0 h 22092"/>
                <a:gd name="connsiteX1" fmla="*/ 66333 w 66332"/>
                <a:gd name="connsiteY1" fmla="*/ 0 h 22092"/>
                <a:gd name="connsiteX2" fmla="*/ 66333 w 66332"/>
                <a:gd name="connsiteY2" fmla="*/ 22092 h 22092"/>
                <a:gd name="connsiteX3" fmla="*/ 0 w 66332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32" h="22092">
                  <a:moveTo>
                    <a:pt x="0" y="0"/>
                  </a:moveTo>
                  <a:lnTo>
                    <a:pt x="66333" y="0"/>
                  </a:lnTo>
                  <a:lnTo>
                    <a:pt x="66333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3" name="Rectangle 4">
            <a:extLst>
              <a:ext uri="{FF2B5EF4-FFF2-40B4-BE49-F238E27FC236}">
                <a16:creationId xmlns:a16="http://schemas.microsoft.com/office/drawing/2014/main" id="{EB25A198-C976-9AB7-6169-6C2527A37527}"/>
              </a:ext>
            </a:extLst>
          </p:cNvPr>
          <p:cNvSpPr>
            <a:spLocks noGrp="1" noChangeArrowheads="1"/>
          </p:cNvSpPr>
          <p:nvPr>
            <p:ph type="body" idx="17"/>
          </p:nvPr>
        </p:nvSpPr>
        <p:spPr bwMode="auto">
          <a:xfrm>
            <a:off x="1276307" y="3190556"/>
            <a:ext cx="6014339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dirty="0"/>
              <a:t>NETCONF és RESTCONF protokollhoz használatos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Programozott hálózatok | Simon Tamás - Oktatási oldal">
            <a:extLst>
              <a:ext uri="{FF2B5EF4-FFF2-40B4-BE49-F238E27FC236}">
                <a16:creationId xmlns:a16="http://schemas.microsoft.com/office/drawing/2014/main" id="{AD7CB09F-E860-E8DD-2665-E8852ED38C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0" r="38350" b="-2050"/>
          <a:stretch>
            <a:fillRect/>
          </a:stretch>
        </p:blipFill>
        <p:spPr bwMode="auto">
          <a:xfrm>
            <a:off x="5856382" y="280775"/>
            <a:ext cx="3055675" cy="223470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734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/>
      <p:bldP spid="16" grpId="0" animBg="1"/>
      <p:bldP spid="17" grpId="0" animBg="1"/>
      <p:bldP spid="54" grpId="0" build="p"/>
      <p:bldP spid="56" grpId="0" build="p"/>
      <p:bldP spid="57" grpId="0" animBg="1"/>
      <p:bldP spid="58" grpId="0" animBg="1"/>
      <p:bldP spid="59" grpId="0" animBg="1"/>
      <p:bldP spid="60" grpId="0" animBg="1"/>
      <p:bldP spid="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0B62F-370E-3F9A-DB26-95E369D5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9E38AED-8C1B-F50E-8A83-C84ADB47E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91681" y="95160"/>
            <a:ext cx="7696200" cy="715566"/>
          </a:xfrm>
        </p:spPr>
        <p:txBody>
          <a:bodyPr>
            <a:normAutofit/>
          </a:bodyPr>
          <a:lstStyle/>
          <a:p>
            <a:r>
              <a:rPr lang="hu-HU" dirty="0"/>
              <a:t>XML: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2E91F6-9AC3-4B54-6A26-B4DD608EA77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138966" y="4173775"/>
            <a:ext cx="5067898" cy="392482"/>
          </a:xfrm>
        </p:spPr>
        <p:txBody>
          <a:bodyPr/>
          <a:lstStyle/>
          <a:p>
            <a:r>
              <a:rPr lang="hu-HU" dirty="0"/>
              <a:t>Hierarchikus felépítés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2AA1835-73CF-51B2-FD4F-D2B2233A5095}"/>
              </a:ext>
            </a:extLst>
          </p:cNvPr>
          <p:cNvSpPr/>
          <p:nvPr/>
        </p:nvSpPr>
        <p:spPr>
          <a:xfrm>
            <a:off x="138966" y="2993553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7677353-218C-2ECF-4A16-4BCEA3FA5358}"/>
              </a:ext>
            </a:extLst>
          </p:cNvPr>
          <p:cNvSpPr/>
          <p:nvPr/>
        </p:nvSpPr>
        <p:spPr>
          <a:xfrm>
            <a:off x="138966" y="4028774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8" name="Imagen 47" descr="Forma&#10;&#10;Descripción generada automáticamente">
            <a:extLst>
              <a:ext uri="{FF2B5EF4-FFF2-40B4-BE49-F238E27FC236}">
                <a16:creationId xmlns:a16="http://schemas.microsoft.com/office/drawing/2014/main" id="{5775784E-D40E-83C3-ADC5-4782B8F22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781772" y="280775"/>
            <a:ext cx="3322320" cy="880771"/>
          </a:xfrm>
          <a:prstGeom prst="rect">
            <a:avLst/>
          </a:prstGeom>
        </p:spPr>
      </p:pic>
      <p:sp>
        <p:nvSpPr>
          <p:cNvPr id="54" name="Text Placeholder 11">
            <a:extLst>
              <a:ext uri="{FF2B5EF4-FFF2-40B4-BE49-F238E27FC236}">
                <a16:creationId xmlns:a16="http://schemas.microsoft.com/office/drawing/2014/main" id="{E727ADA9-D2AB-A1EC-DC6B-1D54766FB5CC}"/>
              </a:ext>
            </a:extLst>
          </p:cNvPr>
          <p:cNvSpPr txBox="1">
            <a:spLocks/>
          </p:cNvSpPr>
          <p:nvPr/>
        </p:nvSpPr>
        <p:spPr>
          <a:xfrm>
            <a:off x="287015" y="1205122"/>
            <a:ext cx="6087943" cy="39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300" kern="1200">
                <a:solidFill>
                  <a:schemeClr val="bg1"/>
                </a:solidFill>
                <a:latin typeface="Space Mono" panose="02000509040000020004" pitchFamily="49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Strukturált szöveges formátum</a:t>
            </a:r>
            <a:endParaRPr lang="en-US" dirty="0"/>
          </a:p>
        </p:txBody>
      </p:sp>
      <p:sp>
        <p:nvSpPr>
          <p:cNvPr id="56" name="Text Placeholder 13">
            <a:extLst>
              <a:ext uri="{FF2B5EF4-FFF2-40B4-BE49-F238E27FC236}">
                <a16:creationId xmlns:a16="http://schemas.microsoft.com/office/drawing/2014/main" id="{487FA1C7-AC0C-B8D0-B5D8-06DA04A99378}"/>
              </a:ext>
            </a:extLst>
          </p:cNvPr>
          <p:cNvSpPr txBox="1">
            <a:spLocks/>
          </p:cNvSpPr>
          <p:nvPr/>
        </p:nvSpPr>
        <p:spPr>
          <a:xfrm>
            <a:off x="220040" y="2052821"/>
            <a:ext cx="6221891" cy="39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300" kern="1200">
                <a:solidFill>
                  <a:schemeClr val="bg1"/>
                </a:solidFill>
                <a:latin typeface="Space Mono" panose="02000509040000020004" pitchFamily="49" charset="0"/>
                <a:ea typeface="Roboto" panose="02000000000000000000" pitchFamily="2" charset="0"/>
                <a:cs typeface="Raleway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Raleway" pitchFamily="2" charset="0"/>
                <a:ea typeface="Roboto" panose="02000000000000000000" pitchFamily="2" charset="0"/>
                <a:cs typeface="Raleway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Gép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ember </a:t>
            </a:r>
            <a:r>
              <a:rPr lang="en-US" dirty="0" err="1"/>
              <a:t>által</a:t>
            </a:r>
            <a:r>
              <a:rPr lang="en-US" dirty="0"/>
              <a:t> is </a:t>
            </a:r>
            <a:r>
              <a:rPr lang="en-US" dirty="0" err="1"/>
              <a:t>olvasható</a:t>
            </a:r>
            <a:endParaRPr lang="en-US" dirty="0"/>
          </a:p>
        </p:txBody>
      </p:sp>
      <p:sp>
        <p:nvSpPr>
          <p:cNvPr id="57" name="Rectángulo 15">
            <a:extLst>
              <a:ext uri="{FF2B5EF4-FFF2-40B4-BE49-F238E27FC236}">
                <a16:creationId xmlns:a16="http://schemas.microsoft.com/office/drawing/2014/main" id="{B752485F-E3E3-9E1A-D4B7-012A8A8C3750}"/>
              </a:ext>
            </a:extLst>
          </p:cNvPr>
          <p:cNvSpPr/>
          <p:nvPr/>
        </p:nvSpPr>
        <p:spPr>
          <a:xfrm>
            <a:off x="138966" y="969725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Rectángulo 16">
            <a:extLst>
              <a:ext uri="{FF2B5EF4-FFF2-40B4-BE49-F238E27FC236}">
                <a16:creationId xmlns:a16="http://schemas.microsoft.com/office/drawing/2014/main" id="{4D523854-4FF4-0018-ECFA-44BC779C2E13}"/>
              </a:ext>
            </a:extLst>
          </p:cNvPr>
          <p:cNvSpPr/>
          <p:nvPr/>
        </p:nvSpPr>
        <p:spPr>
          <a:xfrm>
            <a:off x="138966" y="1981639"/>
            <a:ext cx="883920" cy="883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Forma libre: forma 17">
            <a:extLst>
              <a:ext uri="{FF2B5EF4-FFF2-40B4-BE49-F238E27FC236}">
                <a16:creationId xmlns:a16="http://schemas.microsoft.com/office/drawing/2014/main" id="{C18B36DC-BE79-1519-6DC4-DACAACF00077}"/>
              </a:ext>
            </a:extLst>
          </p:cNvPr>
          <p:cNvSpPr/>
          <p:nvPr/>
        </p:nvSpPr>
        <p:spPr>
          <a:xfrm>
            <a:off x="413279" y="2223991"/>
            <a:ext cx="377082" cy="377109"/>
          </a:xfrm>
          <a:custGeom>
            <a:avLst/>
            <a:gdLst>
              <a:gd name="connsiteX0" fmla="*/ 349120 w 377082"/>
              <a:gd name="connsiteY0" fmla="*/ 300707 h 377109"/>
              <a:gd name="connsiteX1" fmla="*/ 349120 w 377082"/>
              <a:gd name="connsiteY1" fmla="*/ 247027 h 377109"/>
              <a:gd name="connsiteX2" fmla="*/ 199584 w 377082"/>
              <a:gd name="connsiteY2" fmla="*/ 247027 h 377109"/>
              <a:gd name="connsiteX3" fmla="*/ 199584 w 377082"/>
              <a:gd name="connsiteY3" fmla="*/ 217050 h 377109"/>
              <a:gd name="connsiteX4" fmla="*/ 299630 w 377082"/>
              <a:gd name="connsiteY4" fmla="*/ 217050 h 377109"/>
              <a:gd name="connsiteX5" fmla="*/ 361125 w 377082"/>
              <a:gd name="connsiteY5" fmla="*/ 155681 h 377109"/>
              <a:gd name="connsiteX6" fmla="*/ 309962 w 377082"/>
              <a:gd name="connsiteY6" fmla="*/ 95050 h 377109"/>
              <a:gd name="connsiteX7" fmla="*/ 228389 w 377082"/>
              <a:gd name="connsiteY7" fmla="*/ 38882 h 377109"/>
              <a:gd name="connsiteX8" fmla="*/ 218274 w 377082"/>
              <a:gd name="connsiteY8" fmla="*/ 41538 h 377109"/>
              <a:gd name="connsiteX9" fmla="*/ 97320 w 377082"/>
              <a:gd name="connsiteY9" fmla="*/ 13213 h 377109"/>
              <a:gd name="connsiteX10" fmla="*/ 56370 w 377082"/>
              <a:gd name="connsiteY10" fmla="*/ 97874 h 377109"/>
              <a:gd name="connsiteX11" fmla="*/ 19763 w 377082"/>
              <a:gd name="connsiteY11" fmla="*/ 176686 h 377109"/>
              <a:gd name="connsiteX12" fmla="*/ 77445 w 377082"/>
              <a:gd name="connsiteY12" fmla="*/ 217029 h 377109"/>
              <a:gd name="connsiteX13" fmla="*/ 177491 w 377082"/>
              <a:gd name="connsiteY13" fmla="*/ 217029 h 377109"/>
              <a:gd name="connsiteX14" fmla="*/ 177491 w 377082"/>
              <a:gd name="connsiteY14" fmla="*/ 247006 h 377109"/>
              <a:gd name="connsiteX15" fmla="*/ 27962 w 377082"/>
              <a:gd name="connsiteY15" fmla="*/ 247006 h 377109"/>
              <a:gd name="connsiteX16" fmla="*/ 27962 w 377082"/>
              <a:gd name="connsiteY16" fmla="*/ 300686 h 377109"/>
              <a:gd name="connsiteX17" fmla="*/ 1610 w 377082"/>
              <a:gd name="connsiteY17" fmla="*/ 349130 h 377109"/>
              <a:gd name="connsiteX18" fmla="*/ 50054 w 377082"/>
              <a:gd name="connsiteY18" fmla="*/ 375489 h 377109"/>
              <a:gd name="connsiteX19" fmla="*/ 76406 w 377082"/>
              <a:gd name="connsiteY19" fmla="*/ 327038 h 377109"/>
              <a:gd name="connsiteX20" fmla="*/ 50054 w 377082"/>
              <a:gd name="connsiteY20" fmla="*/ 300686 h 377109"/>
              <a:gd name="connsiteX21" fmla="*/ 50054 w 377082"/>
              <a:gd name="connsiteY21" fmla="*/ 269099 h 377109"/>
              <a:gd name="connsiteX22" fmla="*/ 177491 w 377082"/>
              <a:gd name="connsiteY22" fmla="*/ 269099 h 377109"/>
              <a:gd name="connsiteX23" fmla="*/ 177491 w 377082"/>
              <a:gd name="connsiteY23" fmla="*/ 300686 h 377109"/>
              <a:gd name="connsiteX24" fmla="*/ 151133 w 377082"/>
              <a:gd name="connsiteY24" fmla="*/ 349137 h 377109"/>
              <a:gd name="connsiteX25" fmla="*/ 199584 w 377082"/>
              <a:gd name="connsiteY25" fmla="*/ 375503 h 377109"/>
              <a:gd name="connsiteX26" fmla="*/ 225943 w 377082"/>
              <a:gd name="connsiteY26" fmla="*/ 327045 h 377109"/>
              <a:gd name="connsiteX27" fmla="*/ 199584 w 377082"/>
              <a:gd name="connsiteY27" fmla="*/ 300686 h 377109"/>
              <a:gd name="connsiteX28" fmla="*/ 199584 w 377082"/>
              <a:gd name="connsiteY28" fmla="*/ 269099 h 377109"/>
              <a:gd name="connsiteX29" fmla="*/ 327028 w 377082"/>
              <a:gd name="connsiteY29" fmla="*/ 269099 h 377109"/>
              <a:gd name="connsiteX30" fmla="*/ 327028 w 377082"/>
              <a:gd name="connsiteY30" fmla="*/ 300686 h 377109"/>
              <a:gd name="connsiteX31" fmla="*/ 300676 w 377082"/>
              <a:gd name="connsiteY31" fmla="*/ 349130 h 377109"/>
              <a:gd name="connsiteX32" fmla="*/ 349120 w 377082"/>
              <a:gd name="connsiteY32" fmla="*/ 375489 h 377109"/>
              <a:gd name="connsiteX33" fmla="*/ 375472 w 377082"/>
              <a:gd name="connsiteY33" fmla="*/ 327038 h 377109"/>
              <a:gd name="connsiteX34" fmla="*/ 349120 w 377082"/>
              <a:gd name="connsiteY34" fmla="*/ 300686 h 377109"/>
              <a:gd name="connsiteX35" fmla="*/ 38112 w 377082"/>
              <a:gd name="connsiteY35" fmla="*/ 155611 h 377109"/>
              <a:gd name="connsiteX36" fmla="*/ 70836 w 377082"/>
              <a:gd name="connsiteY36" fmla="*/ 116836 h 377109"/>
              <a:gd name="connsiteX37" fmla="*/ 82506 w 377082"/>
              <a:gd name="connsiteY37" fmla="*/ 114863 h 377109"/>
              <a:gd name="connsiteX38" fmla="*/ 79718 w 377082"/>
              <a:gd name="connsiteY38" fmla="*/ 103354 h 377109"/>
              <a:gd name="connsiteX39" fmla="*/ 128148 w 377082"/>
              <a:gd name="connsiteY39" fmla="*/ 23956 h 377109"/>
              <a:gd name="connsiteX40" fmla="*/ 203341 w 377082"/>
              <a:gd name="connsiteY40" fmla="*/ 60319 h 377109"/>
              <a:gd name="connsiteX41" fmla="*/ 208221 w 377082"/>
              <a:gd name="connsiteY41" fmla="*/ 70936 h 377109"/>
              <a:gd name="connsiteX42" fmla="*/ 218539 w 377082"/>
              <a:gd name="connsiteY42" fmla="*/ 65436 h 377109"/>
              <a:gd name="connsiteX43" fmla="*/ 241043 w 377082"/>
              <a:gd name="connsiteY43" fmla="*/ 59824 h 377109"/>
              <a:gd name="connsiteX44" fmla="*/ 288964 w 377082"/>
              <a:gd name="connsiteY44" fmla="*/ 105675 h 377109"/>
              <a:gd name="connsiteX45" fmla="*/ 289403 w 377082"/>
              <a:gd name="connsiteY45" fmla="*/ 116181 h 377109"/>
              <a:gd name="connsiteX46" fmla="*/ 299923 w 377082"/>
              <a:gd name="connsiteY46" fmla="*/ 116258 h 377109"/>
              <a:gd name="connsiteX47" fmla="*/ 338607 w 377082"/>
              <a:gd name="connsiteY47" fmla="*/ 156238 h 377109"/>
              <a:gd name="connsiteX48" fmla="*/ 299630 w 377082"/>
              <a:gd name="connsiteY48" fmla="*/ 194930 h 377109"/>
              <a:gd name="connsiteX49" fmla="*/ 77445 w 377082"/>
              <a:gd name="connsiteY49" fmla="*/ 194930 h 377109"/>
              <a:gd name="connsiteX50" fmla="*/ 38112 w 377082"/>
              <a:gd name="connsiteY50" fmla="*/ 155590 h 377109"/>
              <a:gd name="connsiteX51" fmla="*/ 55910 w 377082"/>
              <a:gd name="connsiteY51" fmla="*/ 338102 h 377109"/>
              <a:gd name="connsiteX52" fmla="*/ 39005 w 377082"/>
              <a:gd name="connsiteY52" fmla="*/ 355007 h 377109"/>
              <a:gd name="connsiteX53" fmla="*/ 22099 w 377082"/>
              <a:gd name="connsiteY53" fmla="*/ 338102 h 377109"/>
              <a:gd name="connsiteX54" fmla="*/ 39005 w 377082"/>
              <a:gd name="connsiteY54" fmla="*/ 321196 h 377109"/>
              <a:gd name="connsiteX55" fmla="*/ 39011 w 377082"/>
              <a:gd name="connsiteY55" fmla="*/ 321196 h 377109"/>
              <a:gd name="connsiteX56" fmla="*/ 55910 w 377082"/>
              <a:gd name="connsiteY56" fmla="*/ 338102 h 377109"/>
              <a:gd name="connsiteX57" fmla="*/ 205447 w 377082"/>
              <a:gd name="connsiteY57" fmla="*/ 338102 h 377109"/>
              <a:gd name="connsiteX58" fmla="*/ 188541 w 377082"/>
              <a:gd name="connsiteY58" fmla="*/ 355007 h 377109"/>
              <a:gd name="connsiteX59" fmla="*/ 171636 w 377082"/>
              <a:gd name="connsiteY59" fmla="*/ 338102 h 377109"/>
              <a:gd name="connsiteX60" fmla="*/ 188541 w 377082"/>
              <a:gd name="connsiteY60" fmla="*/ 321196 h 377109"/>
              <a:gd name="connsiteX61" fmla="*/ 205447 w 377082"/>
              <a:gd name="connsiteY61" fmla="*/ 338102 h 377109"/>
              <a:gd name="connsiteX62" fmla="*/ 338071 w 377082"/>
              <a:gd name="connsiteY62" fmla="*/ 355000 h 377109"/>
              <a:gd name="connsiteX63" fmla="*/ 321165 w 377082"/>
              <a:gd name="connsiteY63" fmla="*/ 338095 h 377109"/>
              <a:gd name="connsiteX64" fmla="*/ 338071 w 377082"/>
              <a:gd name="connsiteY64" fmla="*/ 321189 h 377109"/>
              <a:gd name="connsiteX65" fmla="*/ 354976 w 377082"/>
              <a:gd name="connsiteY65" fmla="*/ 338095 h 377109"/>
              <a:gd name="connsiteX66" fmla="*/ 354976 w 377082"/>
              <a:gd name="connsiteY66" fmla="*/ 338102 h 377109"/>
              <a:gd name="connsiteX67" fmla="*/ 338071 w 377082"/>
              <a:gd name="connsiteY67" fmla="*/ 355000 h 3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77082" h="377109">
                <a:moveTo>
                  <a:pt x="349120" y="300707"/>
                </a:moveTo>
                <a:lnTo>
                  <a:pt x="349120" y="247027"/>
                </a:lnTo>
                <a:lnTo>
                  <a:pt x="199584" y="247027"/>
                </a:lnTo>
                <a:lnTo>
                  <a:pt x="199584" y="217050"/>
                </a:lnTo>
                <a:lnTo>
                  <a:pt x="299630" y="217050"/>
                </a:lnTo>
                <a:cubicBezTo>
                  <a:pt x="333560" y="217085"/>
                  <a:pt x="361090" y="189611"/>
                  <a:pt x="361125" y="155681"/>
                </a:cubicBezTo>
                <a:cubicBezTo>
                  <a:pt x="361153" y="125690"/>
                  <a:pt x="339528" y="100063"/>
                  <a:pt x="309962" y="95050"/>
                </a:cubicBezTo>
                <a:cubicBezTo>
                  <a:pt x="302949" y="57015"/>
                  <a:pt x="266426" y="31862"/>
                  <a:pt x="228389" y="38882"/>
                </a:cubicBezTo>
                <a:cubicBezTo>
                  <a:pt x="224953" y="39509"/>
                  <a:pt x="221572" y="40402"/>
                  <a:pt x="218274" y="41538"/>
                </a:cubicBezTo>
                <a:cubicBezTo>
                  <a:pt x="192696" y="316"/>
                  <a:pt x="138542" y="-12365"/>
                  <a:pt x="97320" y="13213"/>
                </a:cubicBezTo>
                <a:cubicBezTo>
                  <a:pt x="68445" y="31137"/>
                  <a:pt x="52494" y="64111"/>
                  <a:pt x="56370" y="97874"/>
                </a:cubicBezTo>
                <a:cubicBezTo>
                  <a:pt x="24497" y="109530"/>
                  <a:pt x="8107" y="144813"/>
                  <a:pt x="19763" y="176686"/>
                </a:cubicBezTo>
                <a:cubicBezTo>
                  <a:pt x="28617" y="200904"/>
                  <a:pt x="51658" y="217015"/>
                  <a:pt x="77445" y="217029"/>
                </a:cubicBezTo>
                <a:lnTo>
                  <a:pt x="177491" y="217029"/>
                </a:lnTo>
                <a:lnTo>
                  <a:pt x="177491" y="247006"/>
                </a:lnTo>
                <a:lnTo>
                  <a:pt x="27962" y="247006"/>
                </a:lnTo>
                <a:lnTo>
                  <a:pt x="27962" y="300686"/>
                </a:lnTo>
                <a:cubicBezTo>
                  <a:pt x="7306" y="306786"/>
                  <a:pt x="-4497" y="328474"/>
                  <a:pt x="1610" y="349130"/>
                </a:cubicBezTo>
                <a:cubicBezTo>
                  <a:pt x="7710" y="369787"/>
                  <a:pt x="29398" y="381589"/>
                  <a:pt x="50054" y="375489"/>
                </a:cubicBezTo>
                <a:cubicBezTo>
                  <a:pt x="70711" y="369389"/>
                  <a:pt x="82506" y="347694"/>
                  <a:pt x="76406" y="327038"/>
                </a:cubicBezTo>
                <a:cubicBezTo>
                  <a:pt x="72662" y="314357"/>
                  <a:pt x="62742" y="304430"/>
                  <a:pt x="50054" y="300686"/>
                </a:cubicBezTo>
                <a:lnTo>
                  <a:pt x="50054" y="269099"/>
                </a:lnTo>
                <a:lnTo>
                  <a:pt x="177491" y="269099"/>
                </a:lnTo>
                <a:lnTo>
                  <a:pt x="177491" y="300686"/>
                </a:lnTo>
                <a:cubicBezTo>
                  <a:pt x="156828" y="306786"/>
                  <a:pt x="145025" y="328481"/>
                  <a:pt x="151133" y="349137"/>
                </a:cubicBezTo>
                <a:cubicBezTo>
                  <a:pt x="157233" y="369801"/>
                  <a:pt x="178920" y="381603"/>
                  <a:pt x="199584" y="375503"/>
                </a:cubicBezTo>
                <a:cubicBezTo>
                  <a:pt x="220247" y="369403"/>
                  <a:pt x="232049" y="347708"/>
                  <a:pt x="225943" y="327045"/>
                </a:cubicBezTo>
                <a:cubicBezTo>
                  <a:pt x="222199" y="314357"/>
                  <a:pt x="212272" y="304430"/>
                  <a:pt x="199584" y="300686"/>
                </a:cubicBezTo>
                <a:lnTo>
                  <a:pt x="199584" y="269099"/>
                </a:lnTo>
                <a:lnTo>
                  <a:pt x="327028" y="269099"/>
                </a:lnTo>
                <a:lnTo>
                  <a:pt x="327028" y="300686"/>
                </a:lnTo>
                <a:cubicBezTo>
                  <a:pt x="306372" y="306786"/>
                  <a:pt x="294569" y="328474"/>
                  <a:pt x="300676" y="349130"/>
                </a:cubicBezTo>
                <a:cubicBezTo>
                  <a:pt x="306776" y="369787"/>
                  <a:pt x="328464" y="381589"/>
                  <a:pt x="349120" y="375489"/>
                </a:cubicBezTo>
                <a:cubicBezTo>
                  <a:pt x="369777" y="369389"/>
                  <a:pt x="381579" y="347694"/>
                  <a:pt x="375472" y="327038"/>
                </a:cubicBezTo>
                <a:cubicBezTo>
                  <a:pt x="371729" y="314357"/>
                  <a:pt x="361808" y="304430"/>
                  <a:pt x="349120" y="300686"/>
                </a:cubicBezTo>
                <a:close/>
                <a:moveTo>
                  <a:pt x="38112" y="155611"/>
                </a:moveTo>
                <a:cubicBezTo>
                  <a:pt x="38056" y="136419"/>
                  <a:pt x="51902" y="120001"/>
                  <a:pt x="70836" y="116836"/>
                </a:cubicBezTo>
                <a:lnTo>
                  <a:pt x="82506" y="114863"/>
                </a:lnTo>
                <a:lnTo>
                  <a:pt x="79718" y="103354"/>
                </a:lnTo>
                <a:cubicBezTo>
                  <a:pt x="71164" y="68057"/>
                  <a:pt x="92852" y="32510"/>
                  <a:pt x="128148" y="23956"/>
                </a:cubicBezTo>
                <a:cubicBezTo>
                  <a:pt x="158683" y="16560"/>
                  <a:pt x="190179" y="31792"/>
                  <a:pt x="203341" y="60319"/>
                </a:cubicBezTo>
                <a:lnTo>
                  <a:pt x="208221" y="70936"/>
                </a:lnTo>
                <a:lnTo>
                  <a:pt x="218539" y="65436"/>
                </a:lnTo>
                <a:cubicBezTo>
                  <a:pt x="225455" y="61727"/>
                  <a:pt x="233193" y="59796"/>
                  <a:pt x="241043" y="59824"/>
                </a:cubicBezTo>
                <a:cubicBezTo>
                  <a:pt x="266746" y="59734"/>
                  <a:pt x="287918" y="79993"/>
                  <a:pt x="288964" y="105675"/>
                </a:cubicBezTo>
                <a:lnTo>
                  <a:pt x="289403" y="116181"/>
                </a:lnTo>
                <a:lnTo>
                  <a:pt x="299923" y="116258"/>
                </a:lnTo>
                <a:cubicBezTo>
                  <a:pt x="321646" y="116613"/>
                  <a:pt x="338970" y="134516"/>
                  <a:pt x="338607" y="156238"/>
                </a:cubicBezTo>
                <a:cubicBezTo>
                  <a:pt x="338259" y="177571"/>
                  <a:pt x="320963" y="194735"/>
                  <a:pt x="299630" y="194930"/>
                </a:cubicBezTo>
                <a:lnTo>
                  <a:pt x="77445" y="194930"/>
                </a:lnTo>
                <a:cubicBezTo>
                  <a:pt x="55729" y="194902"/>
                  <a:pt x="38133" y="177306"/>
                  <a:pt x="38112" y="155590"/>
                </a:cubicBezTo>
                <a:close/>
                <a:moveTo>
                  <a:pt x="55910" y="338102"/>
                </a:moveTo>
                <a:cubicBezTo>
                  <a:pt x="55910" y="347436"/>
                  <a:pt x="48339" y="355007"/>
                  <a:pt x="39005" y="355007"/>
                </a:cubicBezTo>
                <a:cubicBezTo>
                  <a:pt x="29670" y="355007"/>
                  <a:pt x="22099" y="347436"/>
                  <a:pt x="22099" y="338102"/>
                </a:cubicBezTo>
                <a:cubicBezTo>
                  <a:pt x="22099" y="328767"/>
                  <a:pt x="29670" y="321196"/>
                  <a:pt x="39005" y="321196"/>
                </a:cubicBezTo>
                <a:cubicBezTo>
                  <a:pt x="39005" y="321196"/>
                  <a:pt x="39011" y="321196"/>
                  <a:pt x="39011" y="321196"/>
                </a:cubicBezTo>
                <a:cubicBezTo>
                  <a:pt x="48346" y="321203"/>
                  <a:pt x="55903" y="328767"/>
                  <a:pt x="55910" y="338102"/>
                </a:cubicBezTo>
                <a:close/>
                <a:moveTo>
                  <a:pt x="205447" y="338102"/>
                </a:moveTo>
                <a:cubicBezTo>
                  <a:pt x="205447" y="347436"/>
                  <a:pt x="197876" y="355007"/>
                  <a:pt x="188541" y="355007"/>
                </a:cubicBezTo>
                <a:cubicBezTo>
                  <a:pt x="179206" y="355007"/>
                  <a:pt x="171636" y="347436"/>
                  <a:pt x="171636" y="338102"/>
                </a:cubicBezTo>
                <a:cubicBezTo>
                  <a:pt x="171636" y="328767"/>
                  <a:pt x="179206" y="321196"/>
                  <a:pt x="188541" y="321196"/>
                </a:cubicBezTo>
                <a:cubicBezTo>
                  <a:pt x="197876" y="321203"/>
                  <a:pt x="205440" y="328767"/>
                  <a:pt x="205447" y="338102"/>
                </a:cubicBezTo>
                <a:close/>
                <a:moveTo>
                  <a:pt x="338071" y="355000"/>
                </a:moveTo>
                <a:cubicBezTo>
                  <a:pt x="328736" y="355000"/>
                  <a:pt x="321165" y="347429"/>
                  <a:pt x="321165" y="338095"/>
                </a:cubicBezTo>
                <a:cubicBezTo>
                  <a:pt x="321165" y="328760"/>
                  <a:pt x="328736" y="321189"/>
                  <a:pt x="338071" y="321189"/>
                </a:cubicBezTo>
                <a:cubicBezTo>
                  <a:pt x="347405" y="321189"/>
                  <a:pt x="354976" y="328760"/>
                  <a:pt x="354976" y="338095"/>
                </a:cubicBezTo>
                <a:cubicBezTo>
                  <a:pt x="354976" y="338095"/>
                  <a:pt x="354976" y="338102"/>
                  <a:pt x="354976" y="338102"/>
                </a:cubicBezTo>
                <a:cubicBezTo>
                  <a:pt x="354969" y="347436"/>
                  <a:pt x="347405" y="354993"/>
                  <a:pt x="338071" y="355000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60" name="Forma libre: forma 18">
            <a:extLst>
              <a:ext uri="{FF2B5EF4-FFF2-40B4-BE49-F238E27FC236}">
                <a16:creationId xmlns:a16="http://schemas.microsoft.com/office/drawing/2014/main" id="{C4BB3A76-F300-B411-3D1A-C0DF6A653CB5}"/>
              </a:ext>
            </a:extLst>
          </p:cNvPr>
          <p:cNvSpPr/>
          <p:nvPr/>
        </p:nvSpPr>
        <p:spPr>
          <a:xfrm>
            <a:off x="402845" y="1234221"/>
            <a:ext cx="377055" cy="377048"/>
          </a:xfrm>
          <a:custGeom>
            <a:avLst/>
            <a:gdLst>
              <a:gd name="connsiteX0" fmla="*/ 188528 w 377055"/>
              <a:gd name="connsiteY0" fmla="*/ 0 h 377048"/>
              <a:gd name="connsiteX1" fmla="*/ 0 w 377055"/>
              <a:gd name="connsiteY1" fmla="*/ 188528 h 377048"/>
              <a:gd name="connsiteX2" fmla="*/ 188528 w 377055"/>
              <a:gd name="connsiteY2" fmla="*/ 377048 h 377048"/>
              <a:gd name="connsiteX3" fmla="*/ 377055 w 377055"/>
              <a:gd name="connsiteY3" fmla="*/ 188528 h 377048"/>
              <a:gd name="connsiteX4" fmla="*/ 188528 w 377055"/>
              <a:gd name="connsiteY4" fmla="*/ 0 h 377048"/>
              <a:gd name="connsiteX5" fmla="*/ 177485 w 377055"/>
              <a:gd name="connsiteY5" fmla="*/ 92531 h 377048"/>
              <a:gd name="connsiteX6" fmla="*/ 128155 w 377055"/>
              <a:gd name="connsiteY6" fmla="*/ 85609 h 377048"/>
              <a:gd name="connsiteX7" fmla="*/ 136417 w 377055"/>
              <a:gd name="connsiteY7" fmla="*/ 68354 h 377048"/>
              <a:gd name="connsiteX8" fmla="*/ 177485 w 377055"/>
              <a:gd name="connsiteY8" fmla="*/ 24435 h 377048"/>
              <a:gd name="connsiteX9" fmla="*/ 177485 w 377055"/>
              <a:gd name="connsiteY9" fmla="*/ 114645 h 377048"/>
              <a:gd name="connsiteX10" fmla="*/ 177485 w 377055"/>
              <a:gd name="connsiteY10" fmla="*/ 177478 h 377048"/>
              <a:gd name="connsiteX11" fmla="*/ 108468 w 377055"/>
              <a:gd name="connsiteY11" fmla="*/ 177478 h 377048"/>
              <a:gd name="connsiteX12" fmla="*/ 120529 w 377055"/>
              <a:gd name="connsiteY12" fmla="*/ 106460 h 377048"/>
              <a:gd name="connsiteX13" fmla="*/ 177464 w 377055"/>
              <a:gd name="connsiteY13" fmla="*/ 114645 h 377048"/>
              <a:gd name="connsiteX14" fmla="*/ 177485 w 377055"/>
              <a:gd name="connsiteY14" fmla="*/ 199570 h 377048"/>
              <a:gd name="connsiteX15" fmla="*/ 177485 w 377055"/>
              <a:gd name="connsiteY15" fmla="*/ 262403 h 377048"/>
              <a:gd name="connsiteX16" fmla="*/ 120550 w 377055"/>
              <a:gd name="connsiteY16" fmla="*/ 270588 h 377048"/>
              <a:gd name="connsiteX17" fmla="*/ 108489 w 377055"/>
              <a:gd name="connsiteY17" fmla="*/ 199570 h 377048"/>
              <a:gd name="connsiteX18" fmla="*/ 177485 w 377055"/>
              <a:gd name="connsiteY18" fmla="*/ 284517 h 377048"/>
              <a:gd name="connsiteX19" fmla="*/ 177485 w 377055"/>
              <a:gd name="connsiteY19" fmla="*/ 352593 h 377048"/>
              <a:gd name="connsiteX20" fmla="*/ 136417 w 377055"/>
              <a:gd name="connsiteY20" fmla="*/ 308673 h 377048"/>
              <a:gd name="connsiteX21" fmla="*/ 128155 w 377055"/>
              <a:gd name="connsiteY21" fmla="*/ 291419 h 377048"/>
              <a:gd name="connsiteX22" fmla="*/ 177485 w 377055"/>
              <a:gd name="connsiteY22" fmla="*/ 284496 h 377048"/>
              <a:gd name="connsiteX23" fmla="*/ 199577 w 377055"/>
              <a:gd name="connsiteY23" fmla="*/ 284517 h 377048"/>
              <a:gd name="connsiteX24" fmla="*/ 248900 w 377055"/>
              <a:gd name="connsiteY24" fmla="*/ 291439 h 377048"/>
              <a:gd name="connsiteX25" fmla="*/ 240646 w 377055"/>
              <a:gd name="connsiteY25" fmla="*/ 308694 h 377048"/>
              <a:gd name="connsiteX26" fmla="*/ 199577 w 377055"/>
              <a:gd name="connsiteY26" fmla="*/ 352613 h 377048"/>
              <a:gd name="connsiteX27" fmla="*/ 199577 w 377055"/>
              <a:gd name="connsiteY27" fmla="*/ 262403 h 377048"/>
              <a:gd name="connsiteX28" fmla="*/ 199577 w 377055"/>
              <a:gd name="connsiteY28" fmla="*/ 199570 h 377048"/>
              <a:gd name="connsiteX29" fmla="*/ 268594 w 377055"/>
              <a:gd name="connsiteY29" fmla="*/ 199570 h 377048"/>
              <a:gd name="connsiteX30" fmla="*/ 256527 w 377055"/>
              <a:gd name="connsiteY30" fmla="*/ 270588 h 377048"/>
              <a:gd name="connsiteX31" fmla="*/ 199598 w 377055"/>
              <a:gd name="connsiteY31" fmla="*/ 262403 h 377048"/>
              <a:gd name="connsiteX32" fmla="*/ 199577 w 377055"/>
              <a:gd name="connsiteY32" fmla="*/ 177478 h 377048"/>
              <a:gd name="connsiteX33" fmla="*/ 199577 w 377055"/>
              <a:gd name="connsiteY33" fmla="*/ 114645 h 377048"/>
              <a:gd name="connsiteX34" fmla="*/ 256506 w 377055"/>
              <a:gd name="connsiteY34" fmla="*/ 106460 h 377048"/>
              <a:gd name="connsiteX35" fmla="*/ 268573 w 377055"/>
              <a:gd name="connsiteY35" fmla="*/ 177478 h 377048"/>
              <a:gd name="connsiteX36" fmla="*/ 199577 w 377055"/>
              <a:gd name="connsiteY36" fmla="*/ 92531 h 377048"/>
              <a:gd name="connsiteX37" fmla="*/ 199577 w 377055"/>
              <a:gd name="connsiteY37" fmla="*/ 24456 h 377048"/>
              <a:gd name="connsiteX38" fmla="*/ 240646 w 377055"/>
              <a:gd name="connsiteY38" fmla="*/ 68376 h 377048"/>
              <a:gd name="connsiteX39" fmla="*/ 248900 w 377055"/>
              <a:gd name="connsiteY39" fmla="*/ 85630 h 377048"/>
              <a:gd name="connsiteX40" fmla="*/ 199577 w 377055"/>
              <a:gd name="connsiteY40" fmla="*/ 92553 h 377048"/>
              <a:gd name="connsiteX41" fmla="*/ 260061 w 377055"/>
              <a:gd name="connsiteY41" fmla="*/ 57814 h 377048"/>
              <a:gd name="connsiteX42" fmla="*/ 242187 w 377055"/>
              <a:gd name="connsiteY42" fmla="*/ 30967 h 377048"/>
              <a:gd name="connsiteX43" fmla="*/ 301109 w 377055"/>
              <a:gd name="connsiteY43" fmla="*/ 66054 h 377048"/>
              <a:gd name="connsiteX44" fmla="*/ 270288 w 377055"/>
              <a:gd name="connsiteY44" fmla="*/ 79390 h 377048"/>
              <a:gd name="connsiteX45" fmla="*/ 260061 w 377055"/>
              <a:gd name="connsiteY45" fmla="*/ 57814 h 377048"/>
              <a:gd name="connsiteX46" fmla="*/ 116994 w 377055"/>
              <a:gd name="connsiteY46" fmla="*/ 57814 h 377048"/>
              <a:gd name="connsiteX47" fmla="*/ 106767 w 377055"/>
              <a:gd name="connsiteY47" fmla="*/ 79390 h 377048"/>
              <a:gd name="connsiteX48" fmla="*/ 75954 w 377055"/>
              <a:gd name="connsiteY48" fmla="*/ 66054 h 377048"/>
              <a:gd name="connsiteX49" fmla="*/ 134876 w 377055"/>
              <a:gd name="connsiteY49" fmla="*/ 30967 h 377048"/>
              <a:gd name="connsiteX50" fmla="*/ 116994 w 377055"/>
              <a:gd name="connsiteY50" fmla="*/ 57814 h 377048"/>
              <a:gd name="connsiteX51" fmla="*/ 99294 w 377055"/>
              <a:gd name="connsiteY51" fmla="*/ 100158 h 377048"/>
              <a:gd name="connsiteX52" fmla="*/ 86369 w 377055"/>
              <a:gd name="connsiteY52" fmla="*/ 177478 h 377048"/>
              <a:gd name="connsiteX53" fmla="*/ 22469 w 377055"/>
              <a:gd name="connsiteY53" fmla="*/ 177478 h 377048"/>
              <a:gd name="connsiteX54" fmla="*/ 60247 w 377055"/>
              <a:gd name="connsiteY54" fmla="*/ 82625 h 377048"/>
              <a:gd name="connsiteX55" fmla="*/ 99287 w 377055"/>
              <a:gd name="connsiteY55" fmla="*/ 100179 h 377048"/>
              <a:gd name="connsiteX56" fmla="*/ 86369 w 377055"/>
              <a:gd name="connsiteY56" fmla="*/ 199570 h 377048"/>
              <a:gd name="connsiteX57" fmla="*/ 99294 w 377055"/>
              <a:gd name="connsiteY57" fmla="*/ 276890 h 377048"/>
              <a:gd name="connsiteX58" fmla="*/ 60254 w 377055"/>
              <a:gd name="connsiteY58" fmla="*/ 294444 h 377048"/>
              <a:gd name="connsiteX59" fmla="*/ 22476 w 377055"/>
              <a:gd name="connsiteY59" fmla="*/ 199570 h 377048"/>
              <a:gd name="connsiteX60" fmla="*/ 106767 w 377055"/>
              <a:gd name="connsiteY60" fmla="*/ 297658 h 377048"/>
              <a:gd name="connsiteX61" fmla="*/ 116994 w 377055"/>
              <a:gd name="connsiteY61" fmla="*/ 319234 h 377048"/>
              <a:gd name="connsiteX62" fmla="*/ 134876 w 377055"/>
              <a:gd name="connsiteY62" fmla="*/ 346081 h 377048"/>
              <a:gd name="connsiteX63" fmla="*/ 75954 w 377055"/>
              <a:gd name="connsiteY63" fmla="*/ 310994 h 377048"/>
              <a:gd name="connsiteX64" fmla="*/ 106767 w 377055"/>
              <a:gd name="connsiteY64" fmla="*/ 297658 h 377048"/>
              <a:gd name="connsiteX65" fmla="*/ 260061 w 377055"/>
              <a:gd name="connsiteY65" fmla="*/ 319234 h 377048"/>
              <a:gd name="connsiteX66" fmla="*/ 270288 w 377055"/>
              <a:gd name="connsiteY66" fmla="*/ 297658 h 377048"/>
              <a:gd name="connsiteX67" fmla="*/ 301109 w 377055"/>
              <a:gd name="connsiteY67" fmla="*/ 310994 h 377048"/>
              <a:gd name="connsiteX68" fmla="*/ 242187 w 377055"/>
              <a:gd name="connsiteY68" fmla="*/ 346081 h 377048"/>
              <a:gd name="connsiteX69" fmla="*/ 260061 w 377055"/>
              <a:gd name="connsiteY69" fmla="*/ 319234 h 377048"/>
              <a:gd name="connsiteX70" fmla="*/ 277762 w 377055"/>
              <a:gd name="connsiteY70" fmla="*/ 276890 h 377048"/>
              <a:gd name="connsiteX71" fmla="*/ 290687 w 377055"/>
              <a:gd name="connsiteY71" fmla="*/ 199570 h 377048"/>
              <a:gd name="connsiteX72" fmla="*/ 354559 w 377055"/>
              <a:gd name="connsiteY72" fmla="*/ 199570 h 377048"/>
              <a:gd name="connsiteX73" fmla="*/ 316788 w 377055"/>
              <a:gd name="connsiteY73" fmla="*/ 294444 h 377048"/>
              <a:gd name="connsiteX74" fmla="*/ 277748 w 377055"/>
              <a:gd name="connsiteY74" fmla="*/ 276890 h 377048"/>
              <a:gd name="connsiteX75" fmla="*/ 290687 w 377055"/>
              <a:gd name="connsiteY75" fmla="*/ 177478 h 377048"/>
              <a:gd name="connsiteX76" fmla="*/ 277762 w 377055"/>
              <a:gd name="connsiteY76" fmla="*/ 100158 h 377048"/>
              <a:gd name="connsiteX77" fmla="*/ 316802 w 377055"/>
              <a:gd name="connsiteY77" fmla="*/ 82604 h 377048"/>
              <a:gd name="connsiteX78" fmla="*/ 354559 w 377055"/>
              <a:gd name="connsiteY78" fmla="*/ 177478 h 37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7055" h="377048">
                <a:moveTo>
                  <a:pt x="188528" y="0"/>
                </a:moveTo>
                <a:cubicBezTo>
                  <a:pt x="84577" y="0"/>
                  <a:pt x="0" y="84570"/>
                  <a:pt x="0" y="188528"/>
                </a:cubicBezTo>
                <a:cubicBezTo>
                  <a:pt x="0" y="292485"/>
                  <a:pt x="84577" y="377048"/>
                  <a:pt x="188528" y="377048"/>
                </a:cubicBezTo>
                <a:cubicBezTo>
                  <a:pt x="292478" y="377048"/>
                  <a:pt x="377055" y="292478"/>
                  <a:pt x="377055" y="188528"/>
                </a:cubicBezTo>
                <a:cubicBezTo>
                  <a:pt x="377055" y="84577"/>
                  <a:pt x="292513" y="0"/>
                  <a:pt x="188528" y="0"/>
                </a:cubicBezTo>
                <a:close/>
                <a:moveTo>
                  <a:pt x="177485" y="92531"/>
                </a:moveTo>
                <a:cubicBezTo>
                  <a:pt x="160858" y="91827"/>
                  <a:pt x="144336" y="89506"/>
                  <a:pt x="128155" y="85609"/>
                </a:cubicBezTo>
                <a:cubicBezTo>
                  <a:pt x="130693" y="79600"/>
                  <a:pt x="133447" y="73827"/>
                  <a:pt x="136417" y="68354"/>
                </a:cubicBezTo>
                <a:cubicBezTo>
                  <a:pt x="148596" y="45907"/>
                  <a:pt x="163549" y="30158"/>
                  <a:pt x="177485" y="24435"/>
                </a:cubicBezTo>
                <a:close/>
                <a:moveTo>
                  <a:pt x="177485" y="114645"/>
                </a:moveTo>
                <a:lnTo>
                  <a:pt x="177485" y="177478"/>
                </a:lnTo>
                <a:lnTo>
                  <a:pt x="108468" y="177478"/>
                </a:lnTo>
                <a:cubicBezTo>
                  <a:pt x="109388" y="153385"/>
                  <a:pt x="113439" y="129508"/>
                  <a:pt x="120529" y="106460"/>
                </a:cubicBezTo>
                <a:cubicBezTo>
                  <a:pt x="139177" y="111138"/>
                  <a:pt x="158258" y="113878"/>
                  <a:pt x="177464" y="114645"/>
                </a:cubicBezTo>
                <a:close/>
                <a:moveTo>
                  <a:pt x="177485" y="199570"/>
                </a:moveTo>
                <a:lnTo>
                  <a:pt x="177485" y="262403"/>
                </a:lnTo>
                <a:cubicBezTo>
                  <a:pt x="158279" y="263170"/>
                  <a:pt x="139198" y="265910"/>
                  <a:pt x="120550" y="270588"/>
                </a:cubicBezTo>
                <a:cubicBezTo>
                  <a:pt x="113467" y="247541"/>
                  <a:pt x="109409" y="223664"/>
                  <a:pt x="108489" y="199570"/>
                </a:cubicBezTo>
                <a:close/>
                <a:moveTo>
                  <a:pt x="177485" y="284517"/>
                </a:moveTo>
                <a:lnTo>
                  <a:pt x="177485" y="352593"/>
                </a:lnTo>
                <a:cubicBezTo>
                  <a:pt x="163542" y="346890"/>
                  <a:pt x="148596" y="331142"/>
                  <a:pt x="136417" y="308673"/>
                </a:cubicBezTo>
                <a:cubicBezTo>
                  <a:pt x="133447" y="303200"/>
                  <a:pt x="130693" y="297428"/>
                  <a:pt x="128155" y="291419"/>
                </a:cubicBezTo>
                <a:cubicBezTo>
                  <a:pt x="144336" y="287522"/>
                  <a:pt x="160858" y="285200"/>
                  <a:pt x="177485" y="284496"/>
                </a:cubicBezTo>
                <a:close/>
                <a:moveTo>
                  <a:pt x="199577" y="284517"/>
                </a:moveTo>
                <a:cubicBezTo>
                  <a:pt x="216204" y="285221"/>
                  <a:pt x="232719" y="287542"/>
                  <a:pt x="248900" y="291439"/>
                </a:cubicBezTo>
                <a:cubicBezTo>
                  <a:pt x="246362" y="297449"/>
                  <a:pt x="243616" y="303221"/>
                  <a:pt x="240646" y="308694"/>
                </a:cubicBezTo>
                <a:cubicBezTo>
                  <a:pt x="228467" y="331142"/>
                  <a:pt x="213513" y="346890"/>
                  <a:pt x="199577" y="352613"/>
                </a:cubicBezTo>
                <a:close/>
                <a:moveTo>
                  <a:pt x="199577" y="262403"/>
                </a:moveTo>
                <a:lnTo>
                  <a:pt x="199577" y="199570"/>
                </a:lnTo>
                <a:lnTo>
                  <a:pt x="268594" y="199570"/>
                </a:lnTo>
                <a:cubicBezTo>
                  <a:pt x="267674" y="223664"/>
                  <a:pt x="263617" y="247541"/>
                  <a:pt x="256527" y="270588"/>
                </a:cubicBezTo>
                <a:cubicBezTo>
                  <a:pt x="237885" y="265910"/>
                  <a:pt x="218804" y="263170"/>
                  <a:pt x="199598" y="262403"/>
                </a:cubicBezTo>
                <a:close/>
                <a:moveTo>
                  <a:pt x="199577" y="177478"/>
                </a:moveTo>
                <a:lnTo>
                  <a:pt x="199577" y="114645"/>
                </a:lnTo>
                <a:cubicBezTo>
                  <a:pt x="218784" y="113878"/>
                  <a:pt x="237864" y="111138"/>
                  <a:pt x="256506" y="106460"/>
                </a:cubicBezTo>
                <a:cubicBezTo>
                  <a:pt x="263596" y="129508"/>
                  <a:pt x="267653" y="153385"/>
                  <a:pt x="268573" y="177478"/>
                </a:cubicBezTo>
                <a:close/>
                <a:moveTo>
                  <a:pt x="199577" y="92531"/>
                </a:moveTo>
                <a:lnTo>
                  <a:pt x="199577" y="24456"/>
                </a:lnTo>
                <a:cubicBezTo>
                  <a:pt x="213520" y="30158"/>
                  <a:pt x="228467" y="45907"/>
                  <a:pt x="240646" y="68376"/>
                </a:cubicBezTo>
                <a:cubicBezTo>
                  <a:pt x="243616" y="73848"/>
                  <a:pt x="246362" y="79620"/>
                  <a:pt x="248900" y="85630"/>
                </a:cubicBezTo>
                <a:cubicBezTo>
                  <a:pt x="232719" y="89527"/>
                  <a:pt x="216204" y="91848"/>
                  <a:pt x="199577" y="92553"/>
                </a:cubicBezTo>
                <a:close/>
                <a:moveTo>
                  <a:pt x="260061" y="57814"/>
                </a:moveTo>
                <a:cubicBezTo>
                  <a:pt x="254979" y="48312"/>
                  <a:pt x="248998" y="39319"/>
                  <a:pt x="242187" y="30967"/>
                </a:cubicBezTo>
                <a:cubicBezTo>
                  <a:pt x="264049" y="38454"/>
                  <a:pt x="284113" y="50403"/>
                  <a:pt x="301109" y="66054"/>
                </a:cubicBezTo>
                <a:cubicBezTo>
                  <a:pt x="291209" y="71317"/>
                  <a:pt x="280906" y="75779"/>
                  <a:pt x="270288" y="79390"/>
                </a:cubicBezTo>
                <a:cubicBezTo>
                  <a:pt x="267263" y="72022"/>
                  <a:pt x="263854" y="64820"/>
                  <a:pt x="260061" y="57814"/>
                </a:cubicBezTo>
                <a:close/>
                <a:moveTo>
                  <a:pt x="116994" y="57814"/>
                </a:moveTo>
                <a:cubicBezTo>
                  <a:pt x="113209" y="64820"/>
                  <a:pt x="109793" y="72022"/>
                  <a:pt x="106767" y="79390"/>
                </a:cubicBezTo>
                <a:cubicBezTo>
                  <a:pt x="96157" y="75779"/>
                  <a:pt x="85853" y="71317"/>
                  <a:pt x="75954" y="66054"/>
                </a:cubicBezTo>
                <a:cubicBezTo>
                  <a:pt x="92950" y="50396"/>
                  <a:pt x="113013" y="38447"/>
                  <a:pt x="134876" y="30967"/>
                </a:cubicBezTo>
                <a:cubicBezTo>
                  <a:pt x="128065" y="39319"/>
                  <a:pt x="122076" y="48312"/>
                  <a:pt x="116994" y="57814"/>
                </a:cubicBezTo>
                <a:close/>
                <a:moveTo>
                  <a:pt x="99294" y="100158"/>
                </a:moveTo>
                <a:cubicBezTo>
                  <a:pt x="91576" y="125241"/>
                  <a:pt x="87233" y="151245"/>
                  <a:pt x="86369" y="177478"/>
                </a:cubicBezTo>
                <a:lnTo>
                  <a:pt x="22469" y="177478"/>
                </a:lnTo>
                <a:cubicBezTo>
                  <a:pt x="24762" y="142670"/>
                  <a:pt x="37980" y="109479"/>
                  <a:pt x="60247" y="82625"/>
                </a:cubicBezTo>
                <a:cubicBezTo>
                  <a:pt x="72677" y="89687"/>
                  <a:pt x="85748" y="95571"/>
                  <a:pt x="99287" y="100179"/>
                </a:cubicBezTo>
                <a:close/>
                <a:moveTo>
                  <a:pt x="86369" y="199570"/>
                </a:moveTo>
                <a:cubicBezTo>
                  <a:pt x="87226" y="225804"/>
                  <a:pt x="91576" y="251807"/>
                  <a:pt x="99294" y="276890"/>
                </a:cubicBezTo>
                <a:cubicBezTo>
                  <a:pt x="85755" y="281498"/>
                  <a:pt x="72684" y="287382"/>
                  <a:pt x="60254" y="294444"/>
                </a:cubicBezTo>
                <a:cubicBezTo>
                  <a:pt x="37987" y="267583"/>
                  <a:pt x="24762" y="234385"/>
                  <a:pt x="22476" y="199570"/>
                </a:cubicBezTo>
                <a:close/>
                <a:moveTo>
                  <a:pt x="106767" y="297658"/>
                </a:moveTo>
                <a:cubicBezTo>
                  <a:pt x="109793" y="305027"/>
                  <a:pt x="113209" y="312228"/>
                  <a:pt x="116994" y="319234"/>
                </a:cubicBezTo>
                <a:cubicBezTo>
                  <a:pt x="122083" y="328736"/>
                  <a:pt x="128065" y="337730"/>
                  <a:pt x="134876" y="346081"/>
                </a:cubicBezTo>
                <a:cubicBezTo>
                  <a:pt x="113013" y="338601"/>
                  <a:pt x="92950" y="326652"/>
                  <a:pt x="75954" y="310994"/>
                </a:cubicBezTo>
                <a:cubicBezTo>
                  <a:pt x="85853" y="305731"/>
                  <a:pt x="96157" y="301269"/>
                  <a:pt x="106767" y="297658"/>
                </a:cubicBezTo>
                <a:close/>
                <a:moveTo>
                  <a:pt x="260061" y="319234"/>
                </a:moveTo>
                <a:cubicBezTo>
                  <a:pt x="263854" y="312228"/>
                  <a:pt x="267263" y="305027"/>
                  <a:pt x="270288" y="297658"/>
                </a:cubicBezTo>
                <a:cubicBezTo>
                  <a:pt x="280906" y="301269"/>
                  <a:pt x="291209" y="305731"/>
                  <a:pt x="301109" y="310994"/>
                </a:cubicBezTo>
                <a:cubicBezTo>
                  <a:pt x="284113" y="326645"/>
                  <a:pt x="264049" y="338594"/>
                  <a:pt x="242187" y="346081"/>
                </a:cubicBezTo>
                <a:cubicBezTo>
                  <a:pt x="248991" y="337730"/>
                  <a:pt x="254979" y="328736"/>
                  <a:pt x="260061" y="319234"/>
                </a:cubicBezTo>
                <a:close/>
                <a:moveTo>
                  <a:pt x="277762" y="276890"/>
                </a:moveTo>
                <a:cubicBezTo>
                  <a:pt x="285486" y="251807"/>
                  <a:pt x="289829" y="225804"/>
                  <a:pt x="290687" y="199570"/>
                </a:cubicBezTo>
                <a:lnTo>
                  <a:pt x="354559" y="199570"/>
                </a:lnTo>
                <a:cubicBezTo>
                  <a:pt x="352272" y="234385"/>
                  <a:pt x="339054" y="267583"/>
                  <a:pt x="316788" y="294444"/>
                </a:cubicBezTo>
                <a:cubicBezTo>
                  <a:pt x="304358" y="287382"/>
                  <a:pt x="291286" y="281498"/>
                  <a:pt x="277748" y="276890"/>
                </a:cubicBezTo>
                <a:close/>
                <a:moveTo>
                  <a:pt x="290687" y="177478"/>
                </a:moveTo>
                <a:cubicBezTo>
                  <a:pt x="289829" y="151245"/>
                  <a:pt x="285486" y="125241"/>
                  <a:pt x="277762" y="100158"/>
                </a:cubicBezTo>
                <a:cubicBezTo>
                  <a:pt x="291300" y="95543"/>
                  <a:pt x="304371" y="89666"/>
                  <a:pt x="316802" y="82604"/>
                </a:cubicBezTo>
                <a:cubicBezTo>
                  <a:pt x="339061" y="109465"/>
                  <a:pt x="352279" y="142663"/>
                  <a:pt x="354559" y="177478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66" name="Forma libre: forma 237">
            <a:extLst>
              <a:ext uri="{FF2B5EF4-FFF2-40B4-BE49-F238E27FC236}">
                <a16:creationId xmlns:a16="http://schemas.microsoft.com/office/drawing/2014/main" id="{85F46B70-0B98-509C-4512-EE8B91B21C5C}"/>
              </a:ext>
            </a:extLst>
          </p:cNvPr>
          <p:cNvSpPr/>
          <p:nvPr/>
        </p:nvSpPr>
        <p:spPr>
          <a:xfrm>
            <a:off x="392387" y="4268591"/>
            <a:ext cx="377077" cy="377055"/>
          </a:xfrm>
          <a:custGeom>
            <a:avLst/>
            <a:gdLst>
              <a:gd name="connsiteX0" fmla="*/ 377077 w 377077"/>
              <a:gd name="connsiteY0" fmla="*/ 169893 h 377055"/>
              <a:gd name="connsiteX1" fmla="*/ 321027 w 377077"/>
              <a:gd name="connsiteY1" fmla="*/ 104292 h 377055"/>
              <a:gd name="connsiteX2" fmla="*/ 233327 w 377077"/>
              <a:gd name="connsiteY2" fmla="*/ 42540 h 377055"/>
              <a:gd name="connsiteX3" fmla="*/ 220778 w 377077"/>
              <a:gd name="connsiteY3" fmla="*/ 45858 h 377055"/>
              <a:gd name="connsiteX4" fmla="*/ 139213 w 377077"/>
              <a:gd name="connsiteY4" fmla="*/ 0 h 377055"/>
              <a:gd name="connsiteX5" fmla="*/ 43775 w 377077"/>
              <a:gd name="connsiteY5" fmla="*/ 95452 h 377055"/>
              <a:gd name="connsiteX6" fmla="*/ 44472 w 377077"/>
              <a:gd name="connsiteY6" fmla="*/ 107185 h 377055"/>
              <a:gd name="connsiteX7" fmla="*/ 3759 w 377077"/>
              <a:gd name="connsiteY7" fmla="*/ 191888 h 377055"/>
              <a:gd name="connsiteX8" fmla="*/ 66432 w 377077"/>
              <a:gd name="connsiteY8" fmla="*/ 236324 h 377055"/>
              <a:gd name="connsiteX9" fmla="*/ 67686 w 377077"/>
              <a:gd name="connsiteY9" fmla="*/ 236324 h 377055"/>
              <a:gd name="connsiteX10" fmla="*/ 66292 w 377077"/>
              <a:gd name="connsiteY10" fmla="*/ 254812 h 377055"/>
              <a:gd name="connsiteX11" fmla="*/ 188501 w 377077"/>
              <a:gd name="connsiteY11" fmla="*/ 377055 h 377055"/>
              <a:gd name="connsiteX12" fmla="*/ 310779 w 377077"/>
              <a:gd name="connsiteY12" fmla="*/ 254812 h 377055"/>
              <a:gd name="connsiteX13" fmla="*/ 309385 w 377077"/>
              <a:gd name="connsiteY13" fmla="*/ 236324 h 377055"/>
              <a:gd name="connsiteX14" fmla="*/ 310640 w 377077"/>
              <a:gd name="connsiteY14" fmla="*/ 236324 h 377055"/>
              <a:gd name="connsiteX15" fmla="*/ 377077 w 377077"/>
              <a:gd name="connsiteY15" fmla="*/ 169893 h 377055"/>
              <a:gd name="connsiteX16" fmla="*/ 140677 w 377077"/>
              <a:gd name="connsiteY16" fmla="*/ 265854 h 377055"/>
              <a:gd name="connsiteX17" fmla="*/ 144372 w 377077"/>
              <a:gd name="connsiteY17" fmla="*/ 302378 h 377055"/>
              <a:gd name="connsiteX18" fmla="*/ 109236 w 377077"/>
              <a:gd name="connsiteY18" fmla="*/ 315874 h 377055"/>
              <a:gd name="connsiteX19" fmla="*/ 89019 w 377077"/>
              <a:gd name="connsiteY19" fmla="*/ 265854 h 377055"/>
              <a:gd name="connsiteX20" fmla="*/ 188570 w 377077"/>
              <a:gd name="connsiteY20" fmla="*/ 154751 h 377055"/>
              <a:gd name="connsiteX21" fmla="*/ 204186 w 377077"/>
              <a:gd name="connsiteY21" fmla="*/ 182832 h 377055"/>
              <a:gd name="connsiteX22" fmla="*/ 206278 w 377077"/>
              <a:gd name="connsiteY22" fmla="*/ 189692 h 377055"/>
              <a:gd name="connsiteX23" fmla="*/ 170793 w 377077"/>
              <a:gd name="connsiteY23" fmla="*/ 189692 h 377055"/>
              <a:gd name="connsiteX24" fmla="*/ 172884 w 377077"/>
              <a:gd name="connsiteY24" fmla="*/ 182832 h 377055"/>
              <a:gd name="connsiteX25" fmla="*/ 188570 w 377077"/>
              <a:gd name="connsiteY25" fmla="*/ 154751 h 377055"/>
              <a:gd name="connsiteX26" fmla="*/ 188570 w 377077"/>
              <a:gd name="connsiteY26" fmla="*/ 212788 h 377055"/>
              <a:gd name="connsiteX27" fmla="*/ 211088 w 377077"/>
              <a:gd name="connsiteY27" fmla="*/ 211352 h 377055"/>
              <a:gd name="connsiteX28" fmla="*/ 214364 w 377077"/>
              <a:gd name="connsiteY28" fmla="*/ 243762 h 377055"/>
              <a:gd name="connsiteX29" fmla="*/ 162776 w 377077"/>
              <a:gd name="connsiteY29" fmla="*/ 243762 h 377055"/>
              <a:gd name="connsiteX30" fmla="*/ 166053 w 377077"/>
              <a:gd name="connsiteY30" fmla="*/ 211352 h 377055"/>
              <a:gd name="connsiteX31" fmla="*/ 188570 w 377077"/>
              <a:gd name="connsiteY31" fmla="*/ 212788 h 377055"/>
              <a:gd name="connsiteX32" fmla="*/ 214364 w 377077"/>
              <a:gd name="connsiteY32" fmla="*/ 265854 h 377055"/>
              <a:gd name="connsiteX33" fmla="*/ 211088 w 377077"/>
              <a:gd name="connsiteY33" fmla="*/ 298265 h 377055"/>
              <a:gd name="connsiteX34" fmla="*/ 166053 w 377077"/>
              <a:gd name="connsiteY34" fmla="*/ 298265 h 377055"/>
              <a:gd name="connsiteX35" fmla="*/ 162776 w 377077"/>
              <a:gd name="connsiteY35" fmla="*/ 265854 h 377055"/>
              <a:gd name="connsiteX36" fmla="*/ 148973 w 377077"/>
              <a:gd name="connsiteY36" fmla="*/ 323968 h 377055"/>
              <a:gd name="connsiteX37" fmla="*/ 158454 w 377077"/>
              <a:gd name="connsiteY37" fmla="*/ 350348 h 377055"/>
              <a:gd name="connsiteX38" fmla="*/ 125340 w 377077"/>
              <a:gd name="connsiteY38" fmla="*/ 332459 h 377055"/>
              <a:gd name="connsiteX39" fmla="*/ 148973 w 377077"/>
              <a:gd name="connsiteY39" fmla="*/ 323968 h 377055"/>
              <a:gd name="connsiteX40" fmla="*/ 172884 w 377077"/>
              <a:gd name="connsiteY40" fmla="*/ 326757 h 377055"/>
              <a:gd name="connsiteX41" fmla="*/ 170793 w 377077"/>
              <a:gd name="connsiteY41" fmla="*/ 319897 h 377055"/>
              <a:gd name="connsiteX42" fmla="*/ 206278 w 377077"/>
              <a:gd name="connsiteY42" fmla="*/ 319897 h 377055"/>
              <a:gd name="connsiteX43" fmla="*/ 204186 w 377077"/>
              <a:gd name="connsiteY43" fmla="*/ 326757 h 377055"/>
              <a:gd name="connsiteX44" fmla="*/ 188501 w 377077"/>
              <a:gd name="connsiteY44" fmla="*/ 354837 h 377055"/>
              <a:gd name="connsiteX45" fmla="*/ 172815 w 377077"/>
              <a:gd name="connsiteY45" fmla="*/ 326757 h 377055"/>
              <a:gd name="connsiteX46" fmla="*/ 228098 w 377077"/>
              <a:gd name="connsiteY46" fmla="*/ 323968 h 377055"/>
              <a:gd name="connsiteX47" fmla="*/ 251731 w 377077"/>
              <a:gd name="connsiteY47" fmla="*/ 332459 h 377055"/>
              <a:gd name="connsiteX48" fmla="*/ 218617 w 377077"/>
              <a:gd name="connsiteY48" fmla="*/ 350348 h 377055"/>
              <a:gd name="connsiteX49" fmla="*/ 228098 w 377077"/>
              <a:gd name="connsiteY49" fmla="*/ 323968 h 377055"/>
              <a:gd name="connsiteX50" fmla="*/ 232769 w 377077"/>
              <a:gd name="connsiteY50" fmla="*/ 302357 h 377055"/>
              <a:gd name="connsiteX51" fmla="*/ 236464 w 377077"/>
              <a:gd name="connsiteY51" fmla="*/ 265834 h 377055"/>
              <a:gd name="connsiteX52" fmla="*/ 288122 w 377077"/>
              <a:gd name="connsiteY52" fmla="*/ 265834 h 377055"/>
              <a:gd name="connsiteX53" fmla="*/ 267905 w 377077"/>
              <a:gd name="connsiteY53" fmla="*/ 315853 h 377055"/>
              <a:gd name="connsiteX54" fmla="*/ 232769 w 377077"/>
              <a:gd name="connsiteY54" fmla="*/ 302357 h 377055"/>
              <a:gd name="connsiteX55" fmla="*/ 236464 w 377077"/>
              <a:gd name="connsiteY55" fmla="*/ 243741 h 377055"/>
              <a:gd name="connsiteX56" fmla="*/ 232769 w 377077"/>
              <a:gd name="connsiteY56" fmla="*/ 207225 h 377055"/>
              <a:gd name="connsiteX57" fmla="*/ 267905 w 377077"/>
              <a:gd name="connsiteY57" fmla="*/ 193721 h 377055"/>
              <a:gd name="connsiteX58" fmla="*/ 288122 w 377077"/>
              <a:gd name="connsiteY58" fmla="*/ 243741 h 377055"/>
              <a:gd name="connsiteX59" fmla="*/ 228098 w 377077"/>
              <a:gd name="connsiteY59" fmla="*/ 185628 h 377055"/>
              <a:gd name="connsiteX60" fmla="*/ 218617 w 377077"/>
              <a:gd name="connsiteY60" fmla="*/ 159248 h 377055"/>
              <a:gd name="connsiteX61" fmla="*/ 251731 w 377077"/>
              <a:gd name="connsiteY61" fmla="*/ 177136 h 377055"/>
              <a:gd name="connsiteX62" fmla="*/ 228098 w 377077"/>
              <a:gd name="connsiteY62" fmla="*/ 185628 h 377055"/>
              <a:gd name="connsiteX63" fmla="*/ 148973 w 377077"/>
              <a:gd name="connsiteY63" fmla="*/ 185628 h 377055"/>
              <a:gd name="connsiteX64" fmla="*/ 125340 w 377077"/>
              <a:gd name="connsiteY64" fmla="*/ 177136 h 377055"/>
              <a:gd name="connsiteX65" fmla="*/ 158454 w 377077"/>
              <a:gd name="connsiteY65" fmla="*/ 159248 h 377055"/>
              <a:gd name="connsiteX66" fmla="*/ 148973 w 377077"/>
              <a:gd name="connsiteY66" fmla="*/ 185628 h 377055"/>
              <a:gd name="connsiteX67" fmla="*/ 109236 w 377077"/>
              <a:gd name="connsiteY67" fmla="*/ 193721 h 377055"/>
              <a:gd name="connsiteX68" fmla="*/ 144372 w 377077"/>
              <a:gd name="connsiteY68" fmla="*/ 207225 h 377055"/>
              <a:gd name="connsiteX69" fmla="*/ 140607 w 377077"/>
              <a:gd name="connsiteY69" fmla="*/ 243741 h 377055"/>
              <a:gd name="connsiteX70" fmla="*/ 89019 w 377077"/>
              <a:gd name="connsiteY70" fmla="*/ 243741 h 377055"/>
              <a:gd name="connsiteX71" fmla="*/ 109236 w 377077"/>
              <a:gd name="connsiteY71" fmla="*/ 193721 h 377055"/>
              <a:gd name="connsiteX72" fmla="*/ 188570 w 377077"/>
              <a:gd name="connsiteY72" fmla="*/ 132540 h 377055"/>
              <a:gd name="connsiteX73" fmla="*/ 73264 w 377077"/>
              <a:gd name="connsiteY73" fmla="*/ 214210 h 377055"/>
              <a:gd name="connsiteX74" fmla="*/ 66432 w 377077"/>
              <a:gd name="connsiteY74" fmla="*/ 214210 h 377055"/>
              <a:gd name="connsiteX75" fmla="*/ 22093 w 377077"/>
              <a:gd name="connsiteY75" fmla="*/ 169900 h 377055"/>
              <a:gd name="connsiteX76" fmla="*/ 58972 w 377077"/>
              <a:gd name="connsiteY76" fmla="*/ 126175 h 377055"/>
              <a:gd name="connsiteX77" fmla="*/ 70684 w 377077"/>
              <a:gd name="connsiteY77" fmla="*/ 124203 h 377055"/>
              <a:gd name="connsiteX78" fmla="*/ 67895 w 377077"/>
              <a:gd name="connsiteY78" fmla="*/ 112700 h 377055"/>
              <a:gd name="connsiteX79" fmla="*/ 121924 w 377077"/>
              <a:gd name="connsiteY79" fmla="*/ 24128 h 377055"/>
              <a:gd name="connsiteX80" fmla="*/ 205790 w 377077"/>
              <a:gd name="connsiteY80" fmla="*/ 64681 h 377055"/>
              <a:gd name="connsiteX81" fmla="*/ 210670 w 377077"/>
              <a:gd name="connsiteY81" fmla="*/ 75291 h 377055"/>
              <a:gd name="connsiteX82" fmla="*/ 220987 w 377077"/>
              <a:gd name="connsiteY82" fmla="*/ 69791 h 377055"/>
              <a:gd name="connsiteX83" fmla="*/ 293699 w 377077"/>
              <a:gd name="connsiteY83" fmla="*/ 92023 h 377055"/>
              <a:gd name="connsiteX84" fmla="*/ 299974 w 377077"/>
              <a:gd name="connsiteY84" fmla="*/ 114965 h 377055"/>
              <a:gd name="connsiteX85" fmla="*/ 300392 w 377077"/>
              <a:gd name="connsiteY85" fmla="*/ 125471 h 377055"/>
              <a:gd name="connsiteX86" fmla="*/ 310918 w 377077"/>
              <a:gd name="connsiteY86" fmla="*/ 125548 h 377055"/>
              <a:gd name="connsiteX87" fmla="*/ 355117 w 377077"/>
              <a:gd name="connsiteY87" fmla="*/ 170039 h 377055"/>
              <a:gd name="connsiteX88" fmla="*/ 310570 w 377077"/>
              <a:gd name="connsiteY88" fmla="*/ 214210 h 377055"/>
              <a:gd name="connsiteX89" fmla="*/ 303808 w 377077"/>
              <a:gd name="connsiteY89" fmla="*/ 214210 h 377055"/>
              <a:gd name="connsiteX90" fmla="*/ 188501 w 377077"/>
              <a:gd name="connsiteY90" fmla="*/ 132540 h 377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77077" h="377055">
                <a:moveTo>
                  <a:pt x="377077" y="169893"/>
                </a:moveTo>
                <a:cubicBezTo>
                  <a:pt x="377077" y="136904"/>
                  <a:pt x="352747" y="109319"/>
                  <a:pt x="321027" y="104292"/>
                </a:cubicBezTo>
                <a:cubicBezTo>
                  <a:pt x="313846" y="63021"/>
                  <a:pt x="274598" y="35373"/>
                  <a:pt x="233327" y="42540"/>
                </a:cubicBezTo>
                <a:cubicBezTo>
                  <a:pt x="229074" y="43285"/>
                  <a:pt x="224821" y="44394"/>
                  <a:pt x="220778" y="45858"/>
                </a:cubicBezTo>
                <a:cubicBezTo>
                  <a:pt x="203420" y="17435"/>
                  <a:pt x="172536" y="77"/>
                  <a:pt x="139213" y="0"/>
                </a:cubicBezTo>
                <a:cubicBezTo>
                  <a:pt x="86579" y="0"/>
                  <a:pt x="43775" y="42825"/>
                  <a:pt x="43775" y="95452"/>
                </a:cubicBezTo>
                <a:cubicBezTo>
                  <a:pt x="43775" y="99377"/>
                  <a:pt x="43984" y="103295"/>
                  <a:pt x="44472" y="107185"/>
                </a:cubicBezTo>
                <a:cubicBezTo>
                  <a:pt x="9824" y="119336"/>
                  <a:pt x="-8372" y="157261"/>
                  <a:pt x="3759" y="191888"/>
                </a:cubicBezTo>
                <a:cubicBezTo>
                  <a:pt x="13100" y="218498"/>
                  <a:pt x="38198" y="236310"/>
                  <a:pt x="66432" y="236324"/>
                </a:cubicBezTo>
                <a:lnTo>
                  <a:pt x="67686" y="236324"/>
                </a:lnTo>
                <a:cubicBezTo>
                  <a:pt x="66710" y="242444"/>
                  <a:pt x="66292" y="248621"/>
                  <a:pt x="66292" y="254812"/>
                </a:cubicBezTo>
                <a:cubicBezTo>
                  <a:pt x="66292" y="322218"/>
                  <a:pt x="121087" y="377055"/>
                  <a:pt x="188501" y="377055"/>
                </a:cubicBezTo>
                <a:cubicBezTo>
                  <a:pt x="255914" y="377055"/>
                  <a:pt x="310779" y="322218"/>
                  <a:pt x="310779" y="254812"/>
                </a:cubicBezTo>
                <a:cubicBezTo>
                  <a:pt x="310779" y="248621"/>
                  <a:pt x="310291" y="242444"/>
                  <a:pt x="309385" y="236324"/>
                </a:cubicBezTo>
                <a:lnTo>
                  <a:pt x="310640" y="236324"/>
                </a:lnTo>
                <a:cubicBezTo>
                  <a:pt x="347309" y="236282"/>
                  <a:pt x="377008" y="206563"/>
                  <a:pt x="377077" y="169893"/>
                </a:cubicBezTo>
                <a:close/>
                <a:moveTo>
                  <a:pt x="140677" y="265854"/>
                </a:moveTo>
                <a:cubicBezTo>
                  <a:pt x="141095" y="278096"/>
                  <a:pt x="142350" y="290296"/>
                  <a:pt x="144372" y="302378"/>
                </a:cubicBezTo>
                <a:cubicBezTo>
                  <a:pt x="132172" y="305438"/>
                  <a:pt x="120321" y="309977"/>
                  <a:pt x="109236" y="315874"/>
                </a:cubicBezTo>
                <a:cubicBezTo>
                  <a:pt x="98012" y="301374"/>
                  <a:pt x="91041" y="284071"/>
                  <a:pt x="89019" y="265854"/>
                </a:cubicBezTo>
                <a:close/>
                <a:moveTo>
                  <a:pt x="188570" y="154751"/>
                </a:moveTo>
                <a:cubicBezTo>
                  <a:pt x="190662" y="155790"/>
                  <a:pt x="197564" y="162371"/>
                  <a:pt x="204186" y="182832"/>
                </a:cubicBezTo>
                <a:cubicBezTo>
                  <a:pt x="204953" y="185056"/>
                  <a:pt x="205581" y="187350"/>
                  <a:pt x="206278" y="189692"/>
                </a:cubicBezTo>
                <a:cubicBezTo>
                  <a:pt x="194496" y="191030"/>
                  <a:pt x="182644" y="191030"/>
                  <a:pt x="170793" y="189692"/>
                </a:cubicBezTo>
                <a:cubicBezTo>
                  <a:pt x="171490" y="187350"/>
                  <a:pt x="172187" y="185056"/>
                  <a:pt x="172884" y="182832"/>
                </a:cubicBezTo>
                <a:cubicBezTo>
                  <a:pt x="179577" y="162371"/>
                  <a:pt x="186549" y="155790"/>
                  <a:pt x="188570" y="154751"/>
                </a:cubicBezTo>
                <a:close/>
                <a:moveTo>
                  <a:pt x="188570" y="212788"/>
                </a:moveTo>
                <a:cubicBezTo>
                  <a:pt x="196100" y="212788"/>
                  <a:pt x="203629" y="212307"/>
                  <a:pt x="211088" y="211352"/>
                </a:cubicBezTo>
                <a:cubicBezTo>
                  <a:pt x="212831" y="222074"/>
                  <a:pt x="213946" y="232901"/>
                  <a:pt x="214364" y="243762"/>
                </a:cubicBezTo>
                <a:lnTo>
                  <a:pt x="162776" y="243762"/>
                </a:lnTo>
                <a:cubicBezTo>
                  <a:pt x="163195" y="232901"/>
                  <a:pt x="164240" y="222074"/>
                  <a:pt x="166053" y="211352"/>
                </a:cubicBezTo>
                <a:cubicBezTo>
                  <a:pt x="173512" y="212307"/>
                  <a:pt x="181041" y="212788"/>
                  <a:pt x="188570" y="212788"/>
                </a:cubicBezTo>
                <a:close/>
                <a:moveTo>
                  <a:pt x="214364" y="265854"/>
                </a:moveTo>
                <a:cubicBezTo>
                  <a:pt x="213946" y="276716"/>
                  <a:pt x="212831" y="287542"/>
                  <a:pt x="211088" y="298265"/>
                </a:cubicBezTo>
                <a:cubicBezTo>
                  <a:pt x="196100" y="296347"/>
                  <a:pt x="180972" y="296347"/>
                  <a:pt x="166053" y="298265"/>
                </a:cubicBezTo>
                <a:cubicBezTo>
                  <a:pt x="164240" y="287542"/>
                  <a:pt x="163195" y="276716"/>
                  <a:pt x="162776" y="265854"/>
                </a:cubicBezTo>
                <a:close/>
                <a:moveTo>
                  <a:pt x="148973" y="323968"/>
                </a:moveTo>
                <a:cubicBezTo>
                  <a:pt x="151343" y="333038"/>
                  <a:pt x="154480" y="341864"/>
                  <a:pt x="158454" y="350348"/>
                </a:cubicBezTo>
                <a:cubicBezTo>
                  <a:pt x="146393" y="346534"/>
                  <a:pt x="135169" y="340462"/>
                  <a:pt x="125340" y="332459"/>
                </a:cubicBezTo>
                <a:cubicBezTo>
                  <a:pt x="132938" y="328911"/>
                  <a:pt x="140886" y="326066"/>
                  <a:pt x="148973" y="323968"/>
                </a:cubicBezTo>
                <a:close/>
                <a:moveTo>
                  <a:pt x="172884" y="326757"/>
                </a:moveTo>
                <a:cubicBezTo>
                  <a:pt x="172187" y="324533"/>
                  <a:pt x="171490" y="322239"/>
                  <a:pt x="170793" y="319897"/>
                </a:cubicBezTo>
                <a:cubicBezTo>
                  <a:pt x="182575" y="318558"/>
                  <a:pt x="194496" y="318558"/>
                  <a:pt x="206278" y="319897"/>
                </a:cubicBezTo>
                <a:cubicBezTo>
                  <a:pt x="205581" y="322239"/>
                  <a:pt x="204953" y="324533"/>
                  <a:pt x="204186" y="326757"/>
                </a:cubicBezTo>
                <a:cubicBezTo>
                  <a:pt x="197494" y="347218"/>
                  <a:pt x="190592" y="353799"/>
                  <a:pt x="188501" y="354837"/>
                </a:cubicBezTo>
                <a:cubicBezTo>
                  <a:pt x="186409" y="353799"/>
                  <a:pt x="179507" y="347218"/>
                  <a:pt x="172815" y="326757"/>
                </a:cubicBezTo>
                <a:close/>
                <a:moveTo>
                  <a:pt x="228098" y="323968"/>
                </a:moveTo>
                <a:cubicBezTo>
                  <a:pt x="236185" y="326066"/>
                  <a:pt x="244132" y="328911"/>
                  <a:pt x="251731" y="332459"/>
                </a:cubicBezTo>
                <a:cubicBezTo>
                  <a:pt x="241901" y="340462"/>
                  <a:pt x="230678" y="346534"/>
                  <a:pt x="218617" y="350348"/>
                </a:cubicBezTo>
                <a:cubicBezTo>
                  <a:pt x="222591" y="341864"/>
                  <a:pt x="225728" y="333038"/>
                  <a:pt x="228098" y="323968"/>
                </a:cubicBezTo>
                <a:close/>
                <a:moveTo>
                  <a:pt x="232769" y="302357"/>
                </a:moveTo>
                <a:cubicBezTo>
                  <a:pt x="234721" y="290275"/>
                  <a:pt x="235976" y="278075"/>
                  <a:pt x="236464" y="265834"/>
                </a:cubicBezTo>
                <a:lnTo>
                  <a:pt x="288122" y="265834"/>
                </a:lnTo>
                <a:cubicBezTo>
                  <a:pt x="286100" y="284050"/>
                  <a:pt x="279059" y="301353"/>
                  <a:pt x="267905" y="315853"/>
                </a:cubicBezTo>
                <a:cubicBezTo>
                  <a:pt x="256751" y="309956"/>
                  <a:pt x="244969" y="305424"/>
                  <a:pt x="232769" y="302357"/>
                </a:cubicBezTo>
                <a:close/>
                <a:moveTo>
                  <a:pt x="236464" y="243741"/>
                </a:moveTo>
                <a:cubicBezTo>
                  <a:pt x="235976" y="231499"/>
                  <a:pt x="234721" y="219306"/>
                  <a:pt x="232769" y="207225"/>
                </a:cubicBezTo>
                <a:cubicBezTo>
                  <a:pt x="244969" y="204165"/>
                  <a:pt x="256751" y="199626"/>
                  <a:pt x="267905" y="193721"/>
                </a:cubicBezTo>
                <a:cubicBezTo>
                  <a:pt x="279059" y="208215"/>
                  <a:pt x="286100" y="225525"/>
                  <a:pt x="288122" y="243741"/>
                </a:cubicBezTo>
                <a:close/>
                <a:moveTo>
                  <a:pt x="228098" y="185628"/>
                </a:moveTo>
                <a:cubicBezTo>
                  <a:pt x="225728" y="176558"/>
                  <a:pt x="222591" y="167732"/>
                  <a:pt x="218617" y="159248"/>
                </a:cubicBezTo>
                <a:cubicBezTo>
                  <a:pt x="230678" y="163061"/>
                  <a:pt x="241901" y="169133"/>
                  <a:pt x="251731" y="177136"/>
                </a:cubicBezTo>
                <a:cubicBezTo>
                  <a:pt x="244132" y="180685"/>
                  <a:pt x="236185" y="183529"/>
                  <a:pt x="228098" y="185628"/>
                </a:cubicBezTo>
                <a:close/>
                <a:moveTo>
                  <a:pt x="148973" y="185628"/>
                </a:moveTo>
                <a:cubicBezTo>
                  <a:pt x="140886" y="183529"/>
                  <a:pt x="132938" y="180685"/>
                  <a:pt x="125340" y="177136"/>
                </a:cubicBezTo>
                <a:cubicBezTo>
                  <a:pt x="135169" y="169133"/>
                  <a:pt x="146393" y="163061"/>
                  <a:pt x="158454" y="159248"/>
                </a:cubicBezTo>
                <a:cubicBezTo>
                  <a:pt x="154480" y="167732"/>
                  <a:pt x="151343" y="176558"/>
                  <a:pt x="148973" y="185628"/>
                </a:cubicBezTo>
                <a:close/>
                <a:moveTo>
                  <a:pt x="109236" y="193721"/>
                </a:moveTo>
                <a:cubicBezTo>
                  <a:pt x="120321" y="199626"/>
                  <a:pt x="132172" y="204165"/>
                  <a:pt x="144372" y="207225"/>
                </a:cubicBezTo>
                <a:cubicBezTo>
                  <a:pt x="142350" y="219306"/>
                  <a:pt x="141095" y="231499"/>
                  <a:pt x="140607" y="243741"/>
                </a:cubicBezTo>
                <a:lnTo>
                  <a:pt x="89019" y="243741"/>
                </a:lnTo>
                <a:cubicBezTo>
                  <a:pt x="91041" y="225525"/>
                  <a:pt x="98012" y="208222"/>
                  <a:pt x="109236" y="193721"/>
                </a:cubicBezTo>
                <a:close/>
                <a:moveTo>
                  <a:pt x="188570" y="132540"/>
                </a:moveTo>
                <a:cubicBezTo>
                  <a:pt x="135378" y="132540"/>
                  <a:pt x="89995" y="166700"/>
                  <a:pt x="73264" y="214210"/>
                </a:cubicBezTo>
                <a:lnTo>
                  <a:pt x="66432" y="214210"/>
                </a:lnTo>
                <a:cubicBezTo>
                  <a:pt x="41962" y="214224"/>
                  <a:pt x="22093" y="194384"/>
                  <a:pt x="22093" y="169900"/>
                </a:cubicBezTo>
                <a:cubicBezTo>
                  <a:pt x="22093" y="148275"/>
                  <a:pt x="37639" y="129801"/>
                  <a:pt x="58972" y="126175"/>
                </a:cubicBezTo>
                <a:lnTo>
                  <a:pt x="70684" y="124203"/>
                </a:lnTo>
                <a:lnTo>
                  <a:pt x="67895" y="112700"/>
                </a:lnTo>
                <a:cubicBezTo>
                  <a:pt x="58344" y="73311"/>
                  <a:pt x="82535" y="33658"/>
                  <a:pt x="121924" y="24128"/>
                </a:cubicBezTo>
                <a:cubicBezTo>
                  <a:pt x="156014" y="15888"/>
                  <a:pt x="191080" y="32877"/>
                  <a:pt x="205790" y="64681"/>
                </a:cubicBezTo>
                <a:lnTo>
                  <a:pt x="210670" y="75291"/>
                </a:lnTo>
                <a:lnTo>
                  <a:pt x="220987" y="69791"/>
                </a:lnTo>
                <a:cubicBezTo>
                  <a:pt x="247200" y="55848"/>
                  <a:pt x="279757" y="65803"/>
                  <a:pt x="293699" y="92023"/>
                </a:cubicBezTo>
                <a:cubicBezTo>
                  <a:pt x="297464" y="99105"/>
                  <a:pt x="299625" y="106948"/>
                  <a:pt x="299974" y="114965"/>
                </a:cubicBezTo>
                <a:lnTo>
                  <a:pt x="300392" y="125471"/>
                </a:lnTo>
                <a:lnTo>
                  <a:pt x="310918" y="125548"/>
                </a:lnTo>
                <a:cubicBezTo>
                  <a:pt x="335388" y="125639"/>
                  <a:pt x="355187" y="145563"/>
                  <a:pt x="355117" y="170039"/>
                </a:cubicBezTo>
                <a:cubicBezTo>
                  <a:pt x="354978" y="194523"/>
                  <a:pt x="335109" y="214301"/>
                  <a:pt x="310570" y="214210"/>
                </a:cubicBezTo>
                <a:lnTo>
                  <a:pt x="303808" y="214210"/>
                </a:lnTo>
                <a:cubicBezTo>
                  <a:pt x="287006" y="166686"/>
                  <a:pt x="241692" y="132540"/>
                  <a:pt x="188501" y="132540"/>
                </a:cubicBezTo>
                <a:close/>
              </a:path>
            </a:pathLst>
          </a:custGeom>
          <a:solidFill>
            <a:schemeClr val="bg1"/>
          </a:solidFill>
          <a:ln w="69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grpSp>
        <p:nvGrpSpPr>
          <p:cNvPr id="67" name="Grupo 305">
            <a:extLst>
              <a:ext uri="{FF2B5EF4-FFF2-40B4-BE49-F238E27FC236}">
                <a16:creationId xmlns:a16="http://schemas.microsoft.com/office/drawing/2014/main" id="{FF2613D6-4E09-6CB6-E3D7-0FE7A6FCB006}"/>
              </a:ext>
            </a:extLst>
          </p:cNvPr>
          <p:cNvGrpSpPr/>
          <p:nvPr/>
        </p:nvGrpSpPr>
        <p:grpSpPr>
          <a:xfrm>
            <a:off x="392387" y="3249559"/>
            <a:ext cx="377055" cy="274666"/>
            <a:chOff x="3166951" y="3342017"/>
            <a:chExt cx="377055" cy="274666"/>
          </a:xfrm>
        </p:grpSpPr>
        <p:sp>
          <p:nvSpPr>
            <p:cNvPr id="68" name="Forma libre: forma 149">
              <a:extLst>
                <a:ext uri="{FF2B5EF4-FFF2-40B4-BE49-F238E27FC236}">
                  <a16:creationId xmlns:a16="http://schemas.microsoft.com/office/drawing/2014/main" id="{9C924AEA-F7A3-0905-D7A1-53A2DD681C29}"/>
                </a:ext>
              </a:extLst>
            </p:cNvPr>
            <p:cNvSpPr/>
            <p:nvPr/>
          </p:nvSpPr>
          <p:spPr>
            <a:xfrm>
              <a:off x="3166951" y="3342017"/>
              <a:ext cx="377055" cy="274666"/>
            </a:xfrm>
            <a:custGeom>
              <a:avLst/>
              <a:gdLst>
                <a:gd name="connsiteX0" fmla="*/ 377006 w 377055"/>
                <a:gd name="connsiteY0" fmla="*/ 119908 h 274666"/>
                <a:gd name="connsiteX1" fmla="*/ 354893 w 377055"/>
                <a:gd name="connsiteY1" fmla="*/ 119908 h 274666"/>
                <a:gd name="connsiteX2" fmla="*/ 354893 w 377055"/>
                <a:gd name="connsiteY2" fmla="*/ 0 h 274666"/>
                <a:gd name="connsiteX3" fmla="*/ 332822 w 377055"/>
                <a:gd name="connsiteY3" fmla="*/ 0 h 274666"/>
                <a:gd name="connsiteX4" fmla="*/ 332822 w 377055"/>
                <a:gd name="connsiteY4" fmla="*/ 119908 h 274666"/>
                <a:gd name="connsiteX5" fmla="*/ 44206 w 377055"/>
                <a:gd name="connsiteY5" fmla="*/ 119908 h 274666"/>
                <a:gd name="connsiteX6" fmla="*/ 44206 w 377055"/>
                <a:gd name="connsiteY6" fmla="*/ 0 h 274666"/>
                <a:gd name="connsiteX7" fmla="*/ 22106 w 377055"/>
                <a:gd name="connsiteY7" fmla="*/ 0 h 274666"/>
                <a:gd name="connsiteX8" fmla="*/ 22106 w 377055"/>
                <a:gd name="connsiteY8" fmla="*/ 119908 h 274666"/>
                <a:gd name="connsiteX9" fmla="*/ 0 w 377055"/>
                <a:gd name="connsiteY9" fmla="*/ 119908 h 274666"/>
                <a:gd name="connsiteX10" fmla="*/ 0 w 377055"/>
                <a:gd name="connsiteY10" fmla="*/ 230447 h 274666"/>
                <a:gd name="connsiteX11" fmla="*/ 22106 w 377055"/>
                <a:gd name="connsiteY11" fmla="*/ 230447 h 274666"/>
                <a:gd name="connsiteX12" fmla="*/ 22106 w 377055"/>
                <a:gd name="connsiteY12" fmla="*/ 274666 h 274666"/>
                <a:gd name="connsiteX13" fmla="*/ 354942 w 377055"/>
                <a:gd name="connsiteY13" fmla="*/ 274666 h 274666"/>
                <a:gd name="connsiteX14" fmla="*/ 354942 w 377055"/>
                <a:gd name="connsiteY14" fmla="*/ 230447 h 274666"/>
                <a:gd name="connsiteX15" fmla="*/ 377055 w 377055"/>
                <a:gd name="connsiteY15" fmla="*/ 230447 h 274666"/>
                <a:gd name="connsiteX16" fmla="*/ 332822 w 377055"/>
                <a:gd name="connsiteY16" fmla="*/ 252574 h 274666"/>
                <a:gd name="connsiteX17" fmla="*/ 44206 w 377055"/>
                <a:gd name="connsiteY17" fmla="*/ 252574 h 274666"/>
                <a:gd name="connsiteX18" fmla="*/ 44206 w 377055"/>
                <a:gd name="connsiteY18" fmla="*/ 230447 h 274666"/>
                <a:gd name="connsiteX19" fmla="*/ 332822 w 377055"/>
                <a:gd name="connsiteY19" fmla="*/ 230447 h 274666"/>
                <a:gd name="connsiteX20" fmla="*/ 354935 w 377055"/>
                <a:gd name="connsiteY20" fmla="*/ 208354 h 274666"/>
                <a:gd name="connsiteX21" fmla="*/ 22044 w 377055"/>
                <a:gd name="connsiteY21" fmla="*/ 208354 h 274666"/>
                <a:gd name="connsiteX22" fmla="*/ 22044 w 377055"/>
                <a:gd name="connsiteY22" fmla="*/ 142008 h 274666"/>
                <a:gd name="connsiteX23" fmla="*/ 354914 w 377055"/>
                <a:gd name="connsiteY23" fmla="*/ 142008 h 27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77055" h="274666">
                  <a:moveTo>
                    <a:pt x="377006" y="119908"/>
                  </a:moveTo>
                  <a:lnTo>
                    <a:pt x="354893" y="119908"/>
                  </a:lnTo>
                  <a:lnTo>
                    <a:pt x="354893" y="0"/>
                  </a:lnTo>
                  <a:lnTo>
                    <a:pt x="332822" y="0"/>
                  </a:lnTo>
                  <a:lnTo>
                    <a:pt x="332822" y="119908"/>
                  </a:lnTo>
                  <a:lnTo>
                    <a:pt x="44206" y="119908"/>
                  </a:lnTo>
                  <a:lnTo>
                    <a:pt x="44206" y="0"/>
                  </a:lnTo>
                  <a:lnTo>
                    <a:pt x="22106" y="0"/>
                  </a:lnTo>
                  <a:lnTo>
                    <a:pt x="22106" y="119908"/>
                  </a:lnTo>
                  <a:lnTo>
                    <a:pt x="0" y="119908"/>
                  </a:lnTo>
                  <a:lnTo>
                    <a:pt x="0" y="230447"/>
                  </a:lnTo>
                  <a:lnTo>
                    <a:pt x="22106" y="230447"/>
                  </a:lnTo>
                  <a:lnTo>
                    <a:pt x="22106" y="274666"/>
                  </a:lnTo>
                  <a:lnTo>
                    <a:pt x="354942" y="274666"/>
                  </a:lnTo>
                  <a:lnTo>
                    <a:pt x="354942" y="230447"/>
                  </a:lnTo>
                  <a:lnTo>
                    <a:pt x="377055" y="230447"/>
                  </a:lnTo>
                  <a:close/>
                  <a:moveTo>
                    <a:pt x="332822" y="252574"/>
                  </a:moveTo>
                  <a:lnTo>
                    <a:pt x="44206" y="252574"/>
                  </a:lnTo>
                  <a:lnTo>
                    <a:pt x="44206" y="230447"/>
                  </a:lnTo>
                  <a:lnTo>
                    <a:pt x="332822" y="230447"/>
                  </a:lnTo>
                  <a:close/>
                  <a:moveTo>
                    <a:pt x="354935" y="208354"/>
                  </a:moveTo>
                  <a:lnTo>
                    <a:pt x="22044" y="208354"/>
                  </a:lnTo>
                  <a:lnTo>
                    <a:pt x="22044" y="142008"/>
                  </a:lnTo>
                  <a:lnTo>
                    <a:pt x="354914" y="142008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: forma 150">
              <a:extLst>
                <a:ext uri="{FF2B5EF4-FFF2-40B4-BE49-F238E27FC236}">
                  <a16:creationId xmlns:a16="http://schemas.microsoft.com/office/drawing/2014/main" id="{8AFDC37A-B7E6-4D66-6A6D-F7B3575FC8BD}"/>
                </a:ext>
              </a:extLst>
            </p:cNvPr>
            <p:cNvSpPr/>
            <p:nvPr/>
          </p:nvSpPr>
          <p:spPr>
            <a:xfrm>
              <a:off x="3211115" y="3506152"/>
              <a:ext cx="22113" cy="22092"/>
            </a:xfrm>
            <a:custGeom>
              <a:avLst/>
              <a:gdLst>
                <a:gd name="connsiteX0" fmla="*/ 0 w 22113"/>
                <a:gd name="connsiteY0" fmla="*/ 0 h 22092"/>
                <a:gd name="connsiteX1" fmla="*/ 22113 w 22113"/>
                <a:gd name="connsiteY1" fmla="*/ 0 h 22092"/>
                <a:gd name="connsiteX2" fmla="*/ 22113 w 22113"/>
                <a:gd name="connsiteY2" fmla="*/ 22092 h 22092"/>
                <a:gd name="connsiteX3" fmla="*/ 0 w 22113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13" h="22092">
                  <a:moveTo>
                    <a:pt x="0" y="0"/>
                  </a:moveTo>
                  <a:lnTo>
                    <a:pt x="22113" y="0"/>
                  </a:lnTo>
                  <a:lnTo>
                    <a:pt x="22113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: forma 151">
              <a:extLst>
                <a:ext uri="{FF2B5EF4-FFF2-40B4-BE49-F238E27FC236}">
                  <a16:creationId xmlns:a16="http://schemas.microsoft.com/office/drawing/2014/main" id="{90BCF576-34CC-F705-0EAA-38246D99C211}"/>
                </a:ext>
              </a:extLst>
            </p:cNvPr>
            <p:cNvSpPr/>
            <p:nvPr/>
          </p:nvSpPr>
          <p:spPr>
            <a:xfrm>
              <a:off x="3255334" y="3506152"/>
              <a:ext cx="22113" cy="22092"/>
            </a:xfrm>
            <a:custGeom>
              <a:avLst/>
              <a:gdLst>
                <a:gd name="connsiteX0" fmla="*/ 0 w 22113"/>
                <a:gd name="connsiteY0" fmla="*/ 0 h 22092"/>
                <a:gd name="connsiteX1" fmla="*/ 22114 w 22113"/>
                <a:gd name="connsiteY1" fmla="*/ 0 h 22092"/>
                <a:gd name="connsiteX2" fmla="*/ 22114 w 22113"/>
                <a:gd name="connsiteY2" fmla="*/ 22092 h 22092"/>
                <a:gd name="connsiteX3" fmla="*/ 0 w 22113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13" h="22092">
                  <a:moveTo>
                    <a:pt x="0" y="0"/>
                  </a:moveTo>
                  <a:lnTo>
                    <a:pt x="22114" y="0"/>
                  </a:lnTo>
                  <a:lnTo>
                    <a:pt x="22114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: forma 152">
              <a:extLst>
                <a:ext uri="{FF2B5EF4-FFF2-40B4-BE49-F238E27FC236}">
                  <a16:creationId xmlns:a16="http://schemas.microsoft.com/office/drawing/2014/main" id="{9028CE01-74D8-95AE-D3E4-200972F8D85D}"/>
                </a:ext>
              </a:extLst>
            </p:cNvPr>
            <p:cNvSpPr/>
            <p:nvPr/>
          </p:nvSpPr>
          <p:spPr>
            <a:xfrm>
              <a:off x="3433412" y="3506152"/>
              <a:ext cx="66332" cy="22092"/>
            </a:xfrm>
            <a:custGeom>
              <a:avLst/>
              <a:gdLst>
                <a:gd name="connsiteX0" fmla="*/ 0 w 66332"/>
                <a:gd name="connsiteY0" fmla="*/ 0 h 22092"/>
                <a:gd name="connsiteX1" fmla="*/ 66333 w 66332"/>
                <a:gd name="connsiteY1" fmla="*/ 0 h 22092"/>
                <a:gd name="connsiteX2" fmla="*/ 66333 w 66332"/>
                <a:gd name="connsiteY2" fmla="*/ 22092 h 22092"/>
                <a:gd name="connsiteX3" fmla="*/ 0 w 66332"/>
                <a:gd name="connsiteY3" fmla="*/ 22092 h 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32" h="22092">
                  <a:moveTo>
                    <a:pt x="0" y="0"/>
                  </a:moveTo>
                  <a:lnTo>
                    <a:pt x="66333" y="0"/>
                  </a:lnTo>
                  <a:lnTo>
                    <a:pt x="66333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chemeClr val="bg1"/>
            </a:solidFill>
            <a:ln w="6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pic>
        <p:nvPicPr>
          <p:cNvPr id="3074" name="Picture 2" descr="What Is XML? | Postman Blog">
            <a:extLst>
              <a:ext uri="{FF2B5EF4-FFF2-40B4-BE49-F238E27FC236}">
                <a16:creationId xmlns:a16="http://schemas.microsoft.com/office/drawing/2014/main" id="{BBD8FA10-6586-9057-DF27-1FE8F4E417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2" r="25111"/>
          <a:stretch>
            <a:fillRect/>
          </a:stretch>
        </p:blipFill>
        <p:spPr bwMode="auto">
          <a:xfrm>
            <a:off x="6683308" y="378067"/>
            <a:ext cx="2101540" cy="206723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3A79F2B-D558-9DF0-9876-33853EB6D3B4}"/>
              </a:ext>
            </a:extLst>
          </p:cNvPr>
          <p:cNvSpPr>
            <a:spLocks noGrp="1" noChangeArrowheads="1"/>
          </p:cNvSpPr>
          <p:nvPr>
            <p:ph type="body" idx="17"/>
          </p:nvPr>
        </p:nvSpPr>
        <p:spPr bwMode="auto">
          <a:xfrm>
            <a:off x="1364979" y="3154198"/>
            <a:ext cx="4201535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u-HU" altLang="hu-HU" dirty="0"/>
              <a:t>Szabványos adatcsere formátum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637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/>
      <p:bldP spid="16" grpId="0" animBg="1"/>
      <p:bldP spid="17" grpId="0" animBg="1"/>
      <p:bldP spid="54" grpId="0" build="p"/>
      <p:bldP spid="56" grpId="0" build="p"/>
      <p:bldP spid="57" grpId="0" animBg="1"/>
      <p:bldP spid="58" grpId="0" animBg="1"/>
      <p:bldP spid="59" grpId="0" animBg="1"/>
      <p:bldP spid="60" grpId="0" animBg="1"/>
      <p:bldP spid="6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ángulo 214">
            <a:extLst>
              <a:ext uri="{FF2B5EF4-FFF2-40B4-BE49-F238E27FC236}">
                <a16:creationId xmlns:a16="http://schemas.microsoft.com/office/drawing/2014/main" id="{D2310A4E-A567-43B2-BEBA-2E7C53EF8A80}"/>
              </a:ext>
            </a:extLst>
          </p:cNvPr>
          <p:cNvSpPr/>
          <p:nvPr/>
        </p:nvSpPr>
        <p:spPr>
          <a:xfrm>
            <a:off x="243143" y="2428388"/>
            <a:ext cx="867679" cy="460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92206F08-2053-448C-BBCF-AA4077CB2989}"/>
              </a:ext>
            </a:extLst>
          </p:cNvPr>
          <p:cNvSpPr/>
          <p:nvPr/>
        </p:nvSpPr>
        <p:spPr>
          <a:xfrm>
            <a:off x="243143" y="3443615"/>
            <a:ext cx="867679" cy="460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7" name="Rectángulo 216">
            <a:extLst>
              <a:ext uri="{FF2B5EF4-FFF2-40B4-BE49-F238E27FC236}">
                <a16:creationId xmlns:a16="http://schemas.microsoft.com/office/drawing/2014/main" id="{57D92985-D460-4924-B350-818A2DC69DB9}"/>
              </a:ext>
            </a:extLst>
          </p:cNvPr>
          <p:cNvSpPr/>
          <p:nvPr/>
        </p:nvSpPr>
        <p:spPr>
          <a:xfrm>
            <a:off x="243143" y="4361010"/>
            <a:ext cx="867679" cy="460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9E863FAD-4023-4C5C-9BA5-34E154037DE9}"/>
              </a:ext>
            </a:extLst>
          </p:cNvPr>
          <p:cNvSpPr/>
          <p:nvPr/>
        </p:nvSpPr>
        <p:spPr>
          <a:xfrm>
            <a:off x="290060" y="1418208"/>
            <a:ext cx="867679" cy="460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4AD8DF-7D23-45C7-BCC3-90B63A7C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48886" y="191164"/>
            <a:ext cx="7696200" cy="715566"/>
          </a:xfrm>
        </p:spPr>
        <p:txBody>
          <a:bodyPr/>
          <a:lstStyle/>
          <a:p>
            <a:r>
              <a:rPr lang="hu-HU" dirty="0" err="1"/>
              <a:t>Sandbox</a:t>
            </a:r>
            <a:r>
              <a:rPr lang="hu-HU" dirty="0"/>
              <a:t> működési elv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DC3EEF-5017-41A6-A727-D5A4F5DABB3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02484" y="3511213"/>
            <a:ext cx="3756660" cy="392482"/>
          </a:xfrm>
        </p:spPr>
        <p:txBody>
          <a:bodyPr/>
          <a:lstStyle/>
          <a:p>
            <a:r>
              <a:rPr lang="hu-HU" dirty="0"/>
              <a:t>Valódi </a:t>
            </a:r>
            <a:r>
              <a:rPr lang="hu-HU" dirty="0" err="1"/>
              <a:t>Catalyst</a:t>
            </a:r>
            <a:r>
              <a:rPr lang="hu-HU" dirty="0"/>
              <a:t> 8000 eszköz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00B1C4A-E261-475B-89BC-615B6F75E15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2564" y="1457001"/>
            <a:ext cx="768258" cy="392482"/>
          </a:xfrm>
        </p:spPr>
        <p:txBody>
          <a:bodyPr/>
          <a:lstStyle/>
          <a:p>
            <a:r>
              <a:rPr lang="es-ES" dirty="0"/>
              <a:t>01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0B8658B-FC1A-4DEB-B0F3-1CB0A218819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226928" y="4428608"/>
            <a:ext cx="6690143" cy="392482"/>
          </a:xfrm>
        </p:spPr>
        <p:txBody>
          <a:bodyPr/>
          <a:lstStyle/>
          <a:p>
            <a:r>
              <a:rPr lang="hu-HU" dirty="0"/>
              <a:t>Minden látogatáskor egyedi hitelesítési adatok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96EC908-83DE-49A7-8769-E1FE437053F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17565" y="2467181"/>
            <a:ext cx="718836" cy="392482"/>
          </a:xfrm>
        </p:spPr>
        <p:txBody>
          <a:bodyPr/>
          <a:lstStyle/>
          <a:p>
            <a:r>
              <a:rPr lang="es-ES"/>
              <a:t>02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A171DFE-86FE-453B-8CFB-147D3AD4C7EB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1502484" y="2478047"/>
            <a:ext cx="5039285" cy="392482"/>
          </a:xfrm>
        </p:spPr>
        <p:txBody>
          <a:bodyPr/>
          <a:lstStyle/>
          <a:p>
            <a:r>
              <a:rPr lang="hu-HU" dirty="0"/>
              <a:t>Automatikus konfiguráció-visszaállítás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374CAC07-75F9-45F6-A6EB-4EC9A7473716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295647" y="4397172"/>
            <a:ext cx="768258" cy="392482"/>
          </a:xfrm>
        </p:spPr>
        <p:txBody>
          <a:bodyPr/>
          <a:lstStyle/>
          <a:p>
            <a:r>
              <a:rPr lang="es-ES"/>
              <a:t>04</a:t>
            </a:r>
            <a:endParaRPr lang="en-US" dirty="0"/>
          </a:p>
        </p:txBody>
      </p:sp>
      <p:sp>
        <p:nvSpPr>
          <p:cNvPr id="110" name="Marcador de texto 109">
            <a:extLst>
              <a:ext uri="{FF2B5EF4-FFF2-40B4-BE49-F238E27FC236}">
                <a16:creationId xmlns:a16="http://schemas.microsoft.com/office/drawing/2014/main" id="{8C69B465-40FC-4E3B-82C3-1AB5F7B2723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11558" y="1457001"/>
            <a:ext cx="5039284" cy="392482"/>
          </a:xfrm>
        </p:spPr>
        <p:txBody>
          <a:bodyPr/>
          <a:lstStyle/>
          <a:p>
            <a:r>
              <a:rPr lang="en-US" dirty="0"/>
              <a:t>Always-On </a:t>
            </a:r>
            <a:r>
              <a:rPr lang="en-US" dirty="0" err="1"/>
              <a:t>rendszer</a:t>
            </a:r>
            <a:r>
              <a:rPr lang="en-US" dirty="0"/>
              <a:t> (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foglalás</a:t>
            </a:r>
            <a:r>
              <a:rPr lang="en-US" dirty="0"/>
              <a:t>)</a:t>
            </a:r>
            <a:endParaRPr lang="es-ES" dirty="0"/>
          </a:p>
        </p:txBody>
      </p:sp>
      <p:sp>
        <p:nvSpPr>
          <p:cNvPr id="111" name="Marcador de texto 110">
            <a:extLst>
              <a:ext uri="{FF2B5EF4-FFF2-40B4-BE49-F238E27FC236}">
                <a16:creationId xmlns:a16="http://schemas.microsoft.com/office/drawing/2014/main" id="{086F7C97-2EE1-4546-88ED-917B9F649063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92856" y="3497335"/>
            <a:ext cx="768260" cy="392482"/>
          </a:xfrm>
        </p:spPr>
        <p:txBody>
          <a:bodyPr/>
          <a:lstStyle/>
          <a:p>
            <a:r>
              <a:rPr lang="es-ES"/>
              <a:t>03</a:t>
            </a:r>
            <a:endParaRPr lang="es-ES" dirty="0"/>
          </a:p>
        </p:txBody>
      </p:sp>
      <p:pic>
        <p:nvPicPr>
          <p:cNvPr id="93" name="Imagen 92" descr="Forma&#10;&#10;Descripción generada automáticamente">
            <a:extLst>
              <a:ext uri="{FF2B5EF4-FFF2-40B4-BE49-F238E27FC236}">
                <a16:creationId xmlns:a16="http://schemas.microsoft.com/office/drawing/2014/main" id="{340D194B-34F3-4916-B6F6-DC249B51A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7482840" y="4591050"/>
            <a:ext cx="3322320" cy="880771"/>
          </a:xfrm>
          <a:prstGeom prst="rect">
            <a:avLst/>
          </a:prstGeom>
        </p:spPr>
      </p:pic>
      <p:pic>
        <p:nvPicPr>
          <p:cNvPr id="94" name="Imagen 93" descr="Imagen que contiene luz, puesta de sol, caminando, sol&#10;&#10;Descripción generada automáticamente">
            <a:extLst>
              <a:ext uri="{FF2B5EF4-FFF2-40B4-BE49-F238E27FC236}">
                <a16:creationId xmlns:a16="http://schemas.microsoft.com/office/drawing/2014/main" id="{AB926C3B-AC33-4D36-B88C-49B431663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9560" y="172332"/>
            <a:ext cx="1340903" cy="315348"/>
          </a:xfrm>
          <a:prstGeom prst="rect">
            <a:avLst/>
          </a:prstGeom>
        </p:spPr>
      </p:pic>
      <p:pic>
        <p:nvPicPr>
          <p:cNvPr id="95" name="Imagen 94" descr="Una estrella de color negro&#10;&#10;Descripción generada automáticamente con confianza baja">
            <a:extLst>
              <a:ext uri="{FF2B5EF4-FFF2-40B4-BE49-F238E27FC236}">
                <a16:creationId xmlns:a16="http://schemas.microsoft.com/office/drawing/2014/main" id="{FECC71BA-FDD9-4B96-95B0-F3589EA88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759837">
            <a:off x="-87359" y="-279887"/>
            <a:ext cx="1413641" cy="22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09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 animBg="1"/>
      <p:bldP spid="216" grpId="0" animBg="1"/>
      <p:bldP spid="217" grpId="0" animBg="1"/>
      <p:bldP spid="214" grpId="0" animBg="1"/>
      <p:bldP spid="17" grpId="0" build="p"/>
      <p:bldP spid="21" grpId="0" build="p"/>
      <p:bldP spid="27" grpId="0" build="p"/>
      <p:bldP spid="28" grpId="0" build="p"/>
      <p:bldP spid="33" grpId="0" build="p"/>
      <p:bldP spid="34" grpId="0" build="p"/>
      <p:bldP spid="110" grpId="0" build="p"/>
      <p:bldP spid="111" grpId="0" build="p"/>
    </p:bldLst>
  </p:timing>
</p:sld>
</file>

<file path=ppt/theme/theme1.xml><?xml version="1.0" encoding="utf-8"?>
<a:theme xmlns:a="http://schemas.openxmlformats.org/drawingml/2006/main" name="Animated IT Services Project Proposal by Slidesgo">
  <a:themeElements>
    <a:clrScheme name="Personalizado 18">
      <a:dk1>
        <a:srgbClr val="262625"/>
      </a:dk1>
      <a:lt1>
        <a:sysClr val="window" lastClr="FFFFFF"/>
      </a:lt1>
      <a:dk2>
        <a:srgbClr val="1FD81A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1156</TotalTime>
  <Words>113</Words>
  <Application>Microsoft Office PowerPoint</Application>
  <PresentationFormat>Diavetítés a képernyőre (16:9 oldalarány)</PresentationFormat>
  <Paragraphs>37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3" baseType="lpstr">
      <vt:lpstr>Arial</vt:lpstr>
      <vt:lpstr>Calibri</vt:lpstr>
      <vt:lpstr>Raleway</vt:lpstr>
      <vt:lpstr>Roboto</vt:lpstr>
      <vt:lpstr>Space Mono</vt:lpstr>
      <vt:lpstr>Animated IT Services Project Proposal by Slidesgo</vt:lpstr>
      <vt:lpstr>Hálózat programozás projekt</vt:lpstr>
      <vt:lpstr>Hálózatprogramozás</vt:lpstr>
      <vt:lpstr>A projekt célja</vt:lpstr>
      <vt:lpstr>NETCONF:</vt:lpstr>
      <vt:lpstr>YANG:</vt:lpstr>
      <vt:lpstr>XML:</vt:lpstr>
      <vt:lpstr>Sandbox működési elv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Barnabás</dc:creator>
  <cp:lastModifiedBy>Barnabás Tőzsér</cp:lastModifiedBy>
  <cp:revision>27</cp:revision>
  <dcterms:created xsi:type="dcterms:W3CDTF">2021-10-12T08:06:43Z</dcterms:created>
  <dcterms:modified xsi:type="dcterms:W3CDTF">2026-02-25T22:38:31Z</dcterms:modified>
</cp:coreProperties>
</file>